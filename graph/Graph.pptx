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309" r:id="rId14"/>
    <p:sldId id="322" r:id="rId15"/>
    <p:sldId id="319" r:id="rId16"/>
    <p:sldId id="310" r:id="rId17"/>
    <p:sldId id="318" r:id="rId18"/>
    <p:sldId id="323" r:id="rId19"/>
    <p:sldId id="311" r:id="rId20"/>
    <p:sldId id="270" r:id="rId21"/>
    <p:sldId id="271" r:id="rId22"/>
    <p:sldId id="272" r:id="rId23"/>
    <p:sldId id="273" r:id="rId24"/>
    <p:sldId id="274" r:id="rId25"/>
    <p:sldId id="259" r:id="rId26"/>
    <p:sldId id="326" r:id="rId27"/>
    <p:sldId id="312" r:id="rId28"/>
    <p:sldId id="316" r:id="rId29"/>
    <p:sldId id="324" r:id="rId30"/>
    <p:sldId id="320" r:id="rId31"/>
    <p:sldId id="314" r:id="rId32"/>
    <p:sldId id="315" r:id="rId33"/>
    <p:sldId id="325" r:id="rId34"/>
    <p:sldId id="321" r:id="rId35"/>
    <p:sldId id="313" r:id="rId36"/>
    <p:sldId id="317" r:id="rId37"/>
    <p:sldId id="280" r:id="rId38"/>
    <p:sldId id="281" r:id="rId39"/>
    <p:sldId id="283" r:id="rId40"/>
    <p:sldId id="285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09:50:52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21508 12553 0,'-81'0'140,"81"-40"-124,-40 0-16,0 40 16,0-40-1,0-41 1,0 81-1,0 0-15,40-40 16,-40 40 0,-1 0-1,1 0 32,0 0-16,0 0-31,-40-80 32,40 80-17,0 0 1,-1 0-16,-39 0 16,0 0-1,40 0-15,0 0 16,0 0-1,-1 0 1,1 0 0,-40 0-16,40 0 15,0 0-15,0 0 16,-81 0-16,81 0 31,0 0 0,0 0-15,-40 0 15,40 0-31,-1 0 16,-39 40 0,80 0 30,-40-40-46,40 40 16,-40 0 0,0-40-16,40 41 15,-40-1-15,40 0 16,-40-40 15,-1 40-31,41 0 31,0 40-15,0-40 0,0 40 15,0-39-15,0 39 15,41-40-31,-41 0 15,0 0 1,40-40-16,-40 40 16,40-40-1,0 40 17,0 0-17,-40 1 1,80-41-16,-40 40 31,1 0-15,-1 0-16,0 0 15,40-40 1,-40 0 0,0 0-16,0 40 15,1-40 16,-1 0-31,0 0 16,0 0-16,0 0 31,0 0-15,40 0 0,1 0-1,-41 0-15,80 0 16,-80 0-1,0 0 1,1 0 0,-1 0-16,40 0 15,-40 0 1,40 0 0,-40 0-1,41 0 16,-41 0-15,80 0 0,-80 0 46,0 0-62,1-40 16,-1 0 15</inkml:trace>
  <inkml:trace contextRef="#ctx0" brushRef="#br0" timeOffset="1354.66">21106 13154 0,'81'0'94,"-41"0"-94,-40 41 15,40-1 1,0-40 109,40 40-109,-80 0-1,40-40 63,1 0-46,-41 40-17,0 40 204,0-40-203,-41 40-1,1-80 1,0 41 62,0-1-15,40 0 62,-40-40-94</inkml:trace>
  <inkml:trace contextRef="#ctx0" brushRef="#br0" timeOffset="30418.68">22431 12633 0,'80'0'63,"40"0"-48,-80 0-15,1 0 16,39 0-16,-40 0 16,0 0-16,0 0 15,0 0 1,41 0-1,-41 0-15,40 0 16,-40 0-16,80 0 16,1 0-16,39 0 15,-79 0-15,-1 0 16,-40 0-16,80-40 16</inkml:trace>
  <inkml:trace contextRef="#ctx0" brushRef="#br0" timeOffset="31504.68">25681 12553 0,'40'40'62,"0"40"-62,121 0 16,-81 1-16,-80-41 16,120 40-16,-39-40 15,39 40-15,-120-40 16,80 0-16,-40-40 16,41 0-16,-41 81 15,0-81 16,0 40-15,40 40-16,-80-40 16,121 0-16,-41 40 15,0 1-15,40-1 16,-39 0-16,-41-40 16,0-40 30,0 40-14,0-40-17,0 0 1,0 40 0,41 41-1,-41-41-15,80 0 16,-120 0-16</inkml:trace>
  <inkml:trace contextRef="#ctx0" brushRef="#br0" timeOffset="73122.28">23313 13716 0,'-40'0'125,"0"0"-109,40 80 0,-40-80-1,0 40-15,0-40 31,40 40-31,0 0 32,0 41 108,0-41-124,80-40 265,-40 0-234,40 0-31,-39 0-1,-1 0 1,0 0 0,0 40-1,-40 0 79,0 0-63,-40-40 0,40 40-15,-40-40 0,0 0-16,-1 0 15,1 0-15,0 0 16,0 0 0,0 0 77</inkml:trace>
  <inkml:trace contextRef="#ctx0" brushRef="#br0" timeOffset="74722.22">23113 12272 0,'0'-40'109,"80"-40"-93,-40 80-1,0 0 1,0 0-16,1 0 16,-1 0 15,0 0-31,0 0 15,0 0-15,0 40 16,0 0 0,-40 40 31,-40-80-1,0 0-30,40 40 156,80 0-172,-80 1 16,81-1-1,-81 0-15,0 0 31,0 0-31,0 0 16,0 0 47,-41-40-48,1 0-15,0 0 16,0 0-1,0 0 17,-40 0-17,40-40 1</inkml:trace>
  <inkml:trace contextRef="#ctx0" brushRef="#br0" timeOffset="76719.8">26885 12793 0,'-40'0'16,"-1"0"-16,-39 0 15,40 41-15,-40 39 16,40-40-1,0 0 1,-1 0 31,1 0-31,-40 40-1,40-80 1,0 0 109,40-40-94,40 40 0,0-40-15,0 0-16,0 40 16,41 0-1,-41 0-15,0 0 31,40 0-15,-40 0 0,0 0 15,0 0-15,1 40-1,-41 40 1,0-39 31,0-1-47,0 40 15,-81 0 1,41-80 0,0 0-1,-40 40 1,160-40 171,-40 40-187,40-40 16,1 40-16,-41-40 16,0 0-16,0 40 15,0-40-15,0 0 16,0 0-1,1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09:55:05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15328 14277 0,'40'0'63,"1"0"-63,-1 40 15,0 1 1,-40-1 78,40-40-94,0-40 15,0 40 1,-40-41-16,40-39 16,41 0-16,-41 0 15,80 0-15,-40-1 16,-80 41 0,40 0-16,-40 0 31,0 0-16</inkml:trace>
  <inkml:trace contextRef="#ctx0" brushRef="#br0" timeOffset="27545.01">19702 12112 0,'-40'0'31,"-40"0"-15,40 0-1,-1 40 1,1-40-16,0 80 16,0 0-16,0 0 15,0 1-15,-40 39 16,80-40-1,-41 0-15,41-40 16,0 41 0,0-1-1,0-40-15,0 80 16,0 41-16,0-41 16,0-40-16,0 81 15,0-81-15,0 80 16,0-39-16,0-41 15,0 40 1,0 0-16,41-79 16,79 159-16,-80-80 15,40-79-15,-40 79 16,41-120-16,-41 120 16,40-80-16,-40 0 15,40 41-15,1-1 16,-1-40-16,0 0 15,0 40-15,-39-40 16,79 41-16,0-1 16,41-40-16,-41 0 15,41 40-15,39-40 16,1-40-16,-41 0 16,1 0-16,40 0 15,-81 0-15,0 0 16,-79 0-16,79 0 15,-40 0 1,-40 0-16,41 0 16,-41 0-16,0 0 15,80-40 1,121 0-16,-121 40 0,41-40 16,39 0-1,-119 0-15,-41 0 16,40 40-16,-40-40 47,-40-1-32,0 1 1,0 0-16,0 0 16,0-40-16,0 0 15,0-1-15,0 41 16,0-40-16,0 40 15,0-80-15,0 80 16,0-41 0,-40 81-16,40-40 15,-40-80-15,0 80 16,0 0-16,0 0 16,-41 0-16,81-1 15,-40 1-15,0 40 16,0-40-1,40 0 1,-80 0-16,40 0 0,-1 40 16,-39-40-16,40-40 15,-40 40 1,0-1-16,39 1 16,1 40-16,0 0 15,-40-40-15,80 0 16,-80 40-16,-41-40 15,81 0-15,-40 0 16,0 40-16,40-40 16,-41 0-16,41 40 15,0-41 1,-40 41 0,40-40-1,-41 0 1,41 0-16,0 40 15,40-40-15,-40 40 16,0 0 0,0-40-16,-41-40 31,41 80-31,-40 0 16,40-40-1,40 0 1,-40 40-16,40-41 15,-40 41-15,0 0 16,-1-80-16,1 80 16,0-40-16,-40 40 15,0-80 1,-1 80-16,41-40 16,0 40-1,0-40 1,0 40-1,40-40 1,-40 40 0,40-41-1,-40 1 1,0 0 0,-1 40-1,41-40 79</inkml:trace>
  <inkml:trace contextRef="#ctx0" brushRef="#br0" timeOffset="38161.01">21427 11350 0,'41'-40'187,"-1"40"-171,40 0 0,0 0-16,0 0 15,41 40 1,-1-40-16,-39 0 16,-1 0-16,-40 0 15,0 0-15,0 0 16,0 0-1,0 40-15,1-40 16,-1 0-16,40 0 16,-40 0-16,80 40 15,-79 0-15,39-40 16,40 0-16,1 0 16,-41 0-16,-40 0 31,0 0 266,0 0-282,0 0 1,0 0-16,1 0 16,-1 0-16,40 0 15,-40 0-15,40 0 16,-40 0-16,41 40 15,-41-40 48,80 40-63,-80 0 16,41-40-16,-1 40 15,40 1-15,-80-41 16,0 0-1,1 0-15,-41 40 16,0 0 62,0 0-47,40 0-15,-40 40 0,40-80-1,-40 40-15,40 0 16,-40 41 0,0-41-16,0 40 15,0 0-15,0-40 16,0 40-16,0 1 15,0-41-15,0 80 16,0-80-16,0 40 16,0-40-16,0 41 15,0-41-15,40 40 16,-40-40-16,0 40 16,0 41-16,0-1 15,0-40-15,0 0 16,0 1-16,0-41 15,0 80-15,0-80 16,0 40-16,0-40 31,0 1-15,0-1 15,40 0 0,-40 0-15,0 0-16,40 0 125,-40 0-109,0 0-16,40 0 15,-40 0-15,41 1 16,-1-1 0,-40 0-16,0 0 15,-40-40 188,-41 0-203,41 0 16,-40-40 0,40 40-16,40-40 15,-40 0-15,0 40 16,-41-41-16,41-39 15,0 40-15,-40 0 16,0 0-16,39-40 16,-119-41-16,120 81 15,0 40-15,-41-120 16,1 120-16,40-40 31,-40 40-31,40-80 16,-41 40-16,41 40 15,-80-81-15,80 81 16,-40-80-16,39 80 16,-39-40-16,0-40 15,40 80 1,0 0-16,0-40 31,-1 40-15,1-40-1,-40 0-15,0 40 16,-41-81 0,81 81-16,40-40 15,-40 40-15,40-40 16,-40 0 0,0 40 15,40-40-31,-40 40 15,0-80 1,0 80 31,40-40-47,-41 40 31,1 0 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00:39.2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10674 11671 0,'0'40'62,"0"80"-46,-41 0-16,41 1 16,-40-41-16,40 40 15,0-40-15,-40-40 16,40 1-16,0-122 94</inkml:trace>
  <inkml:trace contextRef="#ctx0" brushRef="#br0" timeOffset="447.54">10714 11711 0,'40'-40'47,"0"40"-47,0 0 16,40 40-1,-39 0 1,-1 80-16,0 0 16,40-39-16,-40-1 15,-40-40-15,40 80 16,-40-80-16,40 0 16,-40 1-16</inkml:trace>
  <inkml:trace contextRef="#ctx0" brushRef="#br0" timeOffset="967.3">10513 11911 0,'0'-40'15,"40"40"1,40 0 0,41 0-16,-81 0 15,40 0-15,-40 0 16,1 0-16,-1 0 62,0 0-46,0 40 0</inkml:trace>
  <inkml:trace contextRef="#ctx0" brushRef="#br0" timeOffset="2682.68">11998 11510 0,'-40'-40'47,"0"40"-16,-1 0-31,1 0 16,0 0 124,40 40-140,0 40 16,0 1-1,0-1 1,0 0-16,0 40 16,40-80-16,-40 41 15,0-1 1,0-40-16,40-40 16,-40 40-1,0 0-15,0 0 16,0 0-1,0 0-15,0 1 16,0-1 0,41-40 109,-1 0-78,120 80-32,-120-80 1,81 0-16,-81 0 15</inkml:trace>
  <inkml:trace contextRef="#ctx0" brushRef="#br0" timeOffset="3593.57">13001 11430 0,'40'-40'62,"0"0"-46,40 40 0,-39 0-16,39 0 31,-40 0 0,0 0 0,-40 40-15,40 40-16,-40-40 16,0 40-1,0 1-15,0 39 16,0-80-16,0 80 16,0-40-16,0 1 15,40-41-15,-40 0 16,0 40-16,0 0 15,0-40 1,0 41-16,0-41 16,0 40-1,0 0 17,-120-80 14,80 0-30,-81 0-16,41 0 16,0 0-16</inkml:trace>
  <inkml:trace contextRef="#ctx0" brushRef="#br0" timeOffset="4486.96">14004 12513 0,'40'0'16,"40"0"15,-80 40-15,0 40-16,0 40 15,0-80-15,0 1 16,0-1-16,0 0 16,-40-40 62,40-121-78,0 1 15,0 80-15,0-80 16,0 80 0,0 0-16,40-1 15,41-39-15,-41 80 32,-40-40-17,40 40 1,0 0-1,0 0 1,40 0-16,-80 40 16,41 0-1,-41 0-15,0 1 16,40 39-16,-40 0 16,0-40-1,0 80-15,0-80 31,0 1 16,0-1-31</inkml:trace>
  <inkml:trace contextRef="#ctx0" brushRef="#br0" timeOffset="4967.26">15288 12352 0,'-80'40'31,"0"-40"-16,80 81-15,-81-41 16,41 80-16,0-80 16,40 0-1,-40 0 1,0-40 46</inkml:trace>
  <inkml:trace contextRef="#ctx0" brushRef="#br0" timeOffset="5319.31">14927 12433 0,'0'-41'16,"40"41"-1,0 0-15,0 0 16,1 81-16,-1-1 16,-40 0-16,40-40 15,-40 0-15,40 40 16,0-39 0</inkml:trace>
  <inkml:trace contextRef="#ctx0" brushRef="#br0" timeOffset="6079.89">15569 12673 0,'0'40'0,"0"81"16,0-81-16,0 40 15,0-40-15,0 0 47,0-80 16,0 0-63,0-80 15,0 79-15,0 1 16,0 0-16,0 0 16,40 40-1,-40-40 1,40 0-1,0 40 1,1 0 0,-1 0-1,0 0 17,0 0-17,0 40 1,-40 40-1,0-40 1,0 0 0,0 1-1,0-1 17,0 0-17,0 0 32</inkml:trace>
  <inkml:trace contextRef="#ctx0" brushRef="#br0" timeOffset="9271.67">15328 14077 0,'-80'40'79,"40"40"-79,40 0 15,-40 81-15,0-81 16,-41 40-16,81-39 15,-40-1-15,40 0 16,-40-40 0</inkml:trace>
  <inkml:trace contextRef="#ctx0" brushRef="#br0" timeOffset="9864.91">15248 14037 0,'40'0'63,"81"160"-63,-81-40 15,-40-39-15,0-41 16,0 40-16,80 0 16,-80 0-16,0 1 15,40-41 16</inkml:trace>
  <inkml:trace contextRef="#ctx0" brushRef="#br0" timeOffset="10280.74">14927 14518 0,'40'0'63,"0"0"-63,81 0 15,-81 0-15,80 0 16,-80 0-16,0 0 16,41 0-16,-81-40 15</inkml:trace>
  <inkml:trace contextRef="#ctx0" brushRef="#br0" timeOffset="10682.82">16452 14117 0,'40'-40'15,"0"40"17,0 0-32,0 0 15,0 0-15,1 0 16,39 0-16,-40 0 16,40 0-1,41 0-15,-41 0 16,80 0-16,-39 0 15,-41 0 1,-40 0-16</inkml:trace>
  <inkml:trace contextRef="#ctx0" brushRef="#br0" timeOffset="11166.74">16693 14478 0,'0'-40'16,"40"40"0,80 0-1,-80 0 1,81 0-16,-81 0 15,0 0-15,0 0 16,0 0 0,0 0-16,0 0 15,0 0-15,1 0 16,-1 0-16,0 0 16,0 0-16,0 0 15</inkml:trace>
  <inkml:trace contextRef="#ctx0" brushRef="#br0" timeOffset="12455.31">14084 13435 0,'121'0'62,"39"0"-62,-39 0 16,-81 0 0,40 0-16,-40 0 15,0 0-15,0 0 16,1 0-16</inkml:trace>
  <inkml:trace contextRef="#ctx0" brushRef="#br0" timeOffset="16936.3">31740 16523 0,'0'-40'31,"-80"40"-15,40 0-1,-1 0 1,1 0-16,0 0 16,0 0-1,0 0 63,0 0 16,40 40-78,0 0-16,0 41 15,0-1-15,0-40 16,0 40 0,0-40-1,0 0 110,40-40-94,0 0-15,0 0 0,0 0 31,0 0-47,1 40 15,-41 1-15,0 39 16,0-40-16,0 40 15,0 40-15,0-80 16,0 41-16,0-41 16,-41-40-1,41 40-15,-40-40 16,0 0 0,-40 0-16,40 0 15,-40 0 1,39 0-16,1-40 15,0 40 1</inkml:trace>
  <inkml:trace contextRef="#ctx0" brushRef="#br0" timeOffset="17559.3">32262 16684 0,'-41'0'32,"1"0"-32,-40 80 15,40 0-15,-40 81 16,40-121-16,-41 80 15,41-80-15,0 0 16,40 0 0,0 0-16,0 0 47,-40 1 15</inkml:trace>
  <inkml:trace contextRef="#ctx0" brushRef="#br0" timeOffset="18023.29">31740 16964 0,'0'-40'16,"40"40"-1,40 40 1,-40-40-16,1 41 16,-1 39-16,0 0 15,40-40-15,-80 0 16,80 40-16,-80-40 15,40 1-15,1-41 16</inkml:trace>
  <inkml:trace contextRef="#ctx0" brushRef="#br0" timeOffset="19055.2">33144 16483 0,'0'-40'16,"-80"40"15,0 0-15,0 0-16,40 0 15,-81 0-15,81 0 16,-40 0-16,40 0 31,-1 0-31,1 80 156,40-40-156,0 41 16,0-41-16,0 40 16,0 80-16,0-120 15,40-40 1,-40 81-16,41-162 94,-1 41-79,0 0-15,0 40 16,-40-40-16,40 0 15,0 40 1,0 0 0,1 0 15,39 40-15,-40 40-1,-40-40 1,0 41-1,0-41 1,0 0 0,0 0-16,0 0 15,-40-40 17,0 40-32,-41-40 15,1 40-15</inkml:trace>
  <inkml:trace contextRef="#ctx0" brushRef="#br0" timeOffset="36736.54">18980 11430 0,'0'-40'47,"40"0"-32,80 0 1,-80 40-1,1-41 1,-1 41-16,0 0 375</inkml:trace>
  <inkml:trace contextRef="#ctx0" brushRef="#br0" timeOffset="39288.58">21708 9625 0,'40'0'94,"1"0"-78,-1 0-1,0 0 17,0 0 14,0 0-30,0 0 47,0 0-48,1 0 1</inkml:trace>
  <inkml:trace contextRef="#ctx0" brushRef="#br0" timeOffset="87239.07">19983 3449 0,'-80'0'62,"40"0"-46,-41 0 0,-39-120-16,40 120 15,-1-40 1,41 40-1,-40-41-15,40 41 16,0-40-16,0 40 16,0 0 46,-1 0-46,1 0-1,-80 0 1,80 0 0,0 0-16,0 0 15,-41 40 1,41-40 0,0 41-1,0-41 1,0 40-16,0 0 15,0 0-15,-1 0 16,1 40 0,0-40-16,40 0 15,-40 0-15,40 1 16,-40-1 0,40 0-1,0 40 1,0-40 15,0 40-31,0-40 16,0 1-1,0-1-15,0 0 16,0 40-16,0-40 16,40 0 15,0-40-16,-40 40-15,40 0 32,-40 0-32,81 1 15,-81-1 1,40-40-16,-40 40 16,80-40-1,-40 40 1,0-40 15,0 40-15,81-40-1,-81 0 1,40 0 0,-40 0-1,40 0 1,-39 0-1,-1 0 1,0-40 0,0 40-1,40 0 63,-40-40-62,0 40 62,-40-40-78,41 0 16,-1 40-16,-40-41 47</inkml:trace>
  <inkml:trace contextRef="#ctx0" brushRef="#br0" timeOffset="92831.61">19381 4251 0,'40'0'46,"40"80"-30,1-40-16,-41 41 16,40-81-16,-80 40 15,40 0 17,0-40-1,-40 40 109,0 40-108,-80-40-32,80 0 15,-40 0-15,-40 1 16,80-1 0</inkml:trace>
  <inkml:trace contextRef="#ctx0" brushRef="#br0" timeOffset="94913.49">19221 2767 0,'-41'0'47,"41"40"-47,-40 40 15,-40-39-15,80-1 16,0 40-16,-80 0 16,80 40-16,-40-120 15,0 121 1,-41 79-16,41-120 0,-80 1 15,120 39 1,-40-80-16,0 80 16,-1-79-16,1 39 15,0 0 1,40-40-16,-40 0 16,40 0-1,-40-40 1</inkml:trace>
  <inkml:trace contextRef="#ctx0" brushRef="#br0" timeOffset="95504.66">18378 3048 0,'0'-40'15,"80"80"17,0 40-17,-39 40 1,39-39-16,-40 39 15,80 40-15,-120-79 16,81-1-16,-1 80 16,-80-120-1,0 41-15,40-41 16,-40 0-16,40 0 31,0 0-15</inkml:trace>
  <inkml:trace contextRef="#ctx0" brushRef="#br0" timeOffset="102383.42">21829 10307 0,'-40'0'109,"-1"0"-93,-39 0 15,40 0-15,-40 0-1,40 0 1,-41 0 46,41 0 32,0 0-63,0 80-15,40-40 0,0 0-1,0 0 16,0 1-15,0-1 15,0 0-15,0 0 0,0 0-1,40 0 16,-40 0-15,40-40 15,0 40 1,1 0-17,-1-40 1,0 0-1,0 0 1,0 0 0,0 0 31,0 0-16,0 0-16,1-40 17,-41-40-1,40 40 0,0 40-31,-40-40 31,0 0 1,0 0-32,0 0 47,0-1-16,0 1 0,0 0 0,0 0 1,0 0 108,-40 0-109,0 40 32,40-40-1</inkml:trace>
  <inkml:trace contextRef="#ctx0" brushRef="#br0" timeOffset="109728.22">23313 11470 0,'0'-40'47,"-40"40"-31,0 0-1,-40 0 1,40 0 46,0 0-30,0 40-17,-1-40 1,41 40 15,0 0-15,0 0 46,0 0-46,0 1-16,0-1 62,0 0-46,41 0-16,-1 0 16,0-40-1,-40 40 1,40 0 31,0-40 0,0 0-32,0 0 1,0 0-16,1 0 31,-1-40-15,0 0 15,-40 0 16,0 0-32,0 0 1,0 0 15,0-1-31,0 1 16,0 0 15,0 0-31,0 0 16,-40 40-16,0-40 15,40 0 32,0 0-31,-41 40 15,1 0 0</inkml:trace>
  <inkml:trace contextRef="#ctx0" brushRef="#br0" timeOffset="111911.36">25360 12834 0,'0'40'32,"-40"-40"-1,0 0 0,-1 0-15,1 0-16,0 0 47,0 0-32,-40 0 1,40 0-1,0 0-15,40 80 16,-41-80 0,41 40 31,0 0-47,0 0 15,0 0 1,0 41-1,0-41 1,0 0 0,0 0-16,41-40 15,-1 40 1,-40 0 0,40 0-1,0 0 1,0-40-16,0 0 15,0 0-15,0 80 16,41-80 0,-41 0-1,0 0 1,0 0 0,0 0-16,0 0 31,1 0-31,-41-80 15,0 40 17,0-40-32,0 40 15,0-40 17,0 40-17,-41 40 1,41-41-16,-80 1 15,80 0 1,-40 40 0,40-40-16,-40 40 15,40-40-15,-40 0 16</inkml:trace>
  <inkml:trace contextRef="#ctx0" brushRef="#br0" timeOffset="114359.75">27647 14398 0,'0'-40'0,"-40"40"109,0 0-109,0 0 16,0 0-1,-1 0-15,1 0 16,0 0 31,0 0 0,0 0-47,40 40 46,0 0-46,0 0 32,0 0-32,0 0 15,0 0 1,0 0 0,40 0-1,-40 1 1,40-41-1,0 40 1,0-40-16,-40 80 16,41-80-16,-1 0 15,0 0 1,0 0 0,0 0 15,0 0-31,0 0 15,-40-40 48,0-40-16,0 39-32,0-39 17,0 40-1,0 0 0,0 0-15,0 0-1,-80 0 32,80 0-47,-40-1 32</inkml:trace>
  <inkml:trace contextRef="#ctx0" brushRef="#br0" timeOffset="116081.31">29453 15841 0,'-40'0'16,"0"-40"31,-1 40-16,1 0-16,40-40-15,-40 40 47,0 0-31,0 0 31,0 40-16,40 0-15,0 1-1,0-1 17,0 0-32,0 0 15,40 40 1,0-40-1,-40 0-15,0 0 16,40 1 0,0-41-16,0 40 15,1 0 48,-1-40-48,0 0-15,40 0 16,-40 0 0,40 0-16,-80-40 15,41 40 1,-41-40 0,0-41 15,0 41-16,0-40 17,-41 40-17,1 0-15,0 40 32,40-40-17,-40 40 1,0-40-16,0 40 15,0 0 79,40-41-94,-40 41 47</inkml:trace>
  <inkml:trace contextRef="#ctx0" brushRef="#br0" timeOffset="134358.81">23313 10227 0,'0'40'156,"0"40"-140,0-40 0,0 40 15,0-40 47,0 41-62,0-41 30,0 0-14</inkml:trace>
  <inkml:trace contextRef="#ctx0" brushRef="#br0" timeOffset="142007.23">25239 10307 0,'0'-40'31,"-40"0"-15,0 40 93,0-40-46,0 40-17,0 40-30,0-40 0,40 40 15,0 0-15,0 0-16,0 0 31,0 0-31,0 0 15,0 0 1,0 1 0,0-1-1,0 0 1,0 0 0,40-40 62,40 0-63,-40 0 1,0 0 0,-40-40-1,0 0-15,0-41 31,0 41-15,0 0 15,0 0 16,0 0-31,0 0 15,0 0-15,0 0 31,0 0-32,-40 40 63</inkml:trace>
  <inkml:trace contextRef="#ctx0" brushRef="#br0" timeOffset="145831.17">20384 5173 0,'0'-40'62,"40"40"-46,41 40-1,-1 41-15,0-41 16,40 40-16,-39 0 16,39-40-16,-80 0 15,0-40-15,0 0 16,1 41-1,-1-1-15,0-40 16,40 40 0,-80 0-16,40-40 15,0 0 1,0 0-16,-40 40 16,41-40-1,-41 40-15,40-40 16,0 0-1,40 40-15,-40-40 32,0 40 15,41 0-32,-41 0 79</inkml:trace>
  <inkml:trace contextRef="#ctx0" brushRef="#br0" timeOffset="147283.56">27206 10307 0,'0'80'125,"0"-40"-109,0 0-16,0 0 15,0 1-15,0 39 16,0-40 0,0 0-1,0 0-15,0 0 16,0 40-1,0-39 48</inkml:trace>
  <inkml:trace contextRef="#ctx0" brushRef="#br0" timeOffset="151400.14">29011 10387 0,'-40'-40'94,"0"40"-63,0 0-15,0 0-1,0 0-15,0 0 47,40 40-16,0 0-15,0 40 0,0-39-1,0-1 32,0 0-31,0 0-16,40-40 15,0 40 1,0-40 0,0 0-1,-40 40 1,40-80 62,0 0-62,-40 0-1,0 0 1,0 0 0,0-1-1,0 1 1,0 0 15,0-40-15,0 40 46,-40 40-31,0 0-15</inkml:trace>
  <inkml:trace contextRef="#ctx0" brushRef="#br0" timeOffset="170009.44">21708 11951 0,'-80'0'172,"40"-40"-141,-40 40 1,40 0 15,-41 0-1,41 0 17,0 40-63,0 40 31,40-39 0,0-1 16,0 0-15,0 0-1,80 0-31,-80 0 15,40 0 1,-40 0 15,40-40-15,1 0 31,39 0-32,-40 0 1,0 0 0,0 0-1,0 0 17</inkml:trace>
  <inkml:trace contextRef="#ctx0" brushRef="#br0" timeOffset="171519.17">21588 12031 0,'0'41'78,"0"-1"-63,-80 0 1,80 40-16,-40-80 16,40 40 15,40-120 78,40 40-109,-40-40 16,0 80-16,0-41 15,-40 1-15,0 0 63,0 0-1,-80 40 1,40 0-63,-40 0 16,40 40-1,-1 0-15,1 0 31,40 1 63,0-1 156</inkml:trace>
  <inkml:trace contextRef="#ctx0" brushRef="#br0" timeOffset="172302.65">21949 11711 0,'0'40'78,"0"40"-63,0 0 1,0-40-16,0 0 16,0 0-16,0 41 15,80-41-15,-80 0 16,0 0-16,0 40 16,0-40-1,0 41 1,0-41-1,0 40 1</inkml:trace>
  <inkml:trace contextRef="#ctx0" brushRef="#br0" timeOffset="172935.7">21789 11911 0,'-41'0'0,"1"0"15,0 0 1,0 0 0,0 0-1,0 0-15,0 40 16,40 40 0,0-39-1,0 39 1,0-40-1,-40-40-15,-1 40 16,41 0 0,-40 0 62</inkml:trace>
  <inkml:trace contextRef="#ctx0" brushRef="#br0" timeOffset="173254.93">21628 12152 0,'0'-40'16,"-40"40"-1,0 0 1,0 80-16,0-80 15,-1 80-15,1-40 16</inkml:trace>
  <inkml:trace contextRef="#ctx0" brushRef="#br0" timeOffset="208705.95">21949 2567 0,'40'0'110,"0"0"-110,1 0 47,39 0 15,-40 0-31,0 0 16,0 0-31,0 0 15,0 0-15,1 0 46,-1 0-31,0 0-15,0 0 0,0 40 218,-40 0-218,0 0-16,0 0 15,0 0 1,0 0-16,-40 0 16,40 0-1,0 1 1,-40-1-1,40 0 17,0 0-17,0 0 32,-40 0-47,40 0 31,0 0 1,0 0-17,-40 1 1,40-1 46,-41-40 110</inkml:trace>
  <inkml:trace contextRef="#ctx0" brushRef="#br0" timeOffset="-210513.83">18980 11390 0,'0'40'62,"40"-40"-46,0 0 0,0 0-16,40 0 15,-39 0-15,-1 0 16,0 0-1,80-40-15,-80 40 32,0-40-32,1-41 47,-41 41-1,0 0-30,0 0 0,0 0 15,0-40-15,-41 40-1,41 0 1,0-41-1,-40 81 1,0-80 0,40 40 15,-40 40-31,40-40 16,-80 0-1,40 0 1,-41 40 46,41 0-46,-40 0 0,-40-40-16,80 40 15,-1 0 1,1 0-16,0 0 15,0 0 17,-40 0-1,80 40-15,0 0-16,0 0 15,0 40 1,0 0-16,0 1 15,0-41 1,0 0-16,0 0 16,0 0-1,80 40 1,0-80 0,1 0-1,-1 80 1,-40-80-16,0 0 15,0 0 1,0 0 15</inkml:trace>
  <inkml:trace contextRef="#ctx0" brushRef="#br0" timeOffset="-168962.28">24959 11430 0,'0'40'109,"0"40"-93,0-40-1,0 0-15,0 41 16,0-41-16,0 40 15,0-40-15,0 40 16,0-40 0,0 41 15,0-41 0</inkml:trace>
  <inkml:trace contextRef="#ctx0" brushRef="#br0" timeOffset="-165465.99">27166 11550 0,'0'40'94,"0"0"-94,0 81 16,0-81-16,0 0 15,0 40-15,0 0 16,40-40 0,-40 41-1</inkml:trace>
  <inkml:trace contextRef="#ctx0" brushRef="#br0" timeOffset="-163432.81">29011 11671 0,'0'-41'31,"-40"41"-31,0 0 31,0 0 0,0 0-15,0 81 0,0-81-16,40 40 15,0 0-15,0 40 16,0-40-1,0 0 1,0 40 15,0-39 1,40-41-17,40 0 1,-40 0-16,0 0 15,0 0-15,1 0 16,-1 0 0,0 0-16,0 0 31,0 0-15,0 0-16,-40-81 31,0 41-16,-40 0-15,0 40 16,40-40-16,-40 40 16,40-40-1,-40 40-15,40-40 16,-40 40 0,-1 0 15,1 0 0,0 0-15</inkml:trace>
  <inkml:trace contextRef="#ctx0" brushRef="#br0" timeOffset="-159889.58">21989 13195 0,'-40'0'15,"0"0"1,0 0 0,0 0 30,0 0-30,-41 40 0,81 0-1,0 0 1,0 0-16,0 40 16,0-40-1,0 0 1,0 0-1,0 1 17,40-41-32,1 0 15,-41 40-15,40-40 16,40 0 0,-40 0 30,-40-40-30,0-1 0,0 1-1,0 0 1,0 0 15,0 0-15,0 0-1,0 0 17,0 0-17,0 0 17,-40 40-32,0-40 31</inkml:trace>
  <inkml:trace contextRef="#ctx0" brushRef="#br0" timeOffset="-156833.72">23313 12954 0,'0'-40'32,"41"40"-17,-1 40 1,-40 80 0,0 1-16,0-81 15,0 80-15,0 0 16,0-80-16,0 41 15,0-41-15,0 0 79</inkml:trace>
  <inkml:trace contextRef="#ctx0" brushRef="#br0" timeOffset="-153737.42">26965 12914 0,'0'-40'31,"0"80"16,0 40-47,0 0 16,40 0-16,-40 1 16,0-41-16,40 40 15,-40-40-15,0 0 16,0 0-1</inkml:trace>
  <inkml:trace contextRef="#ctx0" brushRef="#br0" timeOffset="-152162.22">28851 13154 0,'40'0'32,"-40"41"-17,40 39-15,-40 0 16,0 0-16,40 0 15,-40-40-15,0 41 16,40-41-16,-40 40 16,0-40-16,0 0 47</inkml:trace>
  <inkml:trace contextRef="#ctx0" brushRef="#br0" timeOffset="-149659.75">21668 14558 0,'0'40'78,"0"81"-62,0-41-16,0 0 16,0-40-16,0 40 15,0-40-15,0 41 16,0-41-1,0 40-15,0-40 32,0-80 108</inkml:trace>
  <inkml:trace contextRef="#ctx0" brushRef="#br0" timeOffset="-148201.66">23514 14277 0,'0'40'31,"0"1"-15,0 39-16,0 0 16,0 0-16,0-40 15,0 81-15,0-81 16,0 0 0,40 0-16,-40 0 31,0 0-16,0 0 1,0-80 78,0 0-79</inkml:trace>
  <inkml:trace contextRef="#ctx0" brushRef="#br0" timeOffset="-146583.37">25440 14358 0,'0'80'63,"0"-40"-63,0 80 15,40-80-15,-40 41 16,0-1-16,0-40 16,0 0-16,0 0 31,0 0 0</inkml:trace>
  <inkml:trace contextRef="#ctx0" brushRef="#br0" timeOffset="-146549.95">25480 14959 0</inkml:trace>
  <inkml:trace contextRef="#ctx0" brushRef="#br0" timeOffset="-144001.92">29092 14358 0,'-40'0'62,"40"40"-46,0 40-1,0-40-15,0 0 16,0 0-16,0 0 16,0 0-1,0 1 1,0-1 46,0 0-30,0 0-32,0 0 47,0 0-32</inkml:trace>
  <inkml:trace contextRef="#ctx0" brushRef="#br0" timeOffset="-140369.52">21708 15801 0,'-40'0'31,"0"0"-31,0 0 16,0 0 0,0 40 15,40 1-16,0 39 17,0-40-32,0 0 15,0 0 1,0 0-16,40 0 16,-40 0-1,40-40 1,0 0-16,-40 41 15,40-41-15,-40 40 16,40-40-16,0 0 16,41 0-16,-41 0 15,40 0-15,-40 0 16,41 0 15,-81-40-15,0-1-1,0 1-15,0 0 16,0-40-16,0 0 16,-41 0-1,1 39 1,40 1 15,-40 40 0,0 0-31,0-40 16,0 40-16,-41 0 16,41 0-16,40-40 15,-80 40 1</inkml:trace>
  <inkml:trace contextRef="#ctx0" brushRef="#br0" timeOffset="-138472.45">23394 15761 0,'0'40'94,"0"0"-78,0 1-16,0-1 15,0 0-15,0 0 31,0 0-31,0 0 16,0 0 0,40 0-1,0-40 17,-40 40-17,40-40 1,40 0 15,-40 0-15,1-80-16,-41 40 15,0 0 1,80-40-16,-120 40 62,40 0-46,-40-1-16,-1 1 16,1 40 15,0 0-31,0-80 16,0 80-1,0 0 1</inkml:trace>
  <inkml:trace contextRef="#ctx0" brushRef="#br0" timeOffset="-136364.72">25681 15841 0,'0'41'47,"0"39"-31,0-40-1,0 40 1,0-40-16,0 40 16,40-39-1,-40 39-15,0 0 16,40 40-16,-40-80 31,0-80 94</inkml:trace>
  <inkml:trace contextRef="#ctx0" brushRef="#br0" timeOffset="-134601.89">27286 15801 0,'40'40'62,"0"41"-62,40-1 16,-39 0-1,-41 0-15,0-40 16,40 41-16,40-1 16,-80 0 46,0-40-46</inkml:trace>
  <inkml:trace contextRef="#ctx0" brushRef="#br0" timeOffset="-118018.22">18217 9104 0,'0'-80'62,"41"-1"-46,79 81-16,40-40 16,1 40-16,80-80 15,40 40 1,-121 40-16,-40-40 16,81 0-16,-121 40 15,81-80-15,-1 80 16,81 0-16,-40-41 15,39 41-15,41-40 16,-80 40-16,40 0 16,-121 0-16,-80-80 15,81 40-15,-41 40 16,0 0-16,41 0 16,-1 0-16,40 0 15,81-40-15,-80-40 16,79 40-16,-79 40 15,-1 0-15,1 0 16,-41 0-16,121 0 16,-80 0-16,-1 0 15,201 0-15,-40 0 16,-40 0-16,80 0 16,-80 0-16,40 0 15,-40 0-15,-80 0 16,-81 0-16,41 0 15,39 80 1,121 0-16,-120-40 16,-1 0-16,121 0 15,0-40-15,0 0 16,-120 81-16,-40-81 16,-1 40-16,1-40 15,-81 40-15,40-40 16,1 40-16,-1 0 15,-40 0-15,41 0 16,-1-40-16,0 80 16,-79-80-16,-1 40 15,0 1-15,0-1 16,0 0-16,40 40 16,41 0-16,-41 81 15,40-41-15,-80-40 16,41 0-16,39 121 15,-80-161-15,40 80 16,-39-39-16,-1-1 16,80 40-1,-80-40-15,0 0 16,41 41-16,-41-81 16,40 201-1,-40-121-15,40 40 0,1 1 16,-41-1-1,40 1-15,0-1 16,-80-40-16,40 1 16,0-1-16,-40 40 15,41 41-15,-41-81 16,40 81-16,-40 79 16,40-119-16,-40 39 15,0 1-15,0-41 16,0 1-16,0-41 15,0-40-15,0 81 16,0-81-16,0 80 16,0-39-16,0-41 15,0 40-15,-80 81 16,-1-41-16,41 41 16,-80-1-16,-1-39 15,81-81-15,40 40 16,-40 0-16,-80 41 15,80-41-15,-41 0 16,41-39-16,0 39 16,-80-40-16,-1 81 15,41-81-15,0 0 16,0 0 0,-41-40-16,1 0 15,0 41-15,-1-1 16,-120-40-16,1 40 15,39-80-15,-40 40 16,-40-40-16,81 40 16,-1 41-16,0-41 15,1-40-15,39 40 16,-39-40-16,79 40 16,-79-40-16,39 80 15,-39-80-15,-121 0 16,80 0-16,-40 0 15,40 0-15,-40 0 16,-40-80-16,-40-40 16,80 80-16,0-41 15,-40-39-15,40 40 16,1 0-16,-1-41 16,120 41-16,1 0 15,-41-81-15,-40 41 16,1-40-1,39-1-15,-120 1 16,80-1-16,0 81 16,41-80-16,-1 39 15,121 81-15,-81-40 16,121 40-16,-120-40 16,79 0-16,1-1 15,-40 1-15,-1 40 16,41-40-16,0 0 15,0 40-15,40-41 16,-1 41-16,-39 0 16,40-40-16,-80 0 15,80 0-15,-1 39 16,-79-79-16,80 40 16,-80-40-16,79 79 15,1-79-15,-40 40 16,40 0-16,-40-41 15,-1 1-15,-39-40 16,80 39-16,0 1 16,-121-80-16,161 159 15,-120-199 1,40 39-16,-1 1 0,41 39 16,0-39-1,-80 39-15,80 41 0,0-40 16,-41-1-1,81 41-15,-40 0 16,40-121-16,-40 121 16,40 80-16,-80-201 15,80 161-15,0-81 16,0 1-16,-40 40 16,40-41-16,0 41 15,-41 40-15,1-41 16,40 81-16,0-40 15,0 40-15,0-40 16,0 40 0,0-41-1,40 41-15,1 0 16,-1 40-16,40-40 16,-40 0-16,40 40 15,-39-40-15,-1 40 16,0 0-1,0 0-15,40 0 16,-40 0-16,81 0 16,-41 0-16,0 0 15,41 0-15,-81 0 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0T04:53:46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12477 13146 0,'0'25'63,"-25"50"-63,25-26 15,0 1-15,0-25 16,-50 74-16,26-74 16,24 24-16,0 26 15,-25-50-15,25 49 16,-25 0-16,0-49 15,25 25 1,-25-25-16</inkml:trace>
  <inkml:trace contextRef="#ctx0" brushRef="#br0" timeOffset="666.2">12526 13221 0,'25'0'63,"0"50"-47,-25-1-16,25 1 15,-25-1-15,74 75 16,-74-99-16,25 50 15,-25-26-15,0 1 16,0-1-16,0-24 16,0 0-1,0 0-15</inkml:trace>
  <inkml:trace contextRef="#ctx0" brushRef="#br0" timeOffset="1266.08">12502 13593 0,'0'-25'63,"24"25"31,1 0-79,50 0-15,-26 0 16,-24 0-1,0 0 1</inkml:trace>
  <inkml:trace contextRef="#ctx0" brushRef="#br0" timeOffset="1769.14">12973 13519 0,'25'-25'31,"-1"25"-16,26 0 1,0 0-16,-1 0 16,26 0-16,-50 0 15,-1 0 1,1 0-16</inkml:trace>
  <inkml:trace contextRef="#ctx0" brushRef="#br0" timeOffset="2433.3">12998 13767 0,'24'0'15,"26"0"1,-25-25 0,0 25-16,-1 0 15,1 0 1,25 0 62,-25 0-62</inkml:trace>
  <inkml:trace contextRef="#ctx0" brushRef="#br0" timeOffset="3557.12">13742 12998 0,'-25'0'16,"25"-25"15,-50 25-31,26 0 16,-26 0 15,25 0 47,25 49-31,0-24-31,0 25-16,0-1 15,25 1-15,0 0 16,-25-1-16,0 1 15,0-25-15,0 0 16,0 24-16,0-24 16,0 25-16,0-26 15,0 1-15,0 25 16,0-1 0,0-24-16,0 0 15,0 0 1,0 0-1,49-25 110,1 0-93,-25 0-17,0 0 17,-1 0 46</inkml:trace>
  <inkml:trace contextRef="#ctx0" brushRef="#br0" timeOffset="4689.81">14139 13022 0,'0'-24'16,"49"24"30,-24 0-30,25 0 15,-26 0-15,26 0 62,-25 24-31,-25 1-31,0 0-16,0 0 15,0 24-15,0 1 16,0 0-1,25-1-15,-25-24 16,0 25-16,0-1 16,0 1-16,0 0 15,49 24-15,-49-24 16,0-1 0,0 1-16,0-25 15,0 24 1,0-24-16,0 0 15,0 0-15,0 24 32,-49-49 61,24 0-77,-25 0 0,25 0-1</inkml:trace>
  <inkml:trace contextRef="#ctx0" brushRef="#br0" timeOffset="5857.41">14362 14387 0,'0'-25'16,"25"25"-1,0 25 1,-25 0 0,0 24-1,0-24 1,0 0-1,0 0 1,0-1 78,-25-24-79,25-24 1,0-51 0,0 50-16,0-24 0,0 24 15,25-25-15,-25 25 16,24 1 0,1-1-16,0 0 46,0 25 1,24 0-31,-24 0 15,25 50 0,-50-26-15,0 1-16,0 0 31,0 0-31,0 0 16,0 24 0,0-24-16,0 25 15,0-25 1</inkml:trace>
  <inkml:trace contextRef="#ctx0" brushRef="#br0" timeOffset="6977.11">15007 14188 0,'25'0'32,"-25"25"-17,0 0 1,-25 0-16,25-1 16,-25-24-16,25 25 15,0 25-15,-25-25 16,0 0 15,25-1 16,0 1 0,-24 0 47,-1 25-48,0-26-14,25 1 15</inkml:trace>
  <inkml:trace contextRef="#ctx0" brushRef="#br0" timeOffset="7729.51">14858 14312 0,'0'-25'31,"25"25"16,24 0-31,-49 25-16,25-25 15,0 25-15,-25 0 16,0 0-16,25-25 16,-25 25-16,25-1 31,-1 1-15,1 0-1,-25 0 16,0 0-31,25-25 16,-25 24 0,25 1-1,-25 0 63,0 0-15</inkml:trace>
  <inkml:trace contextRef="#ctx0" brushRef="#br0" timeOffset="9320.34">15304 14263 0,'0'0'0,"50"24"31,-50 1-15,0 0-16,0 0 15,0 0-15,0 0 16,0-1-16,0 26 15,0-25 1,0 0-16,0-1 16,0 1-16,0 25 15,0-25 1,-25-25 78,0 0-79,25-50-15,0 0 16,25 26 0,-25-1-16,25-25 15,0 1-15,0 24 16,0 0-1,-25-25 1,24 50 0,1-25-1,0 1-15,-25-1 16,25 25 15,-25-25-31,25 25 16,-25-25 31,49 25 31,-24 0-47,0 25 0,-25 0-15,0 0-16,0-1 16,0 1-1,0 0-15,0 0 31,0 0 1,0 0-1,0-1-15,0 1-1,0 0 32,0 0-31,0 0 15,0-1 78,0 26-93,0-25 15,0 0 157,-25-25-173</inkml:trace>
  <inkml:trace contextRef="#ctx0" brushRef="#br0" timeOffset="10450.12">14287 14833 0,'0'-25'15,"25"1"17,0 24-17,0 0 1,25 0-1,-26 0-15,26 0 16,0 0-16,-1 0 16,-24 0-1,0 0 1,0 0 0,-1 0 15</inkml:trace>
  <inkml:trace contextRef="#ctx0" brushRef="#br0" timeOffset="11784.53">15354 14908 0,'25'0'32,"0"0"30,0 0-31,24 0-15,-24 0 0,25 0-1,-26 0 48,1 0 171,0 0-218,0 0 124</inkml:trace>
  <inkml:trace contextRef="#ctx0" brushRef="#br0" timeOffset="28137.46">12378 16024 0,'0'-25'31,"24"25"0,-24 25-31,25 49 16,-25-49-16,0 25 15,0-1-15,0 1 16,0-25 0,0-1-1,0 1-15,0-74 110,0 24-110,0-74 15,25 74-15,0-25 16,0 25-16,24-24 16,-24 24-1,0 0 1,0 0-16,-1 1 31,1 24-31,0 0 47,0 0-16,0 0-31,-1 0 16,1 0 15,-25 24-15,0 1-1,25 25-15,-25-1 16,0-24 0,0 0-16,0 0 15,0 0-15,0 24 16,0-24 31,0 0 15</inkml:trace>
  <inkml:trace contextRef="#ctx0" brushRef="#br0" timeOffset="28545.06">13097 16098 0,'0'-25'31,"49"25"32,-24 0-47,25 0-16,-25 0 15,0 0 32,24 0-31</inkml:trace>
  <inkml:trace contextRef="#ctx0" brushRef="#br0" timeOffset="29113.1">13072 16272 0,'25'0'63,"24"0"-63,1 0 16,25 0-16,-51 0 15,1 0-15,0 0 16,0 0-16,0 0 15,-1 0-15,1 0 94</inkml:trace>
  <inkml:trace contextRef="#ctx0" brushRef="#br0" timeOffset="29932.02">13717 16148 0,'0'0'15,"25"0"-15,0 0 0,-1 49 16,-24-24 0,0 0-1,0 0-15,0 0 16,0-1 0,25-48 93,-25-51-109,25 50 16,25-49-16,-26 49 15,1 25-15,25-49 16,-25 24-16,-1 25 15,1 0 48,25 0-32,-25 0-15,-25 25-1,0-1 1,0 26-16,0-25 16,0 24-1,0 1 1,0-25 31</inkml:trace>
  <inkml:trace contextRef="#ctx0" brushRef="#br0" timeOffset="30617.1">14461 16049 0,'-25'0'47,"-24"0"-31,24 0 15,25 49-15,0-24-1,0 25-15,25-50 16,-25 24-16,25 26 16,-25-25-16,24-25 15,1 0 1,0 0-1,0 0 17,0 0-17,-1 0-15,-24-25 16,0-25-16,0 26 16,0-26-1,0 25 1,-24 0 31,-1 25 0</inkml:trace>
  <inkml:trace contextRef="#ctx0" brushRef="#br0" timeOffset="31145.1">14808 16173 0</inkml:trace>
  <inkml:trace contextRef="#ctx0" brushRef="#br0" timeOffset="32001.52">15255 15949 0,'0'0'0,"-25"0"16,-99 50-1,74-25 1,50 0-16,-24-1 16,24 1-16,0 0 15,-25 0-15,25 0 16,0-1 0,0 1-16,0 0 15,0 0 1,25 0-1,-1-25 1,1 0-16,25 0 16,-25 0-16,24 0 15,1-25 1,-25-50 0,-1 51-16,-24-26 15,0 0 1,0 1-16,0 24 15,0 0 1,0 0 0,0 1 15</inkml:trace>
  <inkml:trace contextRef="#ctx0" brushRef="#br0" timeOffset="32424.54">15453 15900 0,'0'49'31,"0"26"-31,0-50 16,0 24-16,0-24 16,0 0-16,0 0 15,0-1-15,0 1 16,0-50 78</inkml:trace>
  <inkml:trace contextRef="#ctx0" brushRef="#br0" timeOffset="32784.97">15478 15825 0,'0'-24'0,"25"-1"31,0 25 0,0 0-31,24 0 16,1 0-1,-25 25 1,-1-1 0,-24 26-1,0-25 1,0 24 15</inkml:trace>
  <inkml:trace contextRef="#ctx0" brushRef="#br0" timeOffset="33153.08">15453 16049 0,'25'0'47,"50"24"-31</inkml:trace>
  <inkml:trace contextRef="#ctx0" brushRef="#br0" timeOffset="34176.35">13841 16669 0,'0'-25'15,"25"25"1,0 0-16,24 0 16,1 50-16,-1-26 15,1 51-15,-25-26 16,0-24-16,-1 25 15,-24-25-15,25-25 16,-25 24 15,25-24 32,-25-24-63,25-51 15,0 1-15,-1 24 16,26-24-16,-50 49 16</inkml:trace>
  <inkml:trace contextRef="#ctx0" brushRef="#br0" timeOffset="35962.08">14387 16743 0,'25'0'0,"24"0"16,1 0-1,-25 0 1,-1 0-16,1 0 16,-25-49-1,25 49 1,-25-25 31,-25 25-16,0 0-15,1 0-16,-1 0 31,0 0-31,0 0 16,25 25-1,0-1-15,0 1 16,0 0-16,0 0 31,0 0-15,25-25-1,-25 24 1,50-24 0,-26 0-1,1 0-15,0 0 16,0 0-1,0 0-15,-1 0 16,26-24 0,-50-1-16,25 0 15,0 25 17,-1 0-17,1 0 1,0 0 15,-25 25-15,25 24-1,-50-24 17,0-50 30,25 1-46,0-26-16,0 25 15,0-49-15,0 24 16,0 1-16,25 49 16,0 0-16,24 0 15,-24 0 1,0 0-1,0 0 79,0 0-78,-1 0-1,1 0 64,0 0-64,-25 24 1,0 26-16,0 0 15,0-1-15,0-24 16,0 25-16,0-26 16,0 26-16,-25-25 15,25 0-15,0-50 110,25 0-95,-25 0 1,0 0 0,0 1 15,-25 24-16,25-25 17,-25 0-17,25 0 95,25 25-95,25 0 1,-25 0 15</inkml:trace>
  <inkml:trace contextRef="#ctx0" brushRef="#br0" timeOffset="38018.11">15280 16793 0,'24'0'16,"26"0"-1,-25 0-15,25 0 16,-26 0-1,1 0 1,-25-25 31,0 0 31,-25 25-62,1 0-1,-1 25 17,0 0-32,0 0 15,-25 24 1,50-24 31,0 0-32,0 0 1,0-1 0,0 1-16,75-25 15,-25 0 1,-26 0-1,1 0 1,25 0 0,-25 0-1,-1-25 1,1 25 0,-25-49-16,25-26 15,0 51 16,0-1-15,-1 25 15,-24-25-15,25 25 0,0 0-1,0 0 16,0 0-15,-25 25 0,0 0-16,0-1 15,0 26 17,0-25-17,0 0 1,-25-25-1,25-25 64,0 0-79,49 0 15,-24 25 1,0-25-1,0 1-15,0-1 32,-1 25-17,-24-25 1,25 25-16,-25-25 16,50 25-16,-25-25 15,-25 1 16,24 24-15,-24-25 0,0 0 15,0 0-15,0 0 77,-49 25-77,-1 25-16,25 0 16,25 25-16,0-26 15,0 26 1,-24-25-1,24 24 17,0-24-17,49-25 1,-24 0 15,0 0-31,0 0 16,-1 0-16,1 0 15,0 0 17,0 0-17,0 0 17</inkml:trace>
  <inkml:trace contextRef="#ctx0" brushRef="#br0" timeOffset="48428.07">16545 12502 0,'0'24'78,"0"1"-78,0 25 16,0 24-16,0-24 16,0-1-16,0 1 15,0 0-15,0 24 16,0-49-16,0 49 16,0-24-16,0-25 15,0-1-15,0 51 16,0-50-1,0 24-15,0-24 32,0 0-17,25-25 95,-25-25-110</inkml:trace>
  <inkml:trace contextRef="#ctx0" brushRef="#br0" timeOffset="49482.14">16446 12551 0,'24'0'109,"1"0"-93,0 0 0,25 0 15,-26 0-16,26 0 32,-50 25-31,25 0 31,-25 0-47,25-25 15,-25 49-15,24 1 16,1-50 0,-25 49-16,0-24 15,25 50 1,-25-26 0,25 1-16,0-1 15,-1-24-15,-24 25 16,0-25-16,0 49 15,25 1-15,25-1 16,-50-24 0,25-26-1,-25 1-15</inkml:trace>
  <inkml:trace contextRef="#ctx0" brushRef="#br0" timeOffset="50169.85">16619 13047 0,'-25'0'31,"25"-25"16,0 1 16,25 24-48,25 0 1,-25 0-16,24 0 15,1 0-15,-1 0 16,-24 0-16,25 0 16,-25 0-16,49 0 15,-49 0 1</inkml:trace>
  <inkml:trace contextRef="#ctx0" brushRef="#br0" timeOffset="50865.98">17562 12898 0,'-25'0'15,"25"-24"-15,-50 24 16,25 0-16,25-25 15,25 25 110,50 0-109,-26 0-16,1 25 16,0-25-1,-26 0-15,26 0 16,-25 0 0,24 49 62</inkml:trace>
  <inkml:trace contextRef="#ctx0" brushRef="#br0" timeOffset="51442.09">17611 13072 0,'25'-25'16,"0"25"15,0 0-15,0 0-16,24 0 15,-24 0-15,49 0 16,-49 0-1,25 0-15,-25 0 0,-1 0 16,26 0 0</inkml:trace>
  <inkml:trace contextRef="#ctx0" brushRef="#br0" timeOffset="54577.77">31552 16297 0,'-25'0'0,"-25"0"32,25 0-32,1 0 31,-1 0-15,0 0-1,0 0 48,0 24 124,25 1-171,0 25-1,0 0-15,0-1 0,0-24 16,0 0-16,0 0 16,0-1 109,25-24-110,0 0 1,-25-24-16,25 24 16,0 0-16,-1 0 31,1 0-16,0 0 17,0 0-17,0 0 1,-1 0-16,1 0 16,-25 24 15,0 26-16,0-25 17,0 24 15,0-24-16,-25-25-31,1 0 15,-26 0-15,25 25 16,0-25-16,1 0 16,-1 0 46</inkml:trace>
  <inkml:trace contextRef="#ctx0" brushRef="#br0" timeOffset="55393.85">32172 16371 0,'0'-25'16,"-25"25"0,-50 0-1,75 50-15,-49-25 16,-1 49-16,25-49 16,1 0-1,-1 0-15,25-1 16,-25 26-1,25-25 17,-25 0-17,25-1 17</inkml:trace>
  <inkml:trace contextRef="#ctx0" brushRef="#br0" timeOffset="56121.74">31874 16396 0,'0'50'110,"50"-50"-110,-50 24 15,0 1-15,49 0 16,-24 0-16,0 24 16,0-24-1,-1 0 1,1 0 15,0 0 47,-25-1-62,25 1 156</inkml:trace>
  <inkml:trace contextRef="#ctx0" brushRef="#br0" timeOffset="58074.1">32717 16321 0,'-24'0'15,"-1"0"48,0 0-63,0 0 15,-24 0 1,24 0-16,0 0 16,0 0-16,0 0 15,1 0 16,-1 0-15,0 0 172,25 50-173,25-25 1,-25 0-1,0 0-15,0-1 16,25-24 172,-1 0-173,1-24 1,0 24-1,0 0 17,0 0 15,-1 0-47,1 0 31,25 0 16,-25 24-16,-25 1 0,24 0 0,-24 0 1,25-25-17,-25 25 17,0-1-17,0 1 1,0 0-1,0 0-15,0 0 47,-25-25-31,1 0 15,-1 49-31,0-49 31,0 0-31,0 0 16,-24 0 0,24 0 31,0 0-1,0 0-14,1 0-17</inkml:trace>
  <inkml:trace contextRef="#ctx0" brushRef="#br0" timeOffset="79689.07">19199 10567 0,'-25'0'31,"0"0"47,25-25-78,-25 25 16,1 0-1,-1 0 16,0 0 1,0 0-17,0 0 1,1 0 0,-1 0-1,0 0 1,0 0 15,0 0-15,25 25-1,-24-25 1,-1 49 0,0-24 15,25 25-16,-25-25 1,25-1 0,-25 1-16,25 25 15,0-25 1,0-1 0,0 1-16,0 0 31,0 25 0,0-1-15,50-24-1,-50 0-15,25 0 16,0-25 0,24 49-1,1-24 16,-25-25-31,-1 0 16,1 0-16,0 0 31,25 0-31,-26 0 16,1 0 0,0 0-16,0 0 15,24 0 1,-24 0 15,25 0-15,-25 0-1,-1 0 1,1-25-16,0 0 31,-25 1-31,25-1 16,0 0-1,-25 0 1,0 0 0,0 1 15,0-1-15,0 0-16,0 0 31,0 0-31,0 1 15,-25-26 17,0 25-32,0 0 15,25 1 17,-25-1-17,1 25 1,-1-25-1,0 25 17,0 0-17,0-25 1,1 25 31,-1 0-32,0 0 64,25-25 14</inkml:trace>
  <inkml:trace contextRef="#ctx0" brushRef="#br0" timeOffset="82010.07">21853 8954 0,'0'0'0,"0"-24"15,-50 24 1,26 0 0,-26 0 15,25 0-31,0 0 31,0 0 0,1 0 16,-1 0-31,0 0 0,0 24-16,25 1 15,-25-25 16,1 25-31,-1 0 16,25 0 15,-25-25-31,25 25 16,0-1 0,-25 1-1,25 0 1,0 0-1,0 24 1,0-24 0,0 25-1,0-25 17,0-1-17,0 1 1,0 0-16,25 0 15,0-25 1,-25 25-16,49-1 16,-49 1-1,25-25 1,-25 25 0,25 0-1,0-25 16,0 0-15,-1 0 15,1 0-15,0 0 0,0 0-1,25 0-15,-26 0 16,1 0-1,0 0 17,0 0-32,0 0 15,-1-25 17,1 25-1,-25-25 0,25 25-15,0-25 31,0 25-32,-25-24 1,0-1-1,0 0 1,0 0 0,24 0-1,-24 1 32,0-1-31,0 0-1,0 0 1,0 0 0,0 1-1,0-1 1,-24 0 15,-1 0-31,25 0 31,-25 1 1,25-26-17,-25 50 1,0-25-16,25 0 16,-24 25-16,24-25 15,-25 25 1,25-24-16,-25 24 15,0-25 17,25 0-17,-25 25 79,1 25 0</inkml:trace>
  <inkml:trace contextRef="#ctx0" brushRef="#br0" timeOffset="103048.02">6573 16718 0,'0'25'63,"0"0"-48,0 0-15,0 24 16,0 1-16,-25 0 16,25-26-16,0 26 15,0 0-15,0-1 16,0-24-1</inkml:trace>
  <inkml:trace contextRef="#ctx0" brushRef="#br0" timeOffset="103673.55">7020 17165 0,'49'0'32,"-49"25"-17,0-1 1,0 26-1,0-25 1,0 24-16,-24 1 16,-1-25-16,25 0 15</inkml:trace>
  <inkml:trace contextRef="#ctx0" brushRef="#br0" timeOffset="105137.4">7665 16793 0,'-50'0'62,"25"0"-30,0 0-17,1 0 1,-26 25 0,50-1-1,0 1-15,0 0 16,0 0-1,0 0 1,0-1 0,0 1 15,0 0-31,25 25 16,0-50-1,-1 24 1,1-24-1,0 0 17,0 0-32,0 0 15,24 0 17,-24 0-32,0 0 31,24-24-16,-49-1 17,0 0-17,0 0 1,25 0 0,-25 1-1,0-1 16,0 0-15,0 0 15,-25-24 1,1 24-1,-1 0 0,0 25-15,0 0-1,-24 0-15,24 0 32,0 0-17,0 0 1,0 0-1,1 0-15</inkml:trace>
  <inkml:trace contextRef="#ctx0" brushRef="#br0" timeOffset="150777.01">20315 4490 0,'25'0'140,"0"0"-124,-1 0-16,1 0 16,0 0-16,25-25 15,-26 0 1,26 25-16,-25 0 16,0-25-1,-1 25 1,1-25-1,-25 1 1,50 24 0,-25-25-1,0 25-15,-1-25 16,1 25 0,0-25-1,0 25-15,0 0 31,24 0 1,-24 0-32,0-49 15,24 49 1,-49-25-16,25 25 0,0 0 16,0-25-1,-25 50 157</inkml:trace>
  <inkml:trace contextRef="#ctx0" brushRef="#br0" timeOffset="151841.72">20588 4688 0,'0'-25'16,"0"0"31,25 25-32,-1 0 1,26 0-1,-25 0 1,25 0-16,-26 0 31,1-49-31,0 49 16,0 0 0,24 0-16,-49-25 15,50 0 1,-25 25 31,0-25-47,-1 25 15,1 0-15,0 0 16,0-24 0,0 24-16,-1 0 15,1-25 1,25 25-1,-50-25 1,25 25 47</inkml:trace>
  <inkml:trace contextRef="#ctx0" brushRef="#br0" timeOffset="158376.51">21654 11038 0,'50'0'140,"-25"0"-108,25 0-17,-26 0 1,26 0 0,-25 0-16,24 0 31,-24-25-31,0 25 15,0 0 1,24 0 0,1-25-16,-25 1 31</inkml:trace>
  <inkml:trace contextRef="#ctx0" brushRef="#br0" timeOffset="166673.44">21828 10443 0,'-25'0'203,"-24"0"-140,24 0-63,0 0 62,0 0-31,0 0 32,1 0-16,-1 0 0,0 25-16,-25-1 0,50 1-15,-24 0-16,24 25 78,0-26-47,0 26 16,0-25-16,24-25 0,1 25-15,-25 24 0,25-49 31,0 25-1,0-25 1,-1 0-47,1 25 16,0-25 31,0 0-32,0 0 32,0 0 0,-1 0 16,1 0 15,0 0-47,0 0 0,0 0 1,-1-25-17,26 25 32,-50-25 16,0 0-32,0 1 0,0-1 0,0 0 94,0 0-31,-25 0-78,25 1 62,-25 24-78,25-50 15,-24 25 17,-1 0 93,0 1-94</inkml:trace>
  <inkml:trace contextRef="#ctx0" brushRef="#br0" timeOffset="196808.64">19521 4093 0,'25'0'109,"0"0"-109,25 25 16,-26-1 0,1 1-1,25 0-15,-25 0 31,-1-25-15,1 0 31,-25 49 234,-25-24-265,1-25-1,-1 25 1,25 0-16,-25 0 0,25-1 31,-25 1-31,0 0 16,25 0 15,-24 0-31,-1-1 47</inkml:trace>
  <inkml:trace contextRef="#ctx0" brushRef="#br0" timeOffset="-190304.92">23416 11584 0,'-25'0'203,"0"0"-187,0 0 0,0 49 62,1-49-47,24 25 0,0 0-15,0 0 15,0 0 0,0-1-31,0 1 16,0 0 0,0 0-1,0 0-15,0-1 31,0 1-31,24 0 16,-24 25 0,25-50 31,0 24-32,0-24 1,24 0 15,-24 0-15,25 0-16,-25 0 15,-1 0 1,-24-49 46,25 24-62,-25 0 16,0 0 0,25 1-1,-25-1 32,0 0-31,0 0-1,0 0-15,0 1 16,-25-1 0,25-25 46,-25 50-46,1-25 15,-1 25 0,25-24 1,-25 24-17,0 0 1,25-25-1,-25 25-15,25-25 32,-24 25-1</inkml:trace>
  <inkml:trace contextRef="#ctx0" brushRef="#br0" timeOffset="-188638.83">25127 13122 0,'0'-25'16,"-25"25"15,1 0 0,-26 0-15,25 0 15,0 25 16,25 24-32,0-24 1,0 0 0,0 0-16,0 0 15,0-1 1,0 1-16,0 0 47,0 0-32,0 0-15,0-1 32,25 1-32,0 0 15,-25 0 1,25-25-16,0 25 16,-25-1-16,24-24 15,26 0-15,-25 0 16,24 0-16,-24 0 62,-25-24-46,25-26 0,-25 0-1,0 26 1,0-1 15,0 0-15,0 0-1,0 0 1,-25 1 0,25-1-1,-25 0-15,25-25 31,-24 25 1,-1 1-1,0 24 0,25-25-15,-25 0-1</inkml:trace>
  <inkml:trace contextRef="#ctx0" brushRef="#br0" timeOffset="-187021.53">27260 14436 0,'0'-24'32,"-24"24"-32,-26 0 15,25 0 1,0 0 0,1 0-16,-1 0 31,-25 24 0,50 1-15,0 0-1,0 0 1,0 0-16,0-1 16,0 1-1,0 25 1,0-1-1,25-24 17,-25 0-17,25-25 1,0 25 0,-1 0-1,1-25-15,0 0 31,25 0-15,-26 0-16,26 0 16,-25 0 31,-25-25-47,0 0 15,0-25 1,25 26-16,-25-1 15,0 0-15,0 0 32,0 0-1,0 1-31,-25-1 16,-25 0 15,25 25-16,1-25-15,-1 25 32</inkml:trace>
  <inkml:trace contextRef="#ctx0" brushRef="#br0" timeOffset="-184407.23">29418 16024 0,'0'0'0,"0"-50"78,-24 50-63,-1 0 17,-25 0-17,25 0 1,-24 0-1,24 0 1,0 0 31,0 0-16,25 25 32,0 0-48,0 0 17,0 24-32,0-24 31,25 25-16,-25-26 17,25 1-17,0-25 1,0 25 0,-1 0-16,1 0 15,25-1 63,-50 1-62,25-25 15,24 0 0,-24 0-31,25 0 47,-50-25-15,24 25-32,-24-24 31,0-1-16,0 0 1,0 0 15,25 0-15,-25 1 15,0-1-15,0 0-1,0 0 17,0 0-17,0 1 17,0-26 14,-25 50 17,1 0-32,-1 0-31,25-25 16,-25 25-1,0 0 17,0 0 15,1 0 15,-1 0 63</inkml:trace>
  <inkml:trace contextRef="#ctx0" brushRef="#br0" timeOffset="-116671.2">21258 3373 0,'24'-24'78,"26"24"-46,-25-25-32,0 0 15,24 0-15,1 25 16,-1-74 0,-24 74-1,0 0-15,0 0 16,0-25-1,24 0 1,-24 0 0,0 25-1,0-24 1,0 24-16,24-25 16,-49 0 15,25 25-16,0 0 1,0 0-16,-1 0 16,26-25-1,-25 25 1,24-25 0,-49 1-16,25-1 15,0 25 1,0-25-1,24 25 32,-24-25-31,0 0 0,0 25-1,24-24 16,-49-1-15,25 0 0,0 25-1,0-25 1,0 25 0,-25-25-1,24 1-15,1 24 63,-25-25-63,25 25 15,-25-25-15,25 25 16,-25-25 0,25 0-1,-1-24 1</inkml:trace>
  <inkml:trace contextRef="#ctx0" brushRef="#br0" timeOffset="-114407.64">23341 10344 0,'0'24'234,"0"1"-203,0 0 1,0 0-17,0 0 1,0-1 31,0 1-32,0 0 1,0 0 0,0 0-16,-25 24 15,25 1 1,-24-25 0,24-1-1,0 1 16,0 0 1,0 0-17,0 0 17,0-1-1,0 1-16,0 25 1,0-25 0</inkml:trace>
  <inkml:trace contextRef="#ctx0" brushRef="#br0" timeOffset="-96950.03">25251 10344 0,'-25'0'109,"1"0"-77,-1 0-17,0 0 1,-25 0 46,1 24-30,-26-24-17,51 50-15,-1-50 16,0 0-16,25 25 16,-50-25 62,50 25-78,-49 24 15,49 1 17,0-25 14,0 24-30,0-24 15,0 0-15,0 0 0,0-1-1,0 1 32,24-25-31,1 0-16,25 25 15,-25-25-15,0 0 16,-1 0 0,26 0-1,-25 0 1,0 0 15,-1 0-15,1 0-16,0 0 31,0 0-15,0 0-1,-1 0 32,-24-25-47,25 25 31,0 0-31,-25-25 16,25 25 0,-25-49 15,49 24-16,-49 0 1,0 0 15,0 1 1,0-1-32,25 25 15,-25-25 48,0 0-48,0 0 95,-25 1-95,1-1 1,24 0 15,-25 25 0,0-25 1,0 25 15,25-25 62,-25 25-31</inkml:trace>
  <inkml:trace contextRef="#ctx0" brushRef="#br0" timeOffset="-91295.5">27186 10244 0,'0'25'172,"0"25"-157,0-25-15,0-1 16,0 26-16,0 0 16,0-26-1,0 26 1,0-25-1,25 0 48,-25-1 93,49 1-140,-49 25 31</inkml:trace>
  <inkml:trace contextRef="#ctx0" brushRef="#br0" timeOffset="-85846.44">29146 10319 0,'0'-25'32,"-25"25"77,0 0-93,0 0 15,0 0-15,0 0-1,1 0 16,-1 25 1,0-25-17,0 25 1,25-1 15,0 1 16,0 0 0,0 0-31,-25 0-1,1-1 1,48 26 46,-24-25-46,25-25 0,-25 25-16,25-25 31,-25 24-16,50-24 1,-26 0 15,26 0-15,-25 0 0,25 0-1,-26 0 1,26-24-1,-25 24 17,0-25 30,-1 0-46,-24 0 15,25 25-31,-25-25 47,0 1-31,0-1-1,0-25 48,0 25-32,-25 1 16,1 24 0,-1 0 0,25-25-32,-50 25 16,25-25 1,1 25 61,-1 0-77,0 0 93</inkml:trace>
  <inkml:trace contextRef="#ctx0" brushRef="#br0" timeOffset="-84126.75">23192 2679 0,'0'-25'62,"25"25"-46,0 0-1,49-50-15,-49 26 16,50-1-16,-1 0 16,-49 0-16,49 0 15,-24 25-15,-25-24 16,-1 24 0,1-25-1,0 25 95</inkml:trace>
  <inkml:trace contextRef="#ctx0" brushRef="#br0" timeOffset="-83327.09">23366 2828 0,'0'-25'47,"25"25"-32,49 0-15,-49 0 16,0-25-16,24 0 16,1 25-1,0-24-15,-26 24 16,26-25 0,0 25-16,-26 0 15,1-25-15,25 0 16,-50 0 31,25 25-16,24-25-15</inkml:trace>
  <inkml:trace contextRef="#ctx0" brushRef="#br0" timeOffset="-67726.83">21754 11733 0,'25'0'250,"-25"49"-218,0-24-17,0 0 32,0 0-31,0-1-1,0 1 48,0 0-16,0 0-47,0 24 31,0-24-15,0 0 15,0 0 0,0 0-15,0-1 31,0 1 234</inkml:trace>
  <inkml:trace contextRef="#ctx0" brushRef="#br0" timeOffset="-50575.65">25078 11584 0,'0'49'125,"0"-24"-125,0 0 16,0 0 0,0 0-16,0-1 15,0 26-15,0-25 16,0 0 0,0-1-16,0 1 15,0 0-15,0 0 16,0 0-1,0-1 1</inkml:trace>
  <inkml:trace contextRef="#ctx0" brushRef="#br0" timeOffset="-47984.6">27087 11559 0,'0'50'110,"0"-1"-110,0 1 15,0-25-15,0 24 16,0 26-16,0-51 15,0 1 95,0 0-32,0 0-62,0 0-1,0-1-15,0 1 16,0 0-1,0 0 1,0 0-16</inkml:trace>
  <inkml:trace contextRef="#ctx0" brushRef="#br0" timeOffset="-44767.02">29245 11509 0,'0'0'0,"-25"0"94,0 0-32,0 0-31,1 0-31,-1 0 16,-25 0 15,50 25-15,-25-25 0,-24 25 15,24 0-16,25 0 32,0 24-47,0-24 32,0 25-17,0-26 1,0 26 15,0-25-31,25 0 31,-1-1-15,1-24 15,0 0 16,0 0-31,0 0-1,0 0-15,24 0 16,1-24 0,-25 24 30,-1 0-30,-24-25 15,0 0 1,0 0-17,0 0 1,0 1-1,0-1-15,0 0 16,0 0 0,0 0-1,0 1 1,0-1 15,0 0-31,0-25 47</inkml:trace>
  <inkml:trace contextRef="#ctx0" brushRef="#br0" timeOffset="-39207.99">21779 13221 0,'-50'0'62,"25"0"-46,-25 0 0,26 0-1,-1 0 1,0 0 15,0 0-31,0 25 16,1-25 15,-1 25-31,25-1 31,0 1-15,0 0-1,0 0-15,0 0 32,0-1-17,25 1 1,-1 0 15,1 0-31,0 0 16,25-1-1,-26-24 1,26 0-16,-25 0 16,25 0-1,-26 0 1,26 0 0,-25 0-1,-25-24 1,0-1 15,0 0-31,0 0 31,0 0-15,0 1 31,0-1-16,0 0-15,-25 25-1,0-25 1,0 25 0,1-25-1,-26 25 1,50-24-1</inkml:trace>
  <inkml:trace contextRef="#ctx0" brushRef="#br0" timeOffset="-32231.97">23366 13146 0,'0'50'109,"0"0"-93,0-25-1,0-1-15,0 26 16,0-25-16,0 24 16,0-24-1,0 0 1,0 0-16,0 0 31,0-1-15,0 1-1,0 0 48,25 0-48,-25 0 64,0-1 108,0 1-156,0 0 126</inkml:trace>
  <inkml:trace contextRef="#ctx0" brushRef="#br0" timeOffset="-22582.81">27112 13196 0,'24'0'78,"-24"25"-63,0 0-15,0 24 16,0 1-16,0 0 16,0-26-1,0 26-15,0-25 16,0 0-16,0-1 16,0 1-1,0 0 1,0 0-1,0 0 17,0-1-17,0 1 1,0 0 0,0 0-1,0 0 1,0-1-1,0 1 110</inkml:trace>
  <inkml:trace contextRef="#ctx0" brushRef="#br0" timeOffset="-19886.97">29319 13146 0,'0'25'63,"0"25"-63,0-25 15,0 49-15,0-24 16,0-25-16,0 24 16,0 1-16,0-25 15,0 24-15,0-24 16,-25 0-16,25 0 16,0-1-16,0 1 93,-24-25-61</inkml:trace>
  <inkml:trace contextRef="#ctx0" brushRef="#br0" timeOffset="-16592.27">21605 14610 0,'0'25'31,"0"0"-16,0-1 1,0 1-16,0 25 16,0-1-16,0 1 15,0-25-15,0 49 16,0 1-16,0-1 16,0-24-16,0-26 15,0 1-15,-25 0 125,0-25-109,0-25-1,25-49 1</inkml:trace>
  <inkml:trace contextRef="#ctx0" brushRef="#br0" timeOffset="-14528.36">23440 14610 0,'0'74'62,"0"-24"-46,0 0-16,0 49 15,0-74-15,0 49 16,0 0-16,0-24 16,0 0-16,0-26 15,0 1 1,0-74 125</inkml:trace>
  <inkml:trace contextRef="#ctx0" brushRef="#br0" timeOffset="-12575.28">25127 14635 0,'0'49'31,"0"-24"-15,-49 25-16,49 24 16,0-24-16,0-1 15,0-24-15,-25 50 16,25-1-16,-50-24 16,50-1-16,0-24 15,0 25 1,0-26-16</inkml:trace>
  <inkml:trace contextRef="#ctx0" brushRef="#br0" timeOffset="-8727.37">29220 14486 0,'0'25'62,"0"24"-46,0 1-16,0 0 16,0-26-16,0 26 15,0 0-15,0-26 16,0 1-16,0 0 16,0 0-16,0 0 31,0-1-16,-50 26 110</inkml:trace>
  <inkml:trace contextRef="#ctx0" brushRef="#br0" timeOffset="-5695.31">21555 16024 0,'-49'0'16,"24"0"-1,-25 0 16,25 0 1,25 25-1,-24-1-15,-1 26 15,25 0 16,0-26-32,25 1 17,-25 0-17,24-25 1,-24 25-1,25-25 1,0 0 0,25 0-1,-26 0 1,1 0 0,25 0 15,-25-25 0,-25 0-15,0 0 15,0 1-15,0-1-1,0 0 32,0 0 0,0 0-31,0 1-16,0-1 62</inkml:trace>
  <inkml:trace contextRef="#ctx0" brushRef="#br0" timeOffset="-3879.52">23416 15925 0,'-25'0'63,"-25"0"-48,25 0 1,-24 0-16,24 0 31,0 0-15,0 24 0,1 1-1,24 0-15,0 0 16,-25 0-1,25-1 1,0 1 0,0 0-1,0 0 1,0 24 0,25-49 15,-1 0-16,26 0 1,-25 0 0,24 0-1,-49-24 1,25 24-16,-25-25 16,25 25-1,-25-25-15,25 0 47,0 0-16,-25 1 1,0-1 14,0 0-30,0 0 15,0 0 1,-25 1-32,0 24 15,0 0 1,0 0-1,1-25 17</inkml:trace>
  <inkml:trace contextRef="#ctx0" brushRef="#br0" timeOffset="-2712.26">25078 15825 0,'0'25'109,"0"25"-93,0-25-16,0 24 15,0 1-15,0-1 16,0-24-16,0 25 16,0-25-16,0 24 15,0-24 1,0 0-16,0 0 15,24 24 1,-24 1 0,25 0-1,-25-26-15,0 1 32,0 0-32,0 0 15,25 0 1,-25-75 140</inkml:trace>
  <inkml:trace contextRef="#ctx0" brushRef="#br0" timeOffset="-983.21">27360 15776 0,'0'25'78,"0"-1"-78,0 26 16,0 0 0,0-26-16,0 1 15,0 25 1,0-25 0,0 24-16,0-24 15,0 0 1,0 0-16,0-1 15,0 1 1,0 25-16,0-25 16,0-1-1,0 1-15,0 0 16,0 0 0,-25 0 93</inkml:trace>
  <inkml:trace contextRef="#ctx0" brushRef="#br0" timeOffset="38328.33">5655 10592 0,'50'0'63,"0"0"-47,-1 0-1,-24-25-15,50 25 16,-1-25-16,-49 25 15,49 0-15,-49 0 16,0 0-16,0 0 16,-1 0-1,1 0-15,0 0 16,0 0 0,0 0-1,-1 0 1</inkml:trace>
  <inkml:trace contextRef="#ctx0" brushRef="#br0" timeOffset="39008.03">5879 10740 0,'25'0'63,"49"0"-48,0 0-15,-49 0 16,25-24-16,-25 24 0,49-25 16,-24 0-1,-26 25-15,1 0 16,50 0-16,-51 0 16,-24-25-1</inkml:trace>
  <inkml:trace contextRef="#ctx0" brushRef="#br0" timeOffset="100503.74">2232 13246 0,'-24'-25'47,"-26"25"-47,-49 0 15,24 0-15,51 0 16,-51 0-16,26 25 16,-1 0-1,25 24 1,0-24-16,1-25 16,24 25-16,0 0 15,0-1 1,0 1-16,0 0 31,0 0 32,24-25-48,1 0 1,25 0-16</inkml:trace>
  <inkml:trace contextRef="#ctx0" brushRef="#br0" timeOffset="100903.58">1984 13494 0,'50'0'31,"-248"0"-31,346 0 0,-73 0 0,-50 0 31,-1 0-31,1 25 16,0-25 0,-25 49-1,25-49 1,-25 25-16,0 0 31,0 24-15,-50-49-1,25 0 1,1 0 0,-1 0-16,0 0 31,0 0-15,0 0 15,1 0 0</inkml:trace>
  <inkml:trace contextRef="#ctx0" brushRef="#br0" timeOffset="101512.81">2356 13444 0,'25'-25'0,"0"75"47,-25 0-32,0-1-15,0 1 16,0 49-16,0-74 16,0 49-16,0-24 15,25-1-15,-25 1 16</inkml:trace>
  <inkml:trace contextRef="#ctx0" brushRef="#br0" timeOffset="102280.93">2431 13519 0,'0'-25'0,"0"0"31,25-25 0,-1 50 1,1 0-17,25 0 16,-25 0-15,-1 25-16,-24 0 16,0 0-16,0 0 15,0-1 1,0 1 78,-24-25-47,-1 0-1,0 0-30</inkml:trace>
  <inkml:trace contextRef="#ctx0" brushRef="#br0" timeOffset="103511.77">2927 13419 0,'0'-24'31,"-25"24"16,0 0-31,-24 0-1,49 24 1,-25 1 0,25 0-16,0 0 15,0 0 1,0-1-1,-25 1-15,25 0 32,25 0-17,0-25 1,0 0 0,-1 0 15,1 0 0,-25-25-15,0 0-16,0 0 15,0-24-15,0 24 16,0 0 0,0 0 93,25 25-47,0 50-15,-25 24-47,0-49 16,25 25 0,-1-25-16,-24-1 31,0 1-31,50-25 140</inkml:trace>
  <inkml:trace contextRef="#ctx0" brushRef="#br0" timeOffset="104216.69">3423 13419 0,'0'-24'15,"-25"24"17,0 0-32,-24 0 15,24 0 1,-25 0-1,50 24-15,0 1 16,0 0-16,0 0 16,0 0-16,0-1 15,0 1-15,0 25 47,0-25-47,25-25 16,-25 24-1,25-24-15,0 0 32,0 0-1,-1 0-31,1 0 62,0-24 1</inkml:trace>
  <inkml:trace contextRef="#ctx0" brushRef="#br0" timeOffset="105280.93">3696 13469 0,'25'0'32,"0"0"-32,-1-25 15,26 0 1,-25 1-16,0 24 15,49-50-15,-74 25 32,0-24-1,0 24 47,-50 25-31,26 0-31,-26 25-1,0-1 1,50 26-16,-49 0 15,49-26-15,0 1 16,0 25-16,0-1 16,0-24-1,0 0 17,0 0-32,0 0 15,0-1 1,0 26-1,49-50 32,-24 0-31,25 0 15,-25 0-15,-25-25 124,0-24-124</inkml:trace>
  <inkml:trace contextRef="#ctx0" brushRef="#br0" timeOffset="106048.02">4837 12998 0,'-25'0'31,"0"-25"-31,0 25 16,1 0-1,-1 0-15,0 0 16,-25 0-1,26 49 1,-1-24-16,0 25 16,25-1-16,-50 1 15,26 25-15,24-26 16,0 1-16,0 24 16,0-49-16,0 25 15,0 24-15,0-49 16,0 0-16,0-1 15,0 26-15,49-50 16,1 0 0,-25 0-16,24 0 15,-24 0-15,25 0 16,-26 0 0,1 0-1,0-50 1</inkml:trace>
  <inkml:trace contextRef="#ctx0" brushRef="#br0" timeOffset="106705.23">4961 13370 0,'0'0'0,"-25"0"47,0 0-31,1 25-1,24-1 1,0 26-16,0 0 15,0-26 1,0 1-16,24 0 16,1 0-1,0-25 1,0 0 0,0 0-16,-1 0 15,26 0 32,-50-50-31,0 25-16,0-24 15,0 24-15,0 0 16,-25 0 0,25 1-1,-25 24 1,1 0 15,-1 0-15</inkml:trace>
  <inkml:trace contextRef="#ctx0" brushRef="#br0" timeOffset="107839.69">5308 13444 0,'0'0'0,"25"0"0,0 0 16,0 0-16,-25 25 15,0 0-15,0 24 16,0-24-16,0 0 16,0 0-16,0 0 15,-25-1 16,25 1 1,-50-25-1,50-49-15,0-1-1,0 0-15,0 26 16,0-26-1,25 25-15,0 25 16,0 0 31,-1 0-31,1 0-16,0 0 31,0 0-16,-25 25-15,0 25 16,0-26 0,0 26-16,0-25 15,0-75 110,0 25-125,25-24 16,-1 24-16,1 0 16,25 0-1,-50 1 1,25 24-1,-1 0 17,26 0-1,-50 24-31,0 26 16,0 0-16,0-26 31,0 26-16,0-25 1</inkml:trace>
  <inkml:trace contextRef="#ctx0" brushRef="#br0" timeOffset="108428.89">5879 13320 0,'25'0'0,"-25"50"15,0-25-15,0 24 16,0 26-16,0-26 16,0 1-16,0-1 15,0 1-15,0 0 16,0-1-16,0 26 15,0-26-15,0 1 16,0-25 0,0-100 77,0-24-77,0 0-16,0 74 16</inkml:trace>
  <inkml:trace contextRef="#ctx0" brushRef="#br0" timeOffset="109028.95">5978 13395 0,'0'0'0,"0"-25"31,25 0 31,0 25-30,24 0-17,-49 25 1,0 0-1,0-1-15,0 26 16,0-25 0,0 24-1,0-24 1,-25-25 31,1 0-32,-26 0 1,25 0 31,25-25-16,0 1-15,0-1-16,25 0 15</inkml:trace>
  <inkml:trace contextRef="#ctx0" brushRef="#br0" timeOffset="109544.81">6201 13146 0,'25'0'16,"-25"25"-16,0 0 16,0 50-16,0-1 15,0-49 1,0 24-16,0-24 0,0 0 15,0 0-15,0 0 16,0-1-16,0 1 31,0 0 1,0 0 14</inkml:trace>
  <inkml:trace contextRef="#ctx0" brushRef="#br0" timeOffset="110512.95">6375 13444 0,'0'0'0,"25"0"15,24 0-15,26 0 16,-51 0-16,26 0 47,-50-25 0,0 1-32,-25-1 1,0 25 15,1 0 63,-26 0-94,25 0 16,0 0-1,1 25 1,24-1-16,-25 1 16,25 0-16,-25 25 15,25-26 1,0 1-16,0 0 31,0 0-31,25-25 31,0 25-31,24-25 16,-24 0-16,0 0 31,0 0-31,-25-25 47</inkml:trace>
  <inkml:trace contextRef="#ctx0" brushRef="#br0" timeOffset="111600.95">6697 13395 0,'0'-25'16,"25"0"-1,-25 0 1,50 25-16,-26 0 15,1 0-15,0 0 16,0 0 0,0 50-16,0-25 15,-25-1 1,0 1 0,0 0-16,0 0 15,0 0 1,0-1-16,-25 1 15,0-25 48,0 0-16,75-74-47,-25 49 15,24 0-15,1 0 16,-25 25-16,24-49 16,-24 49-16,-25-25 62,0 50 79,0 24-126,0-24 1,0 25 0,0-25 15,50-1 0,-26-24-31,51 0 16,-50 0-1,-25-24 64</inkml:trace>
  <inkml:trace contextRef="#ctx0" brushRef="#br0" timeOffset="112119.95">7367 13320 0,'0'50'32,"0"-25"-32,0 24 15,0-24-15,0 25 16,0-26 0,0 1-1,0 0 1,0 0-1,0 0 79,-25-25-78</inkml:trace>
  <inkml:trace contextRef="#ctx0" brushRef="#br0" timeOffset="112391.76">7218 13047 0</inkml:trace>
  <inkml:trace contextRef="#ctx0" brushRef="#br0" timeOffset="113179.79">7516 13097 0,'0'49'62,"0"-24"-62,0 25 16,0-25-16,0 24 16,0 1-16,0 0 15,0-1 1,0 1-16,0-1 15,49-24 1,-49 0 47,25-25-1,0 0-46,0 0-16,0-25 31,-25 0-31,0-24 16,0 24 15,0 0-16,0 0 1,0 1 0</inkml:trace>
  <inkml:trace contextRef="#ctx0" brushRef="#br0" timeOffset="113600.76">7541 13271 0,'0'-25'63,"24"25"-48,1 0 1,0 0-1,0 0 17,0 0-17,-1 0 1</inkml:trace>
  <inkml:trace contextRef="#ctx0" brushRef="#br0" timeOffset="114578.04">7838 13246 0,'25'0'32,"0"0"-17,-25 25-15,49 24 16,-49 1-16,0-1 16,25-24-1,25 25 1,-50-25-1,25-25-15,0 0 16,-1 24-16,1-24 47,-25-24-16,0-26-15,0 25-16,0 0 15,0-24-15,0 24 16,0-25-16,0 26 16,0 48 124,-25 51-124,1-26-16,24-24 16,0 0-16,0 25 15,0-26-15,0 1 16,0 25-16,0-25 15,0 49-15,0-49 16,0 24-16,0 1 16,0-25-1,0 0 1,-50-25 46,25 0-46,-25 0 0,26 0-16,-1 0 15,0-50-15,0 25 16</inkml:trace>
  <inkml:trace contextRef="#ctx0" brushRef="#br0" timeOffset="115488.59">3175 14784 0,'0'0'0,"25"0"16,49 0-16,-24 0 16,49 0-16,-49 0 15,-1 0-15,1 0 16,-1 0-16,1-25 15,-25 0 1</inkml:trace>
  <inkml:trace contextRef="#ctx0" brushRef="#br0" timeOffset="116064.33">3225 15007 0,'74'0'32,"-49"0"-32,49 0 15,-24-25-15,-1 25 16,1-25-1,-25 25 1,0 0-16,-1 0 16,1 0-1,0 0 79,0 0-78</inkml:trace>
  <inkml:trace contextRef="#ctx0" brushRef="#br0" timeOffset="135608.79">4663 14585 0,'0'-25'47,"-25"25"-31,1 0-1,-1 0 1,0 0 0,0 0-1,0 0 1,1 0 15,-1 25-15,0 0-16,25 0 15,0 24 1,-50-24 0,50 0-1,0 0 1,0 0 0,0-1-1,0 1 1,0 0-1,0 0 1,0 0-16,0-1 16,0 26-1,0-25 1,25-25 0,0 0-1,0 25-15,-25-1 16,25-24-1,-1 0-15,1 0 32,0 0-32,0 0 15,0 0 1,24 0 0,-24 0-1,25 0 1,-26 0-1,1 0 1,0-24 93,-25-1-46</inkml:trace>
  <inkml:trace contextRef="#ctx0" brushRef="#br0" timeOffset="136577.4">4688 14536 0,'25'0'63,"24"0"-63,-49 24 16,25-24-1,-25 25-15,25-25 0,-25 25 16,25-25-1,0 50-15,0-1 16,-1-24 0,-24 25-1,0-26 17,0 1-32,0 0 15,0 0 1,0 0-16,0-1 15,0 1 1,0 0 15,0 0 16,-24 0-31,-1-25 31,0 0-16,0 0 47,0 0-62,0 0-1</inkml:trace>
  <inkml:trace contextRef="#ctx0" brushRef="#br0" timeOffset="137552.9">4688 14536 0,'-25'0'46,"25"49"-30,-25-24 0,25 25-1,-24-50 1,24 24-16,0 26 16,0-25-1,0 24 1,0-24-1,0 0 1,0 0 0,0 0-16,0-1 15,0 1 17,0 0-32,0 0 31,24-25 16,1 0-32,0 0 17,0 25-32,0-25 78,-1 0 47,1 0-125</inkml:trace>
  <inkml:trace contextRef="#ctx0" brushRef="#br0" timeOffset="138728.59">5358 14337 0,'-25'0'31,"0"0"-31,-24 0 31,24 50 16,25-25-31,0-1-1,-25 26 1,25-25-16,0 0 16,0 24-1,0-24 1,0 25-16,0-1 31,0-24-31,0 25 16,0-26-1,0 26 1,0-25 0,0 24-16,0-24 15,0 0 1,0 0-16,25 24 31,-25-24-15,25 0 15,-1 25 0,1-50-15,0 24-16,0-24 31,0 0-15,-1 0 156</inkml:trace>
  <inkml:trace contextRef="#ctx0" brushRef="#br0" timeOffset="140095.46">5631 14784 0,'0'24'16,"0"-48"-16,0 98 0,0 0 15,0-49-15,0 25 16,0-25-16,0-1 31,0 1-31,0 0 47,-25-25 0,25-50-47,0 26 16,0-26-16,0 25 15,0 0-15,0 1 16,0-1-1,0 0 1,0 0 0,0 0-1,25 1 1,-25-1 15,24 0 16,1 25-16,0 0 1,25 0-1,-26 25 0,-24 0-15,25-1 15,-25 26 0,25-25-15,-25 24 46,0-24-30,0 0-1,0 0-31,25 0 15,-25-1 32,0 1-47</inkml:trace>
  <inkml:trace contextRef="#ctx0" brushRef="#br0" timeOffset="141752.37">5928 14461 0,'0'-25'15,"0"1"63,0-1-15,25 25 15,0 0-62,-25 25 15,0-1 0,0 1-15,0 0-1,0 0 48,0 0-47,0-1-1,-25 1 16,0 0 1,1 0 30,-1 0 63,0-25-78,25 24-16,50-24 47,-26 0-62,1 0 15,0 0-31,0 0 16,0 0 0,-1 0-16,1 0 31,0 0 31,0 0-62,0 0 172</inkml:trace>
  <inkml:trace contextRef="#ctx0" brushRef="#br0" timeOffset="143465.2">6226 14312 0,'25'0'219,"0"0"-219,-1 25 15,1 0 16,0-25-31,-25 25 16,25-25-16,-25 25 16,0 24-1,49-24 1,-49 0 0,25-25-1,-25 25 1,0-1 15,0 1-15,0 0-1,0 0 17,0 24-1,0-24-16,0 25 17,0-25-17,0-1 1,-25 1 0,1 0-1,24 0 1,-25 24-16,0-49 15,25 25 1,0 0 15,-25-25-15,25 25 15,-25 0 0,1-1 1,-1-24-1,25 25 16,-25-25-32,0 0 142</inkml:trace>
  <inkml:trace contextRef="#ctx0" brushRef="#br0" timeOffset="154126.87">23490 10269 0,'-25'0'109,"-24"0"-93,-1 0 0,25 0 46,0 0-46,1 0-16,-1 0 15,-25 0-15,25 0 16,-24 0 0,24 0-1,-25 0 63,26 50-46,24-25 15,0-1-32,0 1 1,0 0-16,0 0 15,0 24 1,0 1 0,0-25-1,0 0-15,0-1 16,0 1 0,0 25-1,0-25 16,0-1-15,0 1 0,0 0-1,0 25 17,0-1-17,0-24 1,24 0-16,-24 0 31,25-25-15,0 24-1,0-24 48,24 0-63,-24 0 31,0 0-31,0 0 31,0 0-15,-1 0 0,26 0-1,-25 0-15,0 0 31,-1 0-31,1 0 16,0 0 0,25 0 15,-26 0 16,-24-24-16,0-26-15,0 25 15,0-24-15,25 24-1,-25-25 16,0 25-15,0 1 0,0-1-1,0 0-15,0-25 16,0 26 0,0-1-1,0 0 1,0 0 15,0 0 16,0-24-16,-49 49 16,24-25-16,0 25 32,0 0-48</inkml:trace>
  <inkml:trace contextRef="#ctx0" brushRef="#br0" timeOffset="158431.69">21853 12254 0,'-50'0'125,"26"0"-78,-1 0-16,0 0 79,0 0-48,0 0-46,25-25 46,0 0-62,0 0 16,-25 0-1,25 0 1,0 1 0,0-1-1,0-25 1,0 25 0,0-24-1,-24 49-15,24-25 16,0-25-1,0 26 17,0-26-17,0 25 17,24-24-1,1 24 16,0 0-16,0 25-15,0-25-1,24 25 16,-24-25-31,0 25 16,0 0 0,0 0 15,-1 0-15,1 0-16,0 0 31,25 0 31,-26 0-46,1 0-16,-25 50 16,0-25-1,0 0 1,25-1-16,-25 26 15,0 0 1,0-26 0,0 26-16,0-25 15,0 24-15,0-24 16,0 0-16,0 0 16,0 0-16,0 24 31,-50 1-31,26-25 31,-1 0-15,0-25-1,0 0 79,-24 0-78,49-50-16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1-28T04:09:05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31651 16743 0,'-25'0'46,"0"0"-14,25 0 30,-49 0-46,49 0 15,-25 25-31,0-25 31,-49 0-15,74 0-16,-25 0 109,0 0-16,0 0-77,0 0 0,25 0-1,-24 0 1,-1 0 46,25 50-46,25-26-16,-25 26 15,0-25 1,0 24-16,0-49 31,24 25-31,-24 25 31,25-50 63,-25 0-32,25 0-46,-25 0 15,25 0 0,0-25 1,-1 0-32,-24 25 15,50 0-15,-25 25 16,0 0-16,-25-25 31,24 25-31,-24-1 16,25-24-1,-25 25 1,0-25 15,0 25-31,0 0 31,0 24-15,0-49-16,-25 25 16,1 25-1,-1-50 1,25 25-16,-50-1 15,25-24 17,1 0-32,24 0 31,-25 0-31,0 0 0,0 0 15,-24 0-15,-1 0 0,0-49 32</inkml:trace>
  <inkml:trace contextRef="#ctx0" brushRef="#br0" timeOffset="747.04">32370 16793 0,'0'0'16,"0"49"-16,-49 75 31,24-24-31,-25-51 15,-24 50-15,123-49 0,-24 49 32,-25-74-32,-25 0 31,-24 74-31,24-99 156,25-25-141,0-24-15</inkml:trace>
  <inkml:trace contextRef="#ctx0" brushRef="#br0" timeOffset="1405.08">32072 16991 0,'0'0'47,"25"0"-32,25 0-15,-25 0 16,24 0-16,-24 25 16,50 25-1,-26-26-15,-24 1 31,-25 0-31,50 25 0,-26-1 16,26-24 0,49 25-16,-74-50 15,-25 24-15,25 1 47</inkml:trace>
  <inkml:trace contextRef="#ctx0" brushRef="#br0" timeOffset="2983.17">33139 16644 0,'0'0'109,"0"0"-78,-25 0-15,0 0-16,1 0 31,24 0-31,-50 0 15,0 0 1,50 0 0,-24 0-16,-1 0 31,0 0 0,0 0 0,-24 0-31,24 0 0,-25 0 16,50 0-16,-25 25 140,25-25-140,25 49 31,-25 26-31,25-26 0,25 1 16,-50 0-16,24-50 16,1 24-1,-25 1-15,0 0 16,0-25 93,25-25-78,-25 0-15,25 25-16,0-24 31,-25 24 0,24 0 0,-24 0-31,25 0 0,-25 0 32,50 49-32,-25-24 0,-1 0 15,-24 49 1,25-74-16,0 25 31,-25 49-31,0-49 0,0 0 31,0 49-31,0-49 0,0 0 31,0 0-31,0-25 47,0 25-16,0-1-31,0-24 16,-50 0 0,26 0-16,24 0 0,-50 0 31,0 0-16,26-24 1,-1-1-16,25-25 0</inkml:trace>
  <inkml:trace contextRef="#ctx0" brushRef="#br0" timeOffset="8684.49">17487 9128 0,'0'0'78,"0"0"-62,0 25-1,0 25 1,0-50-16,0 49 0,0 1 16,0-1-1,0-49 1,0 25-16,0-25 0,0 50 31,0-25-31,0-25 47,0 49-16,0-49-15,0 25-16,0-25 31,25 50-31,-25-50 31,0 24 31,0 1-30,0 0-17</inkml:trace>
  <inkml:trace contextRef="#ctx0" brushRef="#br0" timeOffset="9252.52">17314 8533 0,'0'0'16,"0"0"-16,0 25 16</inkml:trace>
  <inkml:trace contextRef="#ctx0" brushRef="#br0" timeOffset="10668.61">18058 9475 0,'0'-24'31,"0"24"31,25 24-46,-1 1-16,-24-25 15,25 75 1,0-51-16,0 1 31,-25-25-31,49 25 0,-49 25 31,25-50-31,0 74 16,25-24-16,-1-1 31,-24-24-31,0 25 16,-25-50-16,25 24 62,-1-24-46,26 50-1,-25-25-15,0-25 32,24 25-32,-24 0 31,-25-1-31,25-24 31</inkml:trace>
  <inkml:trace contextRef="#ctx0" brushRef="#br0" timeOffset="11953.68">18802 9823 0,'-50'0'15,"50"0"17,0 24-17,0 1-15,0 0 31,0 25-31,0-26 16,0 1-16,0-25 16,0 50-16,0-25 15,0 24-15,0-49 31,0 25-31,0 25 32,-24-25 186,-1-25-187,-25 0-31,1 0 16,24 0 15,0 0-31,-25 0 16,25 0-16,25 0 0,-49 0 15,-1 0 1,25 0-16,1 0 31,24-25 219</inkml:trace>
  <inkml:trace contextRef="#ctx0" brushRef="#br0" timeOffset="15732.89">19000 8434 0,'-24'0'63,"24"49"-48,0 1-15,0 49 16,0-25-16,0 26 0,0-26 31,0 0-31,0-49 0,0 0 16,0 25-16,0-25 31,0 49-31,0-49 16,0 0-1,0-1-15,0 26 16,0-25-1,0-25 1,0 25 0,0-1 46,-25 1-46,-25-25-1,50 0 16,-74 0-31,49 0 0,-49 0 32,74 0-1,-25-25-31,0 1 0,0-1 15,25 25-15,0-50 32,-25 25-32,-24 1 0,49-1 15,0 0 1,0 0-16,0 0 15,0 1-15</inkml:trace>
  <inkml:trace contextRef="#ctx0" brushRef="#br0" timeOffset="16335.93">18802 8086 0</inkml:trace>
  <inkml:trace contextRef="#ctx0" brushRef="#br0" timeOffset="17549">19422 8855 0,'0'0'94,"25"0"-63,198 0-16,-198 0 32,25 0-47,-26 0 0,-24 0 31,75 25-31,-50-25 32,-1 0-1,1 0-31,25 0 15,-1 0-15,-24 0 16,0 0 0,0 0 30,-25 0-30,25 0-16,-1 0 16</inkml:trace>
  <inkml:trace contextRef="#ctx0" brushRef="#br0" timeOffset="18445.05">20067 8706 0,'0'0'78,"25"0"-62,24 75-1,1-26-15,-25-24 32,-25 0-32,49 25 0,-49-50 31,25 49-31,-25-24 249,-25-25-233,1 0-16,-26 25 0,-49 25 31,49 24-31,1-49 16</inkml:trace>
  <inkml:trace contextRef="#ctx0" brushRef="#br0" timeOffset="32356.85">14412 12774 0,'0'0'31,"-25"0"16,-50 149-47,50-124 15,-24 74-15,-26 50 0,26-99 16,-1 74-16,1-75 0,24 51 31,-50 24-31,51-50 0,-1-24 16,25-50-16,0 24 15,0-24 1,0 25-16,0-25 109</inkml:trace>
  <inkml:trace contextRef="#ctx0" brushRef="#br0" timeOffset="33147.89">14362 12750 0,'0'24'15,"0"1"-15,25 50 0,0 24 16,-1 25 0,51 0-1,-50-50-15,-25-24 16,24 0-1,26 24 1,-25-49-16,0 24 16,24 75-1,-24-99-15,0 0 47,0 49-47,-25-74 0,0 25 31,0 0-31</inkml:trace>
  <inkml:trace contextRef="#ctx0" brushRef="#br0" timeOffset="33852.93">14213 13246 0,'0'0'78,"25"0"-62,24 0-16,-24 0 31,0 0-31,0 0 31,-25 0-31,74 0 0,26 0 16,73 0-16,26 0 15,-51 0 1,-48 0-16,-76 0 0</inkml:trace>
  <inkml:trace contextRef="#ctx0" brushRef="#br0" timeOffset="34500.97">15875 13196 0,'124'0'47,"-25"0"-16,75 0-31,-75-25 0,75 25 16,-50 0-16,-99 0 0,-25 0 31,49 0-31</inkml:trace>
  <inkml:trace contextRef="#ctx0" brushRef="#br0" timeOffset="35253.01">16098 13469 0,'0'0'62,"50"0"-31,-25 0-31,49 0 16,125 0-16,-100 0 31,25 0-31,-75 0 0,1 0 16,-25 0 15,0 25 62,-25-25-77</inkml:trace>
  <inkml:trace contextRef="#ctx0" brushRef="#br0" timeOffset="110644.32">18876 11311 0,'0'0'125,"75"0"-109,-75 0-16,25 0 31,49 0-31,25 25 0,-24 0 16,-1-25 15,0 24-31,-49-24 0,-25 0 15,25 0-15,0 0 47</inkml:trace>
  <inkml:trace contextRef="#ctx0" brushRef="#br0" timeOffset="163197.31">26169 1290 0,'0'0'47,"25"25"-16,-25-1-31,0-24 16,25 25 62,-1-50-47,51-74-31,-50 74 0</inkml:trace>
  <inkml:trace contextRef="#ctx0" brushRef="#br0" timeOffset="163265.31">26566 943 0,'0'0'0,"0"-25"0</inkml:trace>
  <inkml:trace contextRef="#ctx0" brushRef="#br0" timeOffset="198772.36">21729 10443 0,'-25'0'234,"0"0"-219,-49 0 1,49 0 15,-25 0 0,50 0 16,0 25 0,0-1-16,0 1-15,0-25 30,0 50-46,0-25 32,0-25-17,25 24 1,-25-24 31,50 50-47,-50-25 46,25-25-46,-1 0 16,-24 25 15,25-25 32,0 0-48,0 0 16,-25 0-15,25 0 0,0 0 30,-1 0-30,-24-25-16,0 0 16,0 25-16,0-50 15,0 50 1,0-24 31,0 24-16,0-25-16,0 0 17,0 25-17,0-25 1,0 25-1,0-25 1,0 25-16,0-49 16,0 49 171,-24-25-140,-1 25-32,25 0 16,-25 0-15,0 0 15,0 0-15</inkml:trace>
  <inkml:trace contextRef="#ctx0" brushRef="#br0" timeOffset="-191522.12">23490 11782 0,'-50'0'140,"26"0"-109,-26 0-31,25 0 16,25 0-16,-25 0 0,1 25 31,24-25 31,-25 0-30,0 0-32,25 25 15,0 24 1,-25-49 15,25 50-31,0-50 0,0 25 31,0-25-31,0 49 31,0-24-31,25 0 16,-25-25 15,25 0-31,-25 0 0,25 0 31,-1 0-31,-24 0 0,25 25 16,25-25 15,-50 0 0,25 0-31,-1 0 0,1 0 16,-25 0-16,25 0 31,0 25-31,24-25 47,-49 0-31,25-25-1,-25 25 1,0-25-1,0 0 17,0 25-32,0-25 31,0 1 0,0-1-31,0 25 0,0-25 16,0 0 15,0 0-31,0 25 31,0-24 16,0-1-16,0 0 63,0 25-79,-25 0 1,1 0 15,-1 0-31,25 0 31,-25-25 32</inkml:trace>
  <inkml:trace contextRef="#ctx0" brushRef="#br0" timeOffset="-184827.75">25350 13072 0,'-24'0'156,"-1"0"-125,25 0-31,-25 0 0,-25 0 16,26 0-16,24 0 46,-50 0-46,25 25 32,-24 0-32,49-25 31,-25 24-31,0 1 47,25 25-32,0-50 1,0 25-16,-50 0 31,50-1-15,0-24-16,0 25 15,0 0 1,0 0-1,0 0-15,25-25 16,-25 24 0,0 1-1,25-25 16,-25 0-31,25 25 0,-25-25 47,49 0-31,-49 0-1,25 0 1,-25 0 0,50 0-16,-50 0 31,25 0 0,-25 0-15,49 0-16,-49 0 15,25 0 110,-25 0-109,0 0-16,25-25 0,-25 0 31,25 25-31,-25-24 31,24 24-31,-24-25 16,0 0 15,0 0 0,0 25 0,0-25-15,0 1 15,0-1-15,0 25-16,0-25 31,0 0-31,0 0 15,0 25 17,0-25 30,0 25-31,-24-49 32,-1 24-32,25 0 16,0 25 93,-25 0 0</inkml:trace>
  <inkml:trace contextRef="#ctx0" brushRef="#br0" timeOffset="-181212.53">27409 14734 0,'0'0'32,"0"-25"-1,0 25 0,0 0-31,-25 0 0,1 0 31,-1 0-31,25 0 31,-50 0-15,25 0 0,25 0 15,-24 25-31,-1-25 15,25 25 17,0-25-32,0 25 15,0-1 16,0 1-31,0-25 0,25 50 16,-1-25 0,1 24-1,-25-49 1,0 25-16,25-25 31,0 25-31,-25 0 16,25-25-16,-25 0 0,24 0 31,-24 24-16,25-24 1,0 25 0,0-25-1,0 0 1,-1 0 46,1 0-62,0 0 31,74 0-31,-99 0 0,25-25 16,0 1 15,-25-1 0,0 25-31,0-25 32,0-25-17,0 26-15,0-1 16,-25 0-16,0 0 0,25 0 31,-25 1-31,25 24 0,0-25 16,-24 0-16,24 25 31,-25-25 0,0 25-31,25-25 31,-50 1-31,50 24 16,-24-25 109,24 25 46,-50 0-108</inkml:trace>
  <inkml:trace contextRef="#ctx0" brushRef="#br0" timeOffset="-178388.37">29518 16197 0,'0'25'124,"-25"-25"-108,0 0-16,-25-25 31,-49 25-31,25 0 0,74 0 47,-75 0-47,75 0 62,-24 0-46,24 0 78,0 0-79,0 25-15,0-25 16,0 50 15,0-50-31,0 25 0,0-25 16,0 24-1,24 1 1,-24 0-1,25-25-15,-25 25 16,25 0 0,-25-25-1,25 25 1,0-25 15,-1 0-15,-24 0 15,25 0 16,0 0-16,0 0-16,-25 0 1,25 0-16,-1 0 31,1 0-15,-25 0 15,25 0-15,0 0 15,0 0-16,-25-25 17,0 25-17,0-25 16,0 0 1,0 0-17,0 25-15,0-25 16,0-24 31,0 49-32,-25-50 16,25 50-15,0-25-16,-25 25 31,25 0-31,-25 0 31,0-24-15,1 24 0,24-25 30,-25 25 1</inkml:trace>
  <inkml:trace contextRef="#ctx0" brushRef="#br0" timeOffset="-150340.78">18876 12576 0,'0'0'93,"0"0"-77,75 0-16,-50 0 15,49 25 1,-74-25 0,25 0 15,24 0-31,-24 0 0,0 0 15,0 0 1,24 0-16,-24 0 31,50 25-31,-51-25 0,1 24 31,-25-24-31,25 0 32,-25 0-32,25 0 31,0 0-31,-1 25 109</inkml:trace>
  <inkml:trace contextRef="#ctx0" brushRef="#br0" timeOffset="-125412.34">23316 10319 0,'0'0'140,"0"0"-124,0 0-1,25 49-15,-25-49 47,0 25-16,0-25 0,0 25-15,0 0 0,0 0-16,0-25 31,0 24 0,0 1 0,0 0-31,0-25 16,0 25-16,0 0 47,0-1-47,0-24 62,0 25-31,0 0 0,0 0-31,0-25 0,0 25 16,0-1 15,0 1 0,25-25 94,-25 25-78,25-25-16,-25 50-31,25-50 16,-25 24-16,24-24 31</inkml:trace>
  <inkml:trace contextRef="#ctx0" brushRef="#br0" timeOffset="-106955.29">25177 10418 0,'-25'0'250,"0"0"-219,0 0 109,25 0-93,-24 25-16,24 0 1,-25-1-17,25-24 1,-25 25 15,0 0-31,25 0 0,-25-25 31,25 49 16,0-24-47,0-25 31,0 50-31,0-50 0,0 25 16,0-25 31,0 24-47,25 1 46,-25-25-14,25 0-17,0 0-15,-25 0 47,49 0-47,-24 0 156,-25 0-140,25 0 15,25 0-31,-50 0 62,0-25-15,0 1-31,24 24 15,1 0 0,-25-25-31,0 0 78,25-25-62,-25 50 62,0-24-63,0 24-15,0-25 16,-25 25-1,25-25-15,-25 25 63,1 0-63,24-25 15,-25 25 173,0 0-157,0 0 16,25 0-32,0-25 16,-25 1-31,25 24 32,0-25-32,-49 0 46</inkml:trace>
  <inkml:trace contextRef="#ctx0" brushRef="#br0" timeOffset="-104036.13">27186 10244 0,'0'0'141,"0"0"-126,0 25-15,0 0 16,0 0-1,0-25 32,0 74-47,0-49 31,0 0-31,0 0 32,0-25-32,0 24 31,0 1 0,0 0 0,0-25-15,0 25 15,0 0-31,0-1 16,0 1 46,0-25-31,0 25 16,0 0-31</inkml:trace>
  <inkml:trace contextRef="#ctx0" brushRef="#br0" timeOffset="-91892.43">29146 10195 0,'0'0'15,"-25"0"17,0 0 61,0 0-15,0 0 141,-49 0-173,74 0 1,0 25-16,-25 24-31,25-49 16,0 25 15,0 0 16,0 0-31,0-25 15,0 24-31,0 1 31,0 0-31,0-25 0,0 25 16,25 0-1,-25-1 16,25-24-15,-1 0-16,-24 25 0,25-25 31,0 25-31,0-25 31,-25 0-15,25 0 0,-25 0-1,49 0 16,-49 0-31,25 0 16,0 0 15,0 0-31,-25-25 16,49 0 15,-49 1 0,0 24 0,0-25 1,0 0-32,0 0 0,0 25 15,0-25-15,0 1 31,0-1 1,0 25-32,0-25 15,0 0-15,0 0 31,0 25 47,-24 0-46,24-24-17,-25-1 16,0 25 32,0-25-63,0 25 47,-49 0-47,24-25 0,25 25 93</inkml:trace>
  <inkml:trace contextRef="#ctx0" brushRef="#br0" timeOffset="-77979.63">21630 11857 0,'24'24'141,"-24"1"-126,0-25-15,0 25 16,0 25-1,0-26 17,0 26-32,25-25 62,-25 0 16,0-1-47,0-24-15,0 25-16,0 25 31,0-50-15,0 25-1,0 0 16,0-1 1,0-24-17,0 25 1,0 0 15,0 0-31,-25-25 234</inkml:trace>
  <inkml:trace contextRef="#ctx0" brushRef="#br0" timeOffset="-69796.16">25177 11733 0,'-25'24'78,"25"1"-47,0 50-31,0-26 15,-25 1-15,25-25 16,-25 24 0,25-24-16,0 0 0,0 0 31,-24 24-31,24-24 0,0-25 31,-25 50-31,25-25 16,0-1-1,0 1 1,0-25-1,0 25-15</inkml:trace>
  <inkml:trace contextRef="#ctx0" brushRef="#br0" timeOffset="-62947.77">27236 11807 0,'0'-25'15,"0"25"-15,0 0 109,0 25-93,0 0-16,0 24 0,0 51 16,24-100-1,-24 0 1,50 24-16,-50 1 0,0 0 31,0 0-31,25 0 16,-25 24-1,25-49-15,-25 25 16,0 0-1,49 0 17,-49-25 46,0 49-63,0-24 16,-25-25 1,25 50-17,0-50-15,0 25 31,0 24-31</inkml:trace>
  <inkml:trace contextRef="#ctx0" brushRef="#br0" timeOffset="-58082.49">29245 11708 0,'0'0'250,"-25"0"-235,0 0 16,0 0-15,1 25 0,24-25 15,-25 24-31,0-24 15,-25 25 32,1 25-47,24-50 16,25 0 15,-25 25 47,25-25-31,-25 24-32,25-24 1,0 25 15,0 50-15,0-75-16,0 24 15,0 1-15,0 0 0,0 0 32,25 0-32,0-25 31,0 0-16,-25 0 1,24 24 62,-24-24 31,50 0-78,-25 0-15,0 0 124,0 0-108,-25 0-32,24 0 140,1 0-109,0 0 0,-25 0 32,25 0-48,0 0-15,-1 0 16,-24 0 62,25-24-47,0-1-31,0 0 31,-25 25-31,25-25 32,-25 0-1,24 25-16,-24-24 32,0 24-47,0-50 16,0 50 46,0-25-62,0 25 31,0-49 1,-24 24-1,24 0-16,-25 25 1,25-25-16,-25 25 47,25 0-32,-25-25-15,25 25 32,-25 0-1,25-24 0,-24 24 31,-1 0 32</inkml:trace>
  <inkml:trace contextRef="#ctx0" brushRef="#br0" timeOffset="-51618.12">28501 2158 0,'0'50'31,"0"-26"-16,0 1 1,24 50-16,-24-26 16,25-24-16,-25 49 31,0-74-31,25 25 0,0-25 15,-25 25-15,74-75 63,1-49-48,24-99 1,-50 148 0,75-74-16,-49 50 15,-25 49-15,49-49 0,-74 49 31</inkml:trace>
  <inkml:trace contextRef="#ctx0" brushRef="#br0" timeOffset="-42202.58">21704 13419 0,'0'-24'172,"0"24"-157,-25 0 32,0 0-31,1 0 31,24 0-16,-25 0 0,-25 0 16,25 0-16,1 24-15,24-24-16,-25 25 31,25 0-16,-25 25 1,25-50 0,0 24-16,0 1 15,0 0 1,0-25 15,0 25-31,0 0 31,0-1-15,25 1 31,-25-25-16,49 0-16,-24 25-15,0-25 47,0 0-31,-25 0-1,25 0 1,-1 0-16,1 0 0,-25 0 16,25 0 15,0 0-16,-25 0 1,25 0-16,-25 0 31,25 0 0,-1 0-31,1 0 32,-25 0-17,50-25 1,-1 25 15,-49-25-15,0 25-16,0-24 31,0-1-31,0 0 15,0 25 1,0-25 15,0 0 0,0 1-31,0 24 16,0-25 15,-24 0-15,-1 25 15,25 0-31,-25-25 31,25 25 0,-25-25 1,25 25 14,-25 0-14,1 0 77,24 0-62,-25 0-16,0 0-16,0-24 1,25-1 62</inkml:trace>
  <inkml:trace contextRef="#ctx0" brushRef="#br0" timeOffset="-35836.22">23465 13246 0,'-25'49'156,"25"-24"-140,0 25-16,0-25 0,0-1 31,0 100-31,0-99 15,0 0 1,0 25-16,0-26 31,0 1 47,0 0-62,0-25 31,0 25 15</inkml:trace>
  <inkml:trace contextRef="#ctx0" brushRef="#br0" timeOffset="-29063.83">27310 12973 0,'0'0'94,"0"0"-79,0 49-15,0-24 32,0 25-32,0-25 0,0-1 31,0 26-31,0-50 15,0 25 17,0-25-17,0 50 16,0-26-31,0-24 16,0 50 0,0-50 124,0 25-31,0-25-93,0 49-16,25-24 15,-25 0 126,0 0-126,0-25 63,0 0-46,-50 0-17,50 0-15</inkml:trace>
  <inkml:trace contextRef="#ctx0" brushRef="#br0" timeOffset="-26371.68">29220 12923 0,'0'0'93,"0"0"-93,0 0 31,0 25-31,0 0 16,0 0 0,0-1-16,-25 1 31,25 0-31,0-25 31,0 50-15,-49 24-1,49-24 1,0-25-1,0-25-15,0 24 16,0 1 0,0-25-1,0 25 1,0 0-16,0 0 31,0-25-15,0 24-1,0 1 1,0 0-1,0-25-15,0 25 16,0 0 0,0-1 15,0-24-16,0 25 1</inkml:trace>
  <inkml:trace contextRef="#ctx0" brushRef="#br0" timeOffset="-4991.45">21654 14610 0,'0'25'109,"0"24"-93,0-24-16,0 0 0,0 25 15,0-50-15,0 24 16,0 1-1,0 0 17,0 25-32,0-26 15,0-24-15,0 25 0,0 0 31,0 0 1,25 0-17</inkml:trace>
  <inkml:trace contextRef="#ctx0" brushRef="#br0" timeOffset="-124.18">23465 14585 0,'0'50'156,"0"-50"-141,0 99-15,0-99 16,0 25-16,-49 49 31,49-24-31,0-50 16,0 25-16,0-1 15,0 1 1,0-25 0,0 25-16,0 0 31,-25 0-16,25-25 48,0 24-48,0 1 32,0-25 94</inkml:trace>
  <inkml:trace contextRef="#ctx0" brushRef="#br0" timeOffset="6844.22">25301 14635 0,'0'25'187,"-25"-1"-156,25 1 31,0 50-62,0-75 32,0 24-32,0-24 0,0 25 31,0-25 16,0 25-32,0 0-15,0 0 0,0-25 31,25 49-31,-25-49 0,0 25 32,0-25 92,0 25-92,0 0-17,0-1 1,0-24-16,0 25 93,0 25 48</inkml:trace>
  <inkml:trace contextRef="#ctx0" brushRef="#br0" timeOffset="18131.87">29046 14684 0,'0'0'141,"0"0"-141,0 50 0,0-50 31,0 99-31,0-99 0,0 50 15,0-1 17,0-49-32,0 25 0,0 25 15,0-50-15,0 49 0,0-49 47,0 25-47,0-25 16,0 25 218,0 0-203,0 0-31</inkml:trace>
  <inkml:trace contextRef="#ctx0" brushRef="#br0" timeOffset="30197.56">27732 16049 0,'0'0'47,"0"0"-16,0 24-31,0-24 0,0 50 16,0 0-1,0-1-15,0-24 32,0 25-32,0-26 0,-25 51 31,0-1-31,25-49 15,-25-25 1,25 25-16,0 0 16,0-25 46,0 25-46</inkml:trace>
  <inkml:trace contextRef="#ctx0" brushRef="#br0" timeOffset="32812.71">25425 16148 0,'0'0'62,"0"49"-46,0-24-16,0 0 15,0 25 1,0-26-16,0 51 47,25 322-16,-25-372-31,0-25 15,0 24-15,0 1 0,0 0 32</inkml:trace>
  <inkml:trace contextRef="#ctx0" brushRef="#br0" timeOffset="36299.91">23465 16371 0,'-25'0'16,"1"0"15,-1 0-31,25 0 31,-25 0-31,0 0 31,0 0 16,25 0-16,-24 0-31,-1 0 63,0 0-48,25 25-15,0 0 16,0 0 0,0-25-16,0 49 15,0-49 1,50 50 15,-1-1-31,-49-49 31,0 25-31,25-25 0,0 0 31,-25 0-31,25 0 0,24 0 16,-49 0-16,25 0 31,49 25-15,-49-25-16,0 0 47,49 0-47,-49 0 31,-25 0-16,25 0 1,-25-25-16,0 0 0,0 1 31,0-1-31,0 25 16,0-50-1,0 50 1,0-25-16,-25 25 31,0-24 0,25 24 16,-74-25-47,74 0 31,-50 25-15,50 0 15,-24 0 0,24 0-15,-25 0 78,0 0-63</inkml:trace>
  <inkml:trace contextRef="#ctx0" brushRef="#br0" timeOffset="39532.08">21853 16197 0,'-25'0'16,"25"0"15,-25 0-16,-24 0 1,49 0-16,-25 0 31,0 0-31,0 0 0,25 0 47,-25 0-47,1 0 47,24 0-32,0 0-15,0 25 0,0 0 32,0 0-32,0-25 15,0 25 1,0 24-1,0-24-15,0 25 0,24-1 16,-24 1 0,0-50-1,25 25 1,0-25 15,25 0-15,-50 0 15,25 0-31,-1 0 15,1 0 32,-25 0-31,25 0 15,0-25-31,-25 0 16,25 0-16,-25 1 15,0 24 1,0-25 15,0 0-15,0 0 15,0 25-31,0-25 31,0 0-15,0 1-16,0 24 31,0-50-31,0 25 15,0 25 32,0-25-47,0 1 0,-25 24 31,25-25-31,-25 25 32,0-25-17,25 25-15,-25-25 78,25 0-62,-24 25-1,-1 0 48</inkml:trace>
  <inkml:trace contextRef="#ctx0" brushRef="#br0" timeOffset="44499.38">14238 16421 0,'-25'0'78,"25"25"-62,0-1-16,0 1 0,25 0 31,-25 0-31,25-25 0,-1 25 16,1-1 15,-25-24 94,50 0-110,0-24 1,-26-1-1,26 0-15,-50 0 32,25 0-1,-25 25-31,25 0 0,-1-24 15,-24 24-15,25-25 32,-25 25-32,25-25 31,25 0-31,-50 0 15,49 0 1,-49 1 15,25-1 0,0 0-31,0 0 0,24-24 32,1 24-32,-50 25 15,49-50 1,1 50 15,-50-25-31,50 25 31,-26-49-31,26 24 0,-25 25 31,0-25-31,-1 25 47,51-49-47,-50 24 0,49-25 31,-24 50-31,-25-25 0,-1 1 16,1 24 15,0-25-31,0 0 16,-25 25 155</inkml:trace>
  <inkml:trace contextRef="#ctx0" brushRef="#br0" timeOffset="59364.23">18604 670 0,'0'0'31,"0"0"-15,24 124 15,1-99-16,25 74 17,-50-25-32,0-49 15,49 49-15,-49-49 16,0 50-16,50-1 15,-50-24-15,0-1 0,0-24 32,0 25-32,25-26 0,-25 51 15,0-50-15,0 24 16,0-24-16,0 50 15,0-51 1,0 1-16,0 25 16,0-1-16,0 1 15,0 24-15,0-74 0,0 50 16,0 0-16,0-50 15,0 49-15,0-24 16,0 49 0,0-24-16,-25 0 15,25-1-15,0 26 16,0-26-16,0-24 15,0 49-15,0 1 16,0-1-16,0-24 0,0 24 16,0 26-16,0-26 15,0 25 1,0-24-16,0-1 15,0 25-15,0-24 16,0 24-16,0-25 16,0 50-1,0-24-15,0-26 16,25-24-16,-25 49 0,0 25 15,0-25-15,0-25 16,0 26-16,0-26 31,0 25-31,0-24 0,0 24 16,0-25-16,0 26 0,0-51 15,0 26-15,0-51 16,0 51 0,0-26-16,0 1 15,0 24-15,0-49 0,0 50 16,25-1-16,-25 0 47,49 150-47,-49-199 0,0 49 15,0-49-15,0 24 0,0-24 16,0 0-16,0 0 15,0 24 1,0 26-16,0-1 16,0-24-16,0-1 0,0-24 31,0 74-31,0-74 31,0 0-31,0 25 16,0-26-16,0 51 15,0-50-15,0 49 16,0 1-1,0-26-15,0 1 16,0-1-16,0-24 0,0 0 16,0-25-16,0 25 31,0 0-16,0-1-15,0-24 0,25 25 16,-25 0 31,25 0 15,-25-25-62,25 0 16,99 0-16,-25 0 0,25 0 15,49 0 1,1 0-16,-75 0 16,50 0-16,-25 0 0,-25 0 15,1 0-15,-26 0 16,25 0-1,-24 0-15,-1 0 0,-24 0 16,-1 0-16,26 0 16,24 0-1,25 0-15,-74 0 0,247 0 16,-198 0-1,1 0 1,-1 0-16,25 0 16,-50 0-16,-24 0 0,49 0 31,-24 0-31,-1 0 0,25 0 15,-74 0-15,149 25 0,-75-1 32,50-24-32,-25 0 0,223 0 15,-173 0 1,198 0-1,-199 0 1,-24 0-16,-25 0 0,-25 0 16,25 0-16,-24 50 15,48-50 1,51 0-16,-75 0 15,25 0-15,0 0 0,-25 0 32,124 25-32,-75-25 0,1 0 15,0 0-15,24 0 31,0 0-31,1 0 0,-26 0 0,175 0 32,-249 0-32,25 0 15,-50 25-15,-49-25 16,74 0-1,-49 0-15,24 0 16,100 0 0,0 0-16,198 0 15,-174 0 1,125 0-1,-174 0-15,24 0 16,-98 0-16,-1 0 16,-24 0-1,-50 0-15,24 0 0,1 0 31,0 0-15,0-25 15,0 0-15,-25 0-1,24 25-15,-24-25 16,25 1-16,-25-1 16,0 25-1,25-25-15,-25 0 16,50 0-1,-50 25-15,0-24 16,24-1 0,1 0-16,0 0 15,0 0 1,-25 25-1,0-49 1,49 24-16,-49 0 16,50-24-1,-50 49 1,25-25-16,-25 0 0,25 25 15,-25-25 1,24 25 0,-24-25-1,25 0-15,-25 25 0,50-24 16,-25 24-16,-25-25 47,24 0-32,-24 25 1,0-25-16,0 0 0,0-24 31,0-1-31,0-24 0,0-1 31,0-197-31,0 222 16,0-49-1,0 0-15,0-1 0,0 26 16,-24-25-16,24 24 16,-50-98-1,0 49 1,50 74-16,-49-49 0,49 24 31,-25-24-31,25 74 0,-25-124 16,25 100-16,0-1 0,0-24 15,0-1-15,-49 1 16,49 0-16,0 24 31,0 0-31,-25 1 16,0-26-16,25 26 15,-50-50 1,50 49-16,-24 0 0,-1-24 31,0 0-31,25 24 0,-25 0 16,25 1-16,-49-26 15,24 26-15,25-26 16,-25-24-1,25 49-15,0-24 0,0 0 16,0 24-16,0 0 16,0 26-16,-50-51 15,26 26 1,24-1-16,0 0 0,0-24 15,-25 24-15,25 1 16,0-26-16,-25 26 16,0-26-1,25 50-15,0-49 0,-25-25 16,25 0-1,0-1 1,-24 51-16,24-26 16,0 26-16,0-26 31,-25 51-31,25-26 0,0 0 15,0-24-15,0 74 16,0-50-16,-25 1 0,25-1 31,0 25-31,0 0 0,0-24 31,0 24-31,0 0 0,0 0 0,0-24 16,-25 24-16,25 0 16,0-24-16,0 24 31,0 0-31,0-25 0,-25 26 15,-24-26-15,49 25 0,-50-49 16,1 74 0,49-50-1,-125 1-15,51 49 16,-25-25-16,-124-25 0,-249 25 15,150-49 1,-1 74 0,26 0-16,-26 0 15,-24 0-15,99 0 16,-25-50-16,-25 50 15,75 0-15,-50 0 0,1 0 32,-274-49-32,298 49 15,25 0-15,-1-25 16,26 25-1,-1 0-15,1 0 16,24 0-16,-24 0 0,-125 0 16,150 0 15,-100 0-31,174 0 0,0 0 31,-1 0-31,-24 0 0,25 0 47,-273 0-47,298 0 0,-1 0 15,-223 0 17,199 0-32,0 0 0,-174 0 31,124 0-31,75 0 15,-571 0 32,620 0-16,-24 0 94,49 0-109,-50 0-16,25 0 0,0 0 15,-24 0-15,24 0 16,0 25-16,0-25 16,1 24 15,-1-24-16,-50 50 17,75-25-32,-24-25 15,-1 25 1,0-25 218,25 25-219</inkml:trace>
  <inkml:trace contextRef="#ctx0" brushRef="#br0" timeOffset="62604.41">17462 5159 0,'0'0'15,"-74"0"-15,0-24 16,-1 24-16,-24 0 15,-50 0 1,25 0-16,0 0 0,0 0 47,-174 0-47,174 0 0,25 0 31,-397 99-15,422-99-16,49 49 31,-74 51-31,74-76 0,-50 51 47,-197 123-47,247-148 15,-149 124 16,125-100-31,-26 100 32,75-125-32,-25 1 31,-49 148-31,74-123 0,-74 49 15,24 124 1,25-149-16,25 25 31,-124 174-15,124-249-16,0 50 15,0-24-15,0 49 0,0 0 32,0 174-32,0-199 0,0-74 31,0 74-31,0 50 0,75 24 31,-26 175-31,75-175 0,-49-24 16,-26 0-16,26 24 0,-26-24 31,75 25-31,-25-25 0,-49-25 15,74 74-15,0-74 16,0 25 0,-49-50-16,49 25 0,-25-49 15,0 49 1,-74-75-1,49 26-15,-49-75 16,49 25-16,-24-1 0,-25 1 31,0-25-31,24 25 0,-24-25 16,-25 0-1,99 0 1,-49 0-16,-25 0 31,49 0-31,-74 0 16,99 0-1,-74 0-15,0 0 16,-25 0 31,25 0-16,99 0-31,-99 0 16,-25 0 15</inkml:trace>
  <inkml:trace contextRef="#ctx0" brushRef="#br0" timeOffset="63707.47">16619 11013 0,'0'0'16,"0"-25"46,25 25-46,-25 0-16,50 25 0,-26 25 31,26 24-31,24-24 15,-74 0-15,25-26 0,25 26 16,-50-50-16,25 25 16,-1 24-1,1-49 1,0 0-16,0 0 31,0 25-15,-1-25-1,-48 50 204,-1-25-188,-124 74-31,75-25 0,-26 1 15,-148 49-15,199-75 32,49-24-32,-50 0 0</inkml:trace>
  <inkml:trace contextRef="#ctx0" brushRef="#br0" timeOffset="65251.56">16644 10889 0,'-25'25'78,"25"-25"-47,0 74-31,0-74 0,0 50 16,0 0 0,0-26-16,-25 26 15,25 49-15,0-74 31,-24 25-31,24-25 0,0 24 16,0-24-16,0-25 0,0 25 31,0 0 0,0-1 1,0-24-32,0 25 15,0 0-15,0 0 16,-25 0-1,25-1 17,0 1-32,0-25 31,-25 75-31,25-51 15,0 51-15,0-75 32,0 25-32,0-1 31,0 1 0</inkml:trace>
  <inkml:trace contextRef="#ctx0" brushRef="#br0" timeOffset="75491.15">5854 10492 0,'25'0'156,"-25"0"-140,49 0-16,1 0 0,24 0 31,50 0-31,-49 25 15,-26-25-15,26 0 16,-26 0-16,26 0 16,-50 0-1,123 0-15,-73 0 16,-1 0-1,50 0-15,-49 0 16,98 0-16,-148 0 16,25 0-1,-1 0-15,26 0 0,-26 0 31,1 0-31,24 0 0,1 0 32,123 0-32,-173 0 0,49 25 15,1-25-15,-50 0 31,148 0-31,-148 0 0,50 0 32,24 0-32,-50 0 0,-24 0 31,74 0-31,-74 0 0,25 0 47,223 0-47,-199 0 31,149 0-16,-148 0-15,-50 0 16,24 0-16,-24 0 31,0 0-31,0 0 0,-25 0 0,24 0 31,1 0-31,0 0 0,49 0 16,-24 0 0,0 0 15,123 0-31,-173 0 15,25 0 1,25 0-16,-26 0 0,51 25 31,-1 0-31,-49-25 16,50 0-16,-51 0 0,51 0 31,-1 0-31,25 0 0,-24 24 16,49-24-16,-99 0 15,74 0 1,-25 25-16,1-25 0,-26 0 15,26 0-15,24 0 32,0 0-32,0 50 15,-74-50-15,50 0 0,-1 0 31,25 0-31,-49 0 0,-1 0 16,26 0-16,-50 0 16,24 0-1,-24 0 1,0 0-16,24 0 31,-49 0-31,25 0 16,0 0-16,0 0 0,-25 0 31,49 0-31,-24 0 15,-25 0-15,50 25 16,-25-25 0,-25 0-16,74 0 15,-49 0 1,0 0-1,-25 0-15,49 0 16,-24 0-16,-25 0 31,25 0-31,0 0 16,0 0-1,-1 0-15,1 0 0,0 0 16,0 0-16,24 0 16,1 0-1,-50 0-15,50 0 16,-1 0-16,26 0 0,-26 0 31,1 0-31,-1 0 0,1 0 16,-25 0-16,24 0 0,-24 0 31,0 0-16,50 0-15,-51-25 0,51 25 32,-1 0-32,-24-25 15,123 25-15,-98 0 16,98-50-1,-148 50 17,-25 0-32,25 0 171</inkml:trace>
  <inkml:trace contextRef="#ctx0" brushRef="#br0" timeOffset="78556.32">5755 11757 0,'24'0'93,"1"0"-77,50 0-16,-1 0 31,125 0-31,-51 0 16,-48 0-1,222 0-15,-198 0 31,99 0-31,-173 0 0,0 0 47,322 0-47,-298 0 31,75 0-31,-75 0 0,25 0 16,-24 0-16,49 0 16,-25 0-1,25 0-15,-25 0 0,-24 0 31,24 0-31,-25 0 0,-49 0 16,74 0-16,-74 0 0,25 0 47,124 0-47,-150 0 0,76 0 15,-51 0 17,75 0-32,-74 0 0,-25 0 31,24 0-31</inkml:trace>
  <inkml:trace contextRef="#ctx0" brushRef="#br0" timeOffset="70848.72">1017 13891 0,'-25'0'15,"0"0"32,1 0-47,-1 0 16,0 0-16,0 0 31,-74 49-31,49-49 31,50 0-31,-49 25 0,49-25 16,-25 0-1,0 25 17,0 0-1,25-25 31,0 24-46,0 1-1,0 0-15,0-25 16,0 25 0,25 24-16,0-24 15,0-25 16,0 0-31,-25 0 16,24 25-16,1-25 47,0 0-16,-25 0-31,25 0 16,0 0-16,24 0 0,-49 0 31,50 0-31,-25 0 15,-25 0 1,24 0 31,51 25-32,-75 0 1,0-25-16,0 24 16,0 1-16,0 0 15,0-25 1,0 25-16,0 25 0,0-50 15,0 49 17,0-49-32,0 25 15,-25-25-15,-25 0 16,1 0-1,24 25-15,-25-25 16,-24 0-16,49 0 0,0 0 31,-24 0-31,-1 0 16,25 0-16,25 0 31,-24 0-15,-26 0 15,50 0-31,0-25 15,0 25-15</inkml:trace>
  <inkml:trace contextRef="#ctx0" brushRef="#br0" timeOffset="71742.77">1389 14188 0,'0'0'63,"0"50"-63,0-25 31,0 49-31,0-24 0,0-25 16,0 49-16,0-49 15,0 24 1,0 1-16,0 24 0,0 75 15,0-99 17,0-1-32,0-24 0,0 0 15,0-25 110,-25-50-109</inkml:trace>
  <inkml:trace contextRef="#ctx0" brushRef="#br0" timeOffset="72880.84">1364 14213 0,'25'0'62,"-25"0"-46,25 0-16,-25 0 31,25 0-31,-1 0 16,26 25-1,-50-25-15,25 0 0,-25 25 31,25-1-15,-25-24 15,24 25-31,-24-25 0,0 25 31,0 0-15,0 0-16,0-25 16,0 25-1,0-1 1,0 1 15,0-25 0,-24 25-15,-1-25-16,25 0 31,-50 0-31,25 0 16,1 0-16,-1 0 31,0 0-16,0 0 32,25 0-47,-25 0 47,1 0 62,-1 0-93,25-25-1</inkml:trace>
  <inkml:trace contextRef="#ctx0" brushRef="#br0" timeOffset="99062.33">2133 14238 0,'-49'0'31,"24"0"1,25 0-1,-50 0 0,25 0 31,1 25-46,24-25 15,0 24-15,0-24 15,0 50-31,0-25 0,0-25 16,0 25 15,-25 24-31,25-49 31,0 25 0,0 0 0,25 0-15,-1-25 0,-24 0 15,25 0-16,25 0 17,-1 0-32,-24 0 15,0 0-15,0 0 0,0-25 16,-25 25-16,24-25 31,-24 0-31,0 1 16,0 24-1,0-50 16,0 50 1,0-25-1,0 25 0,0-25 0,0 25 16,0-25 15,0 25 16,0 0-62,0 25-16,0 25 16,0-50-16,0 50 0,0-26 31,0-24-31,0 50 0,0-50 15,25 25 32,0-25-16,-25 0-31,25 0 141</inkml:trace>
  <inkml:trace contextRef="#ctx0" brushRef="#br0" timeOffset="100377.4">2604 14287 0,'0'-24'47,"0"24"16,0 0-1,-49 0-46,24 0 15,-25 0-31,50 0 31,-24 0-31,24 24 16,-25-24 30,25 25-46,0-25 32,0 25-1,0 0-16,0 0 17,0-25 14,0 25-46,0-1 0,25 1 16,-1 0 15,1-25-31,-25 25 0,25-25 16,0 0-16,0 0 0,-1 0 15,1 0 1,0 0 15,0 0-15,0 0 62,-25 0-63,25 0 32,-25 0-16</inkml:trace>
  <inkml:trace contextRef="#ctx0" brushRef="#br0" timeOffset="102420.52">2778 14312 0,'0'0'31,"25"0"-31,25 0 16,-1 0-16,1 0 31,-1 0-31,1 0 16,24 0-16,-49 0 31,0 0-31,0 0 47,-25 0-47,25 0 0,-1 0 31,1 0-31,-25 0 0,25 0 31,0 0 16,-25-25 0,0 25-16,-25-24-31,25 24 15,-25 0 32,0 0-47,1 0 0,24 0 16,-25 0-16,0 0 0,-25-25 31,1 25 0,49 0-31,-25 0 0,25 0 109,-50 0-93,50 0 15,-49 0 47,-1 0-47,50 0 1,-25 25-1,25-25 0,0 24 0,-24 1-31,-1 0 63,25-25-32,0 25-31,0-25 31,0 25-31,0 0 31,0 24 0,0-49-31,25 25 0,-25-25 16,24 50 0,1-50 15,0 0-31,-25 0 15,25 0 1,-25 0 0,25 24 46,-1-24-46,1 0-16,0 0 0,25 25 31,-26-25-31,1 0 0,-25 0 15</inkml:trace>
  <inkml:trace contextRef="#ctx0" brushRef="#br0" timeOffset="104016.62">4291 13965 0,'-49'0'109,"24"0"-94,0 0 1,0 0-16,-24 0 16,24 0-16,0 0 31,0 0-31,0 0 15,1 0 1,-1 25 0,-50 24-16,75-24 31,-24 0-31,24-25 31,0 25-31,0-25 31,0 25 0,0 24-31,0-49 16,0 25-16,0 0 0,0 0 31,0 49-31,-25-49 31,0 0-31,25 24 32,0-49-32,0 25 0,0 25 15,0-1 1,0-24-1,0-25-15,0 25 32,0 0-32,0 0 15,0-25 16,0 24-31,50-24 32,-50 0-32,49 25 15,-24-25 1,-25 0-1,25 0-15,24 0 16,-24 0 0,25 0-16,-25 0 15,-25 0 16,24 0-15,1 0 0,0 0 30,-25 0 17</inkml:trace>
  <inkml:trace contextRef="#ctx0" brushRef="#br0" timeOffset="105434.7">4539 14387 0,'-25'0'16,"1"0"109,-1 0-110,25 0 1,-75 25-16,75-1 15,-24-24-15,-1 25 16,0 0 0,25 0-16,-25-25 15,25 25 32,0-25 0,0 24-32,0 1-15,0-25 16,25 25 0,-25-25-1,25 25 1,-25-25-1,49 0-15,-49 0 16,50 0 0,-50 0-1,25 0-15,-25 0 16,49 0-1,-49 0-15,25 0 16,-25 0 46,0-25-30,0 0-17,0 0 16,0 25-31,0-49 16,0 24-16,0 25 16,0-25 30,0 0-30,0 1 0,0 24 46,0-25-46,0 0-1,-25 25 63,1-25-62</inkml:trace>
  <inkml:trace contextRef="#ctx0" brushRef="#br0" timeOffset="107723.83">4762 14436 0,'0'0'47,"0"25"-16,0 0-31,0 0 0,-24-25 0,24 49 32,0-24-1,0-25-31,-25 25 31,0 0 94,25-25-94,0 0 0,0-75-31,0 75 16,0-49-16,25 24 31,0 0 0,24 0-15,-49 1 15,25 24-31,0 0 78,-25 0-62,25 0-16,-25 0 31,49 0-31,-49 0 15,25 0 32,-25 0-16,0 0-31,25 49 0,-25-49 32,0 75-32,0-51 0,0-24 31,0 25-31,0-25 93,0 0-30,0-25-48,0 25-15,25-24 16,-25 24 0,25-25-1,24 0 32,-49 0-31,50 25-16,-1-25 0,-49 25 31,25 0-31,0 0 47,0 0-32,-25 0 48,25 0-48,-1 25 16,-24-25-31,0 25 0,0-25 16,0 50-16,0-26 31,0 1-31,0 0 16,0-25 46,-24 25 63</inkml:trace>
  <inkml:trace contextRef="#ctx0" brushRef="#br0" timeOffset="108893.9">5407 14387 0,'-24'25'31,"24"-1"-16,0-24 17,24 25-32,-24 0 0,0-25 15,25 25-15,-25-25 16,0 74-1,0-49 1,0 49-16,0-49 0,25 25 31,0-50-31,-25 25 16,0-1-1,0-24 1,0 25-16,0 0 16,0 0 15,0-25-16,0 0 157,0-50-141</inkml:trace>
  <inkml:trace contextRef="#ctx0" brushRef="#br0" timeOffset="110051.96">5457 14486 0,'0'0'31,"0"-50"-31,25 50 31,0-24-31,-1 24 47,-24 0-16,25 0-31,0 0 16,0 0 15,-25 0-31,25 0 31,24 0-31,-49 0 0,25 0 47,-25 24-16,0 1 16,0 0-47,0-25 0,0 50 16,-25-50 15,0 24-31,1 1 16,24-25-1,-25 0 16,0 0-31,0 0 0,25 0 110,-25 25-64,1-25 48</inkml:trace>
  <inkml:trace contextRef="#ctx0" brushRef="#br0" timeOffset="111321.03">5904 14238 0,'0'0'62,"0"25"-31,0 24-31,0-24 0,0 25 32,0-25-32,0-1 0,-25 26 31,25-50-16,0 25-15,0 0 32,-25-1-32,25 1 15,0 0 16,0 0-31,0-25 32,0 25-32,-25-1 0,25 1 31,0-25-16,0 25-15,-25 0 32,25-25-32</inkml:trace>
  <inkml:trace contextRef="#ctx0" brushRef="#br0" timeOffset="112812.12">6152 14560 0,'24'0'47,"26"0"-16,-50-24 31,0 24-46,0-25 62,-25 25-63,25 0 17,-25-25-1,25 25 16,-49 0-1,24 0-30,25 0-16,-25 0 31,0 0-31,1 0 31,-1 0-31,0 50 32,0-1-32,25-49 15,0 25 1,0 0-1,0 0 32,0-25-47,0 24 16,25 1-16,-25-25 47,25 25-32,49-25 16,-74 0 1,25 0-17,25 0 1,-50 0 171,0 0-171,0-25-1,0 25 1,24-49-16</inkml:trace>
  <inkml:trace contextRef="#ctx0" brushRef="#br0" timeOffset="114498.22">6375 14486 0,'25'0'78,"-25"0"-62,24 0 15,76 50-31,-76-26 16,-24 1-1,25 0-15,-25-25 31,0 25-15,0-25-16,0 49 31,0-49-31,0 25 47,-49 50-16,49-75 78,49-25-93,1 0-16,-50 0 16,25 25-16,-25 0 15,24-25 1,1 25 15,-25 0-15,25-24-16,0-1 0,0 0 31,-25 0-31,24 25 15,-24-25 48,0 25-32,0-24 16,0 24-32,-49 0 95,49 0-95,-25 0-15,25 0 31,0 0-31,0 24 32,0 26-32,0-50 15,0 25 16,0-25-31,0 25 16,25-1 0,-25 26 30,49-50-30,-49 0 0,25 0-1,25 0 1,-50 0 15</inkml:trace>
  <inkml:trace contextRef="#ctx0" brushRef="#br0" timeOffset="115803.29">7045 14536 0,'-25'0'124,"50"0"-108,-25 49 0,0-24-16,0 0 15,0 0-15,0-1 16,0 1 15,0-25 63,0 25-1,0 0-77,0 0-16,0-25 62,0 24-46,24 1 15,-24 0-15,0-25 93,0-74-109</inkml:trace>
  <inkml:trace contextRef="#ctx0" brushRef="#br0" timeOffset="116251.32">6970 14287 0</inkml:trace>
  <inkml:trace contextRef="#ctx0" brushRef="#br0" timeOffset="117497.39">7218 14188 0,'0'-25'31,"25"25"-16,-25 0-15,0 0 0,25 50 47,-25 49-47,0-74 16,0 50-16,0-51 15,0 1 1,0 50-16,0-75 16,25 49-1,-25-24 1,0-25-1,24 99 1,-24-74 0,0-25 15,25 25-16,0-25 63,-25 25-62,25-1 124,0-24-124,-25 0-16,49 0 16,-49-24-16,25 24 15</inkml:trace>
  <inkml:trace contextRef="#ctx0" brushRef="#br0" timeOffset="118186.43">7193 14486 0,'0'0'47,"0"0"-32,50 0 1,-25 0-16,0 0 16,-1 0 30,1 0-30,0 25-16,25-25 0,-26 0 31,26 0-31,-50 0 0</inkml:trace>
  <inkml:trace contextRef="#ctx0" brushRef="#br0" timeOffset="120148.54">7541 14486 0,'24'0'47,"1"0"-16,0 0-31,-25 50 0,25-1 47,0 1-47,-25-50 47,24 25-47,-24-25 16,25 24-16,0 1 31,-25-25 0,25 0 31,-25 0-46,25-25-16,-25 1 0,0 24 31,49-50-31,-49 25 0,0 0 31,0 25-15,0-24 15,0-1-31,0 0 16,0 25 31,0 0 77,0 0-92,0 25-32,0 0 15,0 49-15,0-24 0,0-50 31,0 124-15,0-50 0,0-49 15,0-25-31,0 25 0,0-1 31,0 1-15,0-25 15,0 25 0,0 0-15,0 0-1,0-25-15,0 24 63,0-24-32,-49 0-31,49 0 31,-25 0-31,25 0 16,-50 0-16,50 0 15,-25 0 1,25 0-16</inkml:trace>
  <inkml:trace contextRef="#ctx0" brushRef="#br0" timeOffset="137817.54">8434 14585 0,'0'0'31,"24"0"-15,-24 0 15,25 0-31,-25 0 31,50 0 0,-50 0-15,25 0-16,-25 0 15,49 0-15,-49 0 0,25 0 32,-25 0-32,50 0 15,-50 0 1,24 0-16,-24 0 31,50 0-31,-50 0 47,25 0-32,-25 0-15,49 0 16,-49 0-16,25 0 94</inkml:trace>
  <inkml:trace contextRef="#ctx0" brushRef="#br0" timeOffset="139009.62">8508 14808 0,'0'0'109,"25"0"-62,74 0-47,-49 0 0,-26 0 31,51 0-31,-75 0 0,49 0 31,-24 0-31</inkml:trace>
  <inkml:trace contextRef="#ctx0" brushRef="#br0" timeOffset="144522.93">10195 14560 0,'0'0'78,"0"0"-47,0 25-31,25-25 15,-25 25 1,0 0-16,0 0 0,0-1 16,0 26-1,0-50-15,0 50 31,0-26-31,0 1 0,24-25 78,-24 0 16,0 0-78,0-25-16,0 1 15,0-26-15,0 25 0,25-49 31,-25 49-31,25 0 16,0-24 0,-25 24 30,25 25-30,-25-25 15,0 25 16,0-25-16,24 0 0,26 25-15,-25 0-16,-25 0 31,49 0-31,-49 0 16,0 25-16,25-25 15,-25 25 1,25-25-16,-25 50 31,0-26-31,0-24 0,25 50 31,-25-50-31,0 25 0,0 0 0,0-1 16,0-24 0,0 25-16,0-25 15,0 50-15,0-50 31,0 25-15,0-25-16,0 49 31,0-49 0,0 25-31,-25 0 0,25 0 16,0-25 15,-25 0 32,0-25-48,25-50-15</inkml:trace>
  <inkml:trace contextRef="#ctx0" brushRef="#br0" timeOffset="146417.04">10716 13965 0,'24'0'16,"-24"0"77,25 0-77,0 0-16,0 0 31,-25 0-31,25 0 16,-1 0 15,-24 0-31,25 25 31,-25 0-15,0-1 31,0-24-32,0 25 1,0 0-1,0 0 1,0-25 15,-25 49-31,-24-49 0,49 50 31,-75-50-15,51 25 62,24 0 62,0-25-93,24 24-47,-24-24 16,50 0-16,-50 0 31,25 0-31,-25 0 31,49 0-31,-24 0 16,-25 0-16,50 0 31,-50 0-31,25 0 16,-25 0-1,49 0 16,-49 0-31,25 0 16,-25 0 124</inkml:trace>
  <inkml:trace contextRef="#ctx0" brushRef="#br0" timeOffset="148549.16">9475 14461 0,'-24'0'156,"24"0"-109,-50 0 0,50 0-16,-25 0-15,25 25-1,0-25 1,0 50-16,0-26 47,0 26-47,-25-50 15,25 25 1,0-25-16,0 49 31,0-49-31,0 25 31,0-25-15,0 50-16,0-50 15,0 25 1,25-25-16,-25 24 31,25-24 0,0 0 1,49 25-32,-74-25 15,25 0 1,-25 0-1,50 0-15,-26 0 32,-24 0-32,50 0 62,-50-25-31,0 1-15,0 24 46,0-25-31,0 0-31,0 0 0,0 25 32,0-49-17,-50 24 1,26 0-1,24 25 32,0-50-16,-25 50-15,25 0 15,-25-24-31,25 24 125</inkml:trace>
  <inkml:trace contextRef="#ctx0" brushRef="#br0" timeOffset="149335.21">9500 14461 0,'0'0'78,"0"0"-78,0 25 31,0 0-31,0 0 0,0 49 31,0-49-31,0-25 16,0 25-1,0-25 17,0 24-32,0-24 15,0 25 16,0 0-15,0-25 15,0 25 0,25-25-15,-25 0-16</inkml:trace>
  <inkml:trace contextRef="#ctx0" brushRef="#br0" timeOffset="150481.27">10120 14263 0,'-49'0'47,"49"0"-16,-25 0-31,0 0 31,-25 49-31,50-49 32,-24 50-32,24-50 15,0 50 1,-25-50-1,25 24-15,0-24 16,0 50-16,0-50 16,0 25-16,0-25 15,0 49-15,0-49 16,0 25-1,0 0-15,0 0 16,0 0-16,0-1 31,0 1-31,0-25 0,0 25 16,25 0-16,-25 0 47,49 49-47,-49-74 0,50 50 46,-50-26-46,25-24 32,-25 25-32,0 0 31</inkml:trace>
  <inkml:trace contextRef="#ctx0" brushRef="#br0" timeOffset="152378.37">11311 14412 0,'0'0'125,"0"0"-110,0 0-15,25 49 16,-25-49 15,25 25-31,-25-25 31,0 50-31,0-26 16,0-24-1,0 0-15,0 50 32,0-50-32,0 25 15,0-25 1,0 49-16,0-49 15,0 25 1,0-25 0,0 25-16,0 0 31,0 0-16,0-25-15,-25 24 47,0 1-47,25 0 16,0-25-1,0 25 1,-25-25 124,0 25-108,1-25 30,-1 0-46,0 0 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13:12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9590 15481 0,'40'40'47,"121"0"-32,-121 0 1,40-40-16,-40 0 16,41 0-1,-1 40 1,-40-40 0,0 0-16,40 0 15,-40 0-15,81 0 16,-1 0-16,-40 0 15,1-40-15,-1 0 16,0 0 0,1 0-1,-41-1 1,-40 1 0,0-40-1,40 0-15,40 0 16,-80 40-16,40-41 15,-40 41 1,0 0-16,0 0 16,0-40-1,40 40-15,0-40 16,-40 39 0,0-39-1,0 40 1,0 0-1,41 0-15,-41 0 16,0 0-16,0 0 16,40-41-16,-40-39 15,0 80 1,0 0-16,0 0 16,0 0-1,0-41-15,0 41 31,0 0-15,0-40-16,-40 0 31,40 40-15,-41 40 0,41-40-16,-40-1 15,0 1-15,0 0 31,-40 40 16,40-40-31,0 0 0,-1 40-16,1 0 15,0 0 1,0-40-16,0 40 15,0 0 17,0 0-17,-1 0-15,1 0 16,-40 0-16,-40 0 16,80 0-1,-1 0 1,1 0-16,0 0 15,0 0 1,0 0-16,0 40 16,0-40-1,0 0-15,-1 0 16,1 40-16,-40-40 16,80 40-16,-40-40 15,-80 0-15,120 40 16,-41-40-16,1 0 31,0 40-15,0-40-1,0 41-15,0 39 32,0-80-17,0 40 1,40 0-1,-41 0 1,41 0 0,0 0-1,-40 41 1,40-41 0,0 0-1,0 0-15,0 40 16,0 0-16,0-40 15,0 41 1,0-41-16,0 40 16,0-40-16,0 0 15,0 40-15,0-40 16,40 41-16,-40-41 31,41 0-31,-1 40 16,-40-40-1,0 0-15,0 0 16,0 0-16,0 1 16,40-1-16,0 0 15,-40 0-15,40 0 16,0 0 0,0-40-1,-40 40-15,40-40 16,1 40-1,-1 0-15,0-40 16,40 0 0,-40 41 15,0-41 125,41 0-140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07:23.8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2688 5454 0,'41'0'140,"-1"0"-124,0 0 0,0 0-1,0 0 1,0 0-16,40 0 15,-39 0 1,-1 0-16,0 0 16,0 0-1,40 0 1,-40 40 0,0-40 30,1 0-30,-1 0 0,0 0-1,0 0 1,0 0-16,0 0 16,0 0-1,1 0 1,-1 0-1,0 0-15,0 0 16,40 0-16,0 0 16,1 0-16,-1 0 15,0 0 1,0 0 0,-39 0-16,-1 0 15,0 0 1,0 0-16,40 0 31,-40 0-15,0 0-16,41 0 15,39 0-15,-80 0 16,40 0-16,-39 0 16,-1 0 15,0 0 250,-40 40-281,40 1 16,-40-1-1,0 40 1,0-40-16,0 0 16,0 40-16,0 41 15,0-81 1,0 40-16,0-40 15,0 40-15,0-40 16,0 0-16,0 41 16,-40-1-1,40-40 1,0 0 0,0 0-1,0 0-15,0 0 16,0 0-16,0 1 15,0-1-15,0 0 16,0 0-16,0 0 16,0 0-16,0 0 15,0 0 1,0 41 0,0-41-16,0 0 15,0 0-15,0 0 16,0 40-16,0-40 15,0 0-15,0 0 16,0 1-16,0 39 16,0-40-16,0 0 15,0 0 1,0 40 0,0-40-16,0 1 15,0-1 1,0 0-16,0 0 15,0 0-15,0 0 16,0 0 0,0 0-16,40-40 15,-40 80-15,0-39 16,0 39-16,0-40 16,0 80-16,0-80 15,0 41-15,0-41 16,0 40-16,0 0 15,0-40-15,0 40 16,40 1-16,-40-1 16,0 0-1,0-40-15,0 40 16,0-40-16,40 41 16,0-1-1,-40-40-15,0 40 16,0-40-1,0 0-15,0 41 16,0-41 0,0 40-1,0-40-15,0 0 16,0 0 15,0 40-15,0-39 15,0-1-31,0 0 16,0 0-16,0 0 15,0 0-15,0 0 32,0 0-32,0 0 15,-40 0 16,40 1 1,0-1-17,0 0 1,0 0-16,0 0 16,0 0-1,0 0-15,0 40 16,0-39-1,0-1 1,0 0-16,0 0 16,0 0-1,-40-40-15,0 40 16,40 0 31,0 0-16,0 0-31,0 0 31,0 1-15,0-1-16,-40 0 47,0 0-16,0-40 0,-41 0-15,-39 0-16,0 0 16,-1 0-16,1 0 15,80 0-15,-41 0 16,41 0-16,0 0 15,0 0 1,-40 0 0,0 0-16,-41 0 15,41 0 1,40 0 0,-40 0-16,-1 0 15,41 0 1,0 0-16,-80 0 15,39 0 1,41-40-16,-40 40 16,40 0-1,0 0-15,0 0 16,-1 0 0,1 0-1,0 0 1,0 0-1,0-40 79,0 40-63,40-40 1,0-1-32,-40 1 15,0 0 1,40 0 0,-41-40-1,41 40 16,-40-40-31,0 40 16,0-1 0,0-79-16,0 80 15,0 0-15,40 0 16,-40 40-16,40-40 16,0 0-16,-41-41 15,41 1 1,0 40-1,0 0 1,0-40-16,-40 80 16,40-40-16,0-41 15,0 1 1,-40 0-16,40 0 16,0 40-1,0-41-15,0 41 16,0-40-16,0 0 15,0 40 1,0 0-16,0-40 16,0 39-16,0 1 15,0 0-15,0-40 16,0 0 0,0 40-1,0-41-15,0 41 16,0 0-16,0 0 15,0 0-15,0 0 16,0 0-16,0-40 16,40-41-1,-40 41 1,0 40-16,40-40 16,-40 40-16,0 0 15,0-41 1,0 41-16,0 0 15,0-40 1,0 0 0,0 40-1,0-41 1,0 41-16,0 0 16,0-40-1,0 0 1,0 40-16,0 0 15,0-1 1,0 1-16,0-40 16,0 40-1,0-40 1,0 0 0,0 40-16,0-1 15,0 1-15,0 0 16,41 40-16,-41-80 15,0 40 1,0 0 0,40 0-1,-40 0 1,0-1 0,40 1-16,-40 0 15,0 0-15,0 0 16,0 0-1,40-40 1,-40 40 0,0 0-16,0-1 31,0 1-15,40-40-1,-40 40 1,0 0-1,0 0 1,0 0-16,0 0 16,0-1-1,0 1 1,0 0 0,0 0-1,0 0 1,0 0 46,0 0-62,0 0 16,0 0 0,0-41 77,0 41-46,0-40-16</inkml:trace>
  <inkml:trace contextRef="#ctx0" brushRef="#br0" timeOffset="2264.3">2488 6617 0,'40'0'125,"0"0"-125,40 0 16,-40 0-1,1 0-15,-1 0 16,40 0-16,-40 0 16,0 0-1,0 0-15,0 0 16,1 0 0,-1 0-1,0 0 1,40 0-16,-40 0 15,0 0 1,0 0 0,1 0 15,39 0-31,-40 0 16,40 0-1,-40 0-15,1 0 16,39 0-1,-40 0 17,0 0-32,0 0 31,0 0-31,41 0 16,-41 0-1,0 0-15,0 0 16,0 0-16,40 0 15,-40 0 1,1 0 0,-1 0-1,0 0 1,0 0 0,0 0-16,0 0 15,40 0-15,1 0 16,-1-40-1,-40 40 1,40-40 0,-40 40 15,1 0-15,-1 0-16,0 0 15</inkml:trace>
  <inkml:trace contextRef="#ctx0" brushRef="#br0" timeOffset="4227.21">2488 7981 0,'80'0'141,"0"0"-125,-40 0-1,41 0-15,-1 0 16,0 0-1,-40 0-15,41 0 16,-41 0-16,40 0 16,-40 0-1,40 0 1,-40 0-16,41 0 16,-41 0-1,40 0-15,-40 0 16,0 0-1,1 0-15,-1 0 16,40 0 0,-40 0-1,0 0-15,0 0 16,0 0-16,1 0 16,-1 0-1,0 0 1,80 0-1,-40 0 1,-39 0-16,-1 0 16,0 0-16,0 0 15,0 0 1,0 0 0,0 0-16,0 0 31,1 0-31,-1 0 15,0 0 1,0 0 0,0 0-16,40 0 15,-40 0 1,1 0 46,-1 0-46,0 0-16,0 0 16,0 0 93,0 0-78</inkml:trace>
  <inkml:trace contextRef="#ctx0" brushRef="#br0" timeOffset="6009.17">2367 9264 0,'41'0'140,"-1"0"-140,0 0 16,40 0-16,-40 0 16,81 0-16,-81 0 15,40 0-15,-40 0 16,0 0-16,0 0 16,0 0-16,1 0 31,-1 0-31,0 0 15,0 0 1,0 0-16,0 0 16,0 0-16,0 0 15,1 0-15,-1 0 16,0 0-16,0 0 16,40 0-16,-40 0 15,41-40-15,-41 40 16,0 0-16,0-40 15,0 40-15,40 0 16,-39 0 0,-1 0-16,40 0 15,-40 0-15,80 0 16,-79 0-16,-1 0 16,0 0-16,0 0 15,0 0 1,0 0-16,0 0 15,0 0-15,1 0 16,-1 0-16,0 0 16,0 0-1,0 0 17,0 0-17,0 0-15,0 0 31,1 0-31,-1 0 32,0 0-17,0 0-15,0 0 78</inkml:trace>
  <inkml:trace contextRef="#ctx0" brushRef="#br0" timeOffset="7402.18">2488 10387 0,'40'0'63,"80"0"-47,-80 0-16,41 0 15,-41 0-15,40 0 16,40 0-16,-39 0 15,39 0-15,-40 0 16,41 0-16,-41 0 16,0 0-1,1 0-15,-41 0 0,40 0 16,0 0 0,-40 0-16,81-40 15,-81 40 1,40 0-16,-40 0 15,40 0 1,-39 0-16,-1 0 16,0 0-1,0 0-15,0 0 16,80 0-16,-39 0 16,-41 0-1,40 0-15,-40 0 16,0 0-16,0 0 15,1 0-15,-1 0 16,40 0-16,-40 0 31,0 0-15,0 0 78,-120 0 15</inkml:trace>
  <inkml:trace contextRef="#ctx0" brushRef="#br0" timeOffset="8663.43">3652 5815 0,'0'-40'47,"40"40"31,0 0-16,-40 40-62,0 0 16,0 81-16,0-41 16,0 0-16,0-40 15,0 40-15,0-40 16,0 41-16,0-41 16</inkml:trace>
  <inkml:trace contextRef="#ctx0" brushRef="#br0" timeOffset="9795.56">3611 7219 0,'0'-40'16,"-40"-40"0,40 39 15,0 1-16,0 0 1,40 0-16,1 40 31,-1 0-31,0 0 16,0 0 0,0 0-1,0 0 32,0 0-31,0 0-16,-40 40 31,0 0-15,0 0 15,-40 1-16,0-1-15,0-40 16,0 0-16,0 0 16,0 40-1,0-40-15,40 40 16,-41-40 0,1 40-16,0 0 15,40 40 16,0-40 1,0 0 15,0 1-32,40-1 1,0-40-1,1 0-15,-1 0 16,40 0-16,-40 0 16,40 0-1,-40 0 1,1 0 46,-1 0-46,0-40-16,40-1 16</inkml:trace>
  <inkml:trace contextRef="#ctx0" brushRef="#br0" timeOffset="13104.64">3571 8462 0,'0'-40'16,"40"-40"62,1 80-31,-1 0-47,0 0 15,0 0-15,0 0 16,0 0-1,0 0 1,41 0-16,-1 0 16,-40 0-1,0 0 48,-120 40 93,0 40-156,39-80 16,1 40-16,-40 0 15,80 0 1,40-40 187,40 0-187,-39 0-1,-1 0-15,0 0 63,-40 41-48,0-1-15,0 0 32,0 0-1,0 0-15,-40 0-1,0-40-15,-1 0 16,-39 0-16,40 40 15,0-40 32,0 0-15,0 0-17,0 0 32,-41 0 16</inkml:trace>
  <inkml:trace contextRef="#ctx0" brushRef="#br0" timeOffset="14687.63">3932 9545 0,'0'40'78,"-40"-40"-62,40 40 0,-40 0-16,0 0 15,40 0 16,-40 1-15,-40-1 0,80 0-1,0 0 157,40 0-156,0-40-16,0 0 15,0 0-15,40 0 16,-39 0-16,-1 0 16,40 0-16,-80-80 109,0 40-31,-40 40-47,0 0-31,0 0 16,-1 0 15,1 0-31,40 80 16,0 0-16,0-40 16,0 40-1,0-39-15,0-1 16,40 0-1,1 0 110</inkml:trace>
  <inkml:trace contextRef="#ctx0" brushRef="#br0" timeOffset="16399.91">4253 10788 0,'0'-40'31,"0"0"-15,0 0 15,-80 0 31,40 40-46,0 0-16,-40 0 16,40 0 15,-1 0 0,-39 0-31,0 40 31,40-40 1,40 40 139,0 0-155,40 0 0,-40 0-16,0 0 15,0 1-15,40-1 16,-40 0 0,0 0-1,0 0 1,0 0-16,40-80 140,0 0-124,0 40 0,1 0-16,-1 0 31,40 0 16,-40 0-16,0 0 0,-40 40 1,0 0-17,0 0 1,0 0-1,0 0 17,0 0-17,-40-40 17,-40 41-17,40-41 63,-41 0-46,41 0-1,40-41-16</inkml:trace>
  <inkml:trace contextRef="#ctx0" brushRef="#br0" timeOffset="27361.51">21066 3208 0,'0'-40'172,"-80"80"-157,80 0 1,-40-40-16,40 41 16,-40-1-1,40 0 1,-40-40-1,0 40 1,-1 0-16,1 0 16,0-40-1,0 40-15,0 0 16,0 0-16,0-40 16,-81 81-16,121-41 15,-40-40-15,40 40 16,-40-40-16,40 40 15,-40-40-15,0 40 16,0 0-16,-41 0 47,41 0-31,0 0 15,0-40 63</inkml:trace>
  <inkml:trace contextRef="#ctx0" brushRef="#br0" timeOffset="28136.1">20986 3730 0,'-40'0'0,"0"0"16,-40 120-1,-1-80-15,81 0 16,-80 40-16,0-80 16,0 121-16,39-81 15,1-40-15,40 40 16,-40-40-16,0 40 15,0 0 1,0-40 0,40 40-16,-40 0 15,0 0-15,-41 1 16,81-1-16,-80 0 16,80 0-1,-40-40-15,40 40 16,-40-40-1,40 40-15,-40 0 32,0-40 46</inkml:trace>
  <inkml:trace contextRef="#ctx0" brushRef="#br0" timeOffset="28904.07">21427 4091 0,'-40'0'15,"-40"40"1,40-40-16,0 80 15,-40-80-15,80 40 16,-81 0 0,1 40-16,40-40 15,0 1 1,0-1 0,0-40-16,-1 40 15,1-40 1,40 40-1,-40 0 1,0 0 0,0-40 77</inkml:trace>
  <inkml:trace contextRef="#ctx0" brushRef="#br0" timeOffset="33243.08">5136 5976 0,'40'0'203,"0"0"-203,1 0 16,39 0-16,-40 0 47,0 0-32,0 0 1,0 0-16,0 0 15,1 0 1,-41 40 0,40-40-1,40 0 1,-40 0-16,0 0 16,0 0-1,0 0 32,1 0-47,39 0 16,-40 0-1,0 0 1,0 0 15,40 0-15,-39 0 78,-1 0-79,0 0-15,-40-40 125</inkml:trace>
  <inkml:trace contextRef="#ctx0" brushRef="#br0" timeOffset="34146.3">6139 5695 0,'0'40'63,"0"40"-48,40 0 1,1-40-16,39 1 31,-40-1 0,0-40 47,0 0-62,-40 40 109,-120 80-125,80-80 16,0 0-1,-1 0 17</inkml:trace>
  <inkml:trace contextRef="#ctx0" brushRef="#br0" timeOffset="38601.58">6701 5575 0,'0'40'125,"0"80"-110,0-80 1,0 0-16,0 40 15,0-40 1,0 1-16,0-1 16,0 0-1,0 0-15,0 0 16,0 40 0,0-40-1,0 0 1,0 1 31,0-1-32,0 0 1,0 0 15,0 0 94,40-40-109,40 0-1,-39 0 1,-1 0-16,40 0 16,-40 0-16,80 0 15,-79 0-15,39 0 16,-40 0-16,0 0 16,81 0-16,-41 0 15,-40 0-15,0 0 16,0 0-16,0 0 15,0 0-15,41 0 16,-1 0 0,-40 0-16,40 0 15,-40 0 1,41 0 0,-41-40-1,0 40 1,0 0-1,0 0-15,0 0 16,0-40-16,1 40 16,-1 0-1,40 0 1,0 0 15,-80-40 79</inkml:trace>
  <inkml:trace contextRef="#ctx0" brushRef="#br0" timeOffset="40320.68">6821 5575 0,'0'-41'16,"41"41"46,-1 0-46,40 0-16,40 0 16,41 0-16,-41 0 15,1 0-15,-41 0 16,40 0-16,1 0 15,-41 0-15,-40 0 16,0 0-16,0 0 16,0 0-16,1 0 15,-1 0 1,40 0-16,0 0 16,0 0-1,1 0-15,-1 0 16,-40 0-1,0 0-15,0 0 16,41-80-16,-41 80 16,40 0-1,-40 0-15,40 0 16,1 0 0,-1 0-16,-40 0 31,0 0 0,0 0-15,40 0 46,-39 0-46,-1 0 15,-40 80 125,0 1-140,0-41 0,0 40-16,0-40 15,0 0-15,0 40 16,0-40-16,0 1 31,0-1-31,0 0 16,0 40-1,0-40 1,0 0 0,0 0-1,0 0-15,0 1 63,-81 39 30,41-80-77,0 0 0,0 0-16,-40 0 15,40 0 1,-41 0 0,41 0-1,0 0-15,0 0 16,0 0 15,0 0-31,0 0 16,0 0-16,-1 0 15,1 0-15</inkml:trace>
  <inkml:trace contextRef="#ctx0" brushRef="#br0" timeOffset="41520.97">8346 5534 0,'40'0'125,"-40"41"-109,0-1 0,0 0-16,0 0 15,0 0-15,-40 40 16,40-40 0,0 0-16,0 0 15,0 1-15,0-1 16,0 0-1,0 0 1,0 0 0,0 0-1,0 0 1,0 0 31,0 0 0,0 41 46,0-41-61,0 40 61,0-40 32</inkml:trace>
  <inkml:trace contextRef="#ctx0" brushRef="#br0" timeOffset="45535.62">7263 6016 0,'0'-40'47,"0"-1"0,40 1-32,0 0 1,40 40 15,-39 0 1,-1 0-1,0 0-16,0 0 48,-40 80-16,0-39-32,0 39 1,-40-40 0,40 0-1,-121 0 1,81 40 0,0-80-16,0 0 15,-40 81 1,40-81 62,120 0-16,40 0-62,-39 0 16,-1 0-16,0 0 16</inkml:trace>
  <inkml:trace contextRef="#ctx0" brushRef="#br0" timeOffset="46335.84">8707 5815 0,'0'40'62,"0"40"-62,0-39 16,0-1-16,0 40 16,0-40-16,0 0 15,0 0-15,0 40 16,0-39 78</inkml:trace>
  <inkml:trace contextRef="#ctx0" brushRef="#br0" timeOffset="47143.51">8868 5815 0,'0'-80'125,"40"80"-93,40 0-1,-40 0-15,1 0-1,-41 40 16,0 0-15,0 40 0,0-40-1,-41 41 1,-39-81 46,40 0-46,0 0 31,0 0-31,0 0-1</inkml:trace>
  <inkml:trace contextRef="#ctx0" brushRef="#br0" timeOffset="49720.07">9470 5976 0,'0'-41'63,"40"41"-16,40 0-32,-40 0 1,41 0-1,-41 0 17,40 0-17,-40 0 1,0 0 31,0 0-47,0 41 15,41-41 1,-41 0 47,0 0-48,0 0 1,0 0-1,0 0 17,0 0-32,1 0 15,-1 0 1,40 0 0,-40 0-1,0 0 16,0 0-15,41 0 0,-41 0-1,0 0 1</inkml:trace>
  <inkml:trace contextRef="#ctx0" brushRef="#br0" timeOffset="50737.43">10633 5695 0,'41'40'47,"-1"0"-31,0 0-1,-40 0 1,40-40-1,-40 40-15,40 0 16,40 1 0,-39-41 15,39 0 47,-120 0 47,0 40-109,-1 0-16,-79 0 15,120 0-15,-40-40 16,40 40 0,-40 40-1,0-40-15,40 1 16</inkml:trace>
  <inkml:trace contextRef="#ctx0" brushRef="#br0" timeOffset="52695.73">11235 5494 0,'41'0'125,"-1"40"-109,-40 1-1,0 39 1,40-40-16,-40 0 16,0 0-1,0 40 1,0-40-16,0 0 16,0 1-16,40-1 15,-40 40 1,0-40-16,40-40 15,-40 40 1,0 0 0,0 0-16,0 0 31,0 1-15,0-1 15,0 0-16,0 0 1,0 0 31,0 0-16,0 0 110,40-40-79,40 0-46,1 0-16,-41 0 16,40-40-16,-40 40 15,40 0 63,-39 0-62,-1 0 0,0 0-1,0 0 16,0 0-15,0 0-16,0 0 16,0 0-16,41 0 15,-1 0 1,-40 0 0,0 0 15,0 0-31,0 0 15,41 0 1,-41 0 0,0 0 15,0 0-31,0 0 16,0 0-1,41 0-15,-1 0 16,0 0-1,0 0-15,-40 0 16,41 0 0,-41 0-1,0 0 1,40 0 0,0 0-1,-39 0-15,39 40 47,-40-40-31,40 0-1</inkml:trace>
  <inkml:trace contextRef="#ctx0" brushRef="#br0" timeOffset="55155.01">11476 5575 0,'40'0'171,"41"0"-171,-1 0 16,-40 0 0,40 0-1,0 0-15,-39 0 16,-1 0-16,40 0 16,0 0-1,-40 0-15,0 0 16,1 0-1,-1 0-15,40 0 16,-40 0 0,40 0-1,-40 0-15,41 0 16,-41 0 0,40 0-1,-40 0-15,40 0 16,-39 0-16,-1 0 15,40 0-15,-40 0 16,0 0 0,0 0-16,41 0 15,-41 0 1,0 0-16,0 0 16,0 0-1,0 0-15,40 0 16,1 0-16,-1 0 15,-40 0-15,40-41 16,-40 41-16,1 0 47,-1 0-47,40 0 125,-40 0-109,0 0-16,0 0 62,41 0-31,-41 0 141,-40 41-156,0-1-16,0 0 15,0 40 1,0-40 0,0 0-16,40 40 0,-40-40 15,0 1 17,0-1-32,0 0 15,0 0 1,0 40-1,0-40 1,0 40 0,0-39-1,0-1 17,0 0-17,0 0 16,0 0-31,0 0 47,0 0-31,0 40 0,-40-80-1,40 40-15,-40-40 16,40 41 15,-41-1-31,1-40 47,0 0-47,0 0 16,-40 0-1,40 0 1,0 0-1,-1 0-15,-39 0 16</inkml:trace>
  <inkml:trace contextRef="#ctx0" brushRef="#br0" timeOffset="59023.7">12921 5655 0,'0'40'125,"0"40"-125,0-40 16,0 0-16,0 40 15,0-39 1,0-1-16,0 0 16,0 0 46,0 0-46,0 0-1,0 0-15,0 40 32,40 1-17,-40-41 1,40 0 15,-40 40 16,0-40-16,0 40 0</inkml:trace>
  <inkml:trace contextRef="#ctx0" brushRef="#br0" timeOffset="59896.17">12239 5895 0,'0'-40'32,"-81"80"-17,1 0 1,80 1 0,-40-1-16,-40 40 15,40-40 1,40 0-16,-41-40 15,41 40 1,0 0 140,81-40-156,-41 0 16,80 0-16,-80 0 16,41 0-1,-41 0 16</inkml:trace>
  <inkml:trace contextRef="#ctx0" brushRef="#br0" timeOffset="60417.09">12359 6216 0,'-40'0'78,"0"0"-47,0 0-15,40 40-1,0 0 1,0 1 0,0-1-1,0 40-15,0 0 47</inkml:trace>
  <inkml:trace contextRef="#ctx0" brushRef="#br0" timeOffset="61143.82">13563 5976 0,'-40'0'47,"40"40"-15,0 0-17,0 40 1,0 0-16,0-40 0,0 0 15,0 41 1,0-1-16,0-40 16</inkml:trace>
  <inkml:trace contextRef="#ctx0" brushRef="#br0" timeOffset="61919.98">13523 5976 0,'0'-41'31,"0"1"-15,0 0 15,40 40-15,0 0 31,0 0-47,0 0 15,0 0 1,40 40 0,-80 0-16,41-40 15,-1 41 16,0-1-15,-40 40 15,0-40 1,-40 0-17,40 0 1,-40-40-16,-1 0 31,-39 0-31,40 0 31,0 0-15,0 0 31,0 0-32</inkml:trace>
  <inkml:trace contextRef="#ctx0" brushRef="#br0" timeOffset="71543.42">5136 7419 0,'80'0'110,"-39"0"-110,79 0 15,0 0-15,41 0 16,-41 0-16,41 0 16,-121 0-16,40 0 15,0 0-15,-40 0 63,1 0-48,-1 0 1,0 0 31</inkml:trace>
  <inkml:trace contextRef="#ctx0" brushRef="#br0" timeOffset="72319.7">6220 7179 0,'0'-40'16,"40"40"31,40 0-47,-40 0 15,-40 40-15,40 0 16,0-40-1,-40 40-15,40-40 16,-40 40 156,0 0-141,-40-40-15,0 40-16,0 40 15,0 41 1,40-41 0,0-40-1,0 40 1,-40-40 62</inkml:trace>
  <inkml:trace contextRef="#ctx0" brushRef="#br0" timeOffset="72361.81">6300 7820 0,'-40'0'15</inkml:trace>
  <inkml:trace contextRef="#ctx0" brushRef="#br0" timeOffset="80953.78">6781 6978 0,'0'121'94,"0"-41"-78,0-40-16,0 40 15,0 40-15,0-39 16,0 39-16,0-80 16,0 40-16,0-40 15,0 81 1,0-81-16,0 40 15,0-40 1,0 40 0,0-40-1,40 0 79,1-40-63,39 0-15,-40 0-16,120 0 16,-39 0-16,39 0 15,1-40-15,-41 40 16,1-40-1,-41 40-15,40 0 0,-39 0 16,-1 0 0,40 0-16,-40 0 15,81 0-15,40 0 16,-41 0 0,1 0-16,-121 0 15,0 0-15,0 0 16,0-40-1,0 40 1,0 0 15,0-40-15,-40 0 93,0 0-93</inkml:trace>
  <inkml:trace contextRef="#ctx0" brushRef="#br0" timeOffset="82186.98">7022 6938 0,'40'0'78,"0"0"-62,81 0-16,-1 0 15,41 0-15,-1 0 16,121 0-16,-80 0 16,-1 0-16,1 0 15,-41 0-15,-39 0 16,39 0-16,-39 0 15,-41 0-15,40 0 16,1 0-16,-81 0 16,40 0-16,-40 0 15,0 0-15,0 0 16,1 0-16,-1 0 16,0 0-1,0 0 1,0 0-1,0 0 17,-40 40 108,0 40-124,0 1-16,0-41 16,0 40-16,0-40 15,0 0-15,0 0 16,0 40-16,0 1 15,0-41 1,0 40-16,0-40 31,40 0-15,-40 0 31,0 0 47,0 1-63,-40-1 16,-40-40-32</inkml:trace>
  <inkml:trace contextRef="#ctx0" brushRef="#br0" timeOffset="82910.09">8106 7058 0,'0'41'63,"0"39"-63,0 40 15,0-80 1,40 80-16,-40-39 16,0-1-16,0 0 15,0-40-15,0 81 16,0-41-16,40 0 16,0-40-1,-40 0-15,0 0 16,0 0-16,0 0 15,0 1-15,0-1 16,0-80 93,-40-1-93</inkml:trace>
  <inkml:trace contextRef="#ctx0" brushRef="#br0" timeOffset="83480.02">7664 7299 0,'0'40'110,"0"0"-110,0 40 15,0 1-15,0-1 16,0 0 0,0-40-1</inkml:trace>
  <inkml:trace contextRef="#ctx0" brushRef="#br0" timeOffset="84144.25">8908 7540 0,'0'-40'0,"-40"40"16,40 120 77,0-80-77,0 40-16,0 0 16,0-39-16,0 39 15,0 0 1,0-120 124,0-40-140</inkml:trace>
  <inkml:trace contextRef="#ctx0" brushRef="#br0" timeOffset="84632.25">8908 7500 0,'80'-41'16,"-80"1"-1,40 40 1,-40-40 0,41 40-1,-1 0 1,40 0-1,-40 0 1,0 0 15,-40 40-15,0 0 0,0 1-16,0-1 15,0 0 1,-40-40-1,-40 0 1,40 0 31,-41 0-31</inkml:trace>
  <inkml:trace contextRef="#ctx0" brushRef="#br0" timeOffset="85343.62">10272 7660 0,'121'0'78,"-41"0"-62,40 0-16,41 0 16,-41 0-16,41 0 15,-81 0-15,-40 0 16</inkml:trace>
  <inkml:trace contextRef="#ctx0" brushRef="#br0" timeOffset="85890">10955 7459 0,'0'-40'15,"40"40"1,40 40-16,-40-40 16,0 81-16,81-1 15,-81-40-15,0-40 16,0 40-16,0-40 15,0 0 1,-120 40 109,80 0-109,-40-40-16,40 40 15,-40-40-15,40 41 63</inkml:trace>
  <inkml:trace contextRef="#ctx0" brushRef="#br0" timeOffset="86831.42">11677 7058 0,'0'41'79,"0"39"-79,0 0 15,40 40-15,0-80 16,0 41-16,-40 39 15,0 40-15,0-120 16,0 81-16,0-81 16,0 40-16,40 0 15,-40-40-15,0 0 16,0 1 0,0-1-1,0 0 1,0 0 46,0 0 1,40-40-63,121 0 15,-1 0 1,-39 0-16,39 0 16,-39 0-16,39 0 15,-39 0-15,-1-40 16,-40 0-16,-40 40 16,0 0-1,1 0-15,-1 0 16,120 0-16,41 0 15,120 0-15,-121 0 16,-39 0-16,-41 0 16,-39-40-16,-41 0 31,-80 40 94</inkml:trace>
  <inkml:trace contextRef="#ctx0" brushRef="#br0" timeOffset="88001.93">11717 7179 0,'80'0'63,"81"0"-48,39 0-15,41 0 16,0 0-16,0 0 15,-41 0-15,41 0 16,0 0-16,80 0 16,-161 0-16,41 0 15,-81 0-15,1 0 16,-81 0-16,40 0 16,-40 0-16,40 0 15,-39 0-15,39 0 16,-40 0-1,0-40 1,0 40 15,0 0 47,0 0 16,-40 40-78,0 40-1,0-40-15,0 80 16,-40-80-16,40 81 16,0-1-16,0-40 15,0 41-15,0-1 16,0-40-16,0 0 16,0 41-16,0-81 15,0 0-15,0 0 16,-40 0 46,-40-40-30,40 0-17,0 0 1</inkml:trace>
  <inkml:trace contextRef="#ctx0" brushRef="#br0" timeOffset="88642.15">13322 7179 0,'40'40'47,"-40"40"-32,80 0 1,-80 0-16,0-39 16,0 79-16,0 0 15,0 1-15,0-41 16,81 40-16,-81-80 16,40 0-16,-40 0 15,0 0 95</inkml:trace>
  <inkml:trace contextRef="#ctx0" brushRef="#br0" timeOffset="89816.1">12760 7500 0,'0'80'47,"0"-40"-47,-40 40 16,40-40 0,0 0-16,-40 0 15,0 1-15,80-1 188,80-40-188,-80 0 15,81 0-15,-81 0 16,0 0-16,0 0 16,-40-40 109,0-1-110,0 1 1,-40 40-1,0 0 17,-40 0-17,80 81 32,0-1-47,0-40 16,0 0-1,0 0-15,0 0 16,0 40 0</inkml:trace>
  <inkml:trace contextRef="#ctx0" brushRef="#br0" timeOffset="90450.86">14245 7780 0,'0'81'78,"0"-1"-62,0 0-16,0 0 15,0-40-15,0 0 16,0 0-16</inkml:trace>
  <inkml:trace contextRef="#ctx0" brushRef="#br0" timeOffset="91208.58">14205 7740 0,'0'-40'16,"-40"0"0,-1 0-1,41 0 1,41 0 15,-1 40 0,0 0-15,80 0-16,-80 0 16,0 0-16,1 0 15,-1 0 16,0 40-15,-40 0 0,0 0-16,0 40 15,0 0 1,0-39 0,-40-1 30,0-40-30,-1 0 0,1 0-16,0 0 15,0 0 1,0 0-16,0 0 62</inkml:trace>
  <inkml:trace contextRef="#ctx0" brushRef="#br0" timeOffset="92159.99">15047 7620 0,'81'0'93,"39"40"-93,-40-40 16,81 0-16,-41 0 16,41 0-16,-41 0 15,-80 0-15,40 0 16,-39 0-16,-1-40 16,0 40-1,0 0 48,40 0-32</inkml:trace>
  <inkml:trace contextRef="#ctx0" brushRef="#br0" timeOffset="92764.59">16091 7339 0,'0'40'47,"40"-40"-47,0 40 16,40 0-1,-40 1 1,41-1-16,-1-40 16,0 120-1,-40-120-15,-80 0 157,40 40-157,-80 0 15,80 0-15,-40 41 16,0-41-16,40 0 15,-41 40-15,41 0 16,-40 0-16,80-80 78,41 0-62,-41 0-1</inkml:trace>
  <inkml:trace contextRef="#ctx0" brushRef="#br0" timeOffset="94129.04">16813 7219 0,'0'-40'62,"0"120"-31,0-40-15,0 80-16,0-39 16,0 39-16,-40-40 15,40-40-15,0 0 16,0 41-16,0-41 15,0 0 1,0 0 15,0 0 16,0 0-16,0 0 79,0 0-110,0 0 15,0 0 1,0 1 0,40-41 93,40 0-62,0-41-31,1 41-1,79 0-15,-39 0 16,-41 0-16,0 0 15,81 0-15,-41 0 16,-40 0-16,41 0 16,-81 0-16,0 0 15,0 0 32,0 0-47,0 0 16,0-40-1,1 40 48,-1 0-47,0 0 15</inkml:trace>
  <inkml:trace contextRef="#ctx0" brushRef="#br0" timeOffset="95545.23">16853 7339 0,'0'-40'32,"40"40"15,40 0-32,41 0-15,-41 0 16,40 0-16,41 0 15,-41 0-15,-39 0 16,-1 0-16,0 0 16,0 0-16,1 0 15,-1 0-15,40 0 16,1 0 0,-1 0-16,-40 0 15,1 0-15,79 0 16,-40 0-16,1 0 15,-1 0-15,1 0 16,-1 0-16,40 0 16,-79 0-16,39 0 15,-80-40-15,0 40 16,0 0 31,1 0-32,-1 0-15,0 0 32,-40-40-17,0 80 126,0 80-125,0-40-16,0 1 15,0-41-15,0 40 16,0-40-16,-40 0 15,40 0-15,0 41 16,0-41 0,0 0-1,0 0 17,-40 40-17,-1-40 1,1 0 15,-40-40 16,40 0-31,-40 0-16,40 0 15,-41 0 1,41 0-1,0 0-15,-40 0 16,-41 0-16,-39 0 16,40 0-16,39 0 15,-79 0-15,39 0 16,41 0-16,0 0 16,0 0-16,-1 0 15,-39 0-15,40 0 16,40 0-16,-41 0 15,41 0-15,0 40 16</inkml:trace>
  <inkml:trace contextRef="#ctx0" brushRef="#br0" timeOffset="97239.93">17335 7660 0,'0'-40'16,"0"0"0,0-40 30,80 80-14,-40 0-17,40 0 1,-40 0 0,41 40 15,-81 0-16,0 0 1,0 0 15,0 0-15,-41 0 0,1-40-1,0 0 1,0 0-16,0 0 47,80-40 0,0 40-32,0 0 1,0 0-1,1 0 17,-1 0-32,0 0 15,-40 40 1,0 0-16,0 0 16,0 1-16,0-1 15,-40-40-15,0 0 16,-1 0-16,-39 0 15,40 0-15,0 0 16,0 0 0,0 0-1,0 0 1,-1 0-16,1 0 16</inkml:trace>
  <inkml:trace contextRef="#ctx0" brushRef="#br0" timeOffset="97952.14">18298 7339 0,'0'40'47,"0"81"-31,0-81-1,0 40-15,0 40 16,0-40-16,0 1 15,0-1 1,0 0-16,0-40 16,40 0-1,-40 0-15</inkml:trace>
  <inkml:trace contextRef="#ctx0" brushRef="#br0" timeOffset="98407.99">18859 7700 0,'0'80'47,"0"-40"-32,0 41-15,0-41 16,0 0 0,0 0-16,0 0 15,0 0 32</inkml:trace>
  <inkml:trace contextRef="#ctx0" brushRef="#br0" timeOffset="98887.49">18859 7780 0,'0'-40'0,"0"0"32,41 40-17,-1 0 1,0 0-1,0 0 1,0 0 0,0 0-1,0 0-15,-40 80 32,0 1-17,0-1 1,0-40 15,-80-40-31,40 0 16,-40 0 15,40 0 0</inkml:trace>
  <inkml:trace contextRef="#ctx0" brushRef="#br0" timeOffset="100353.02">23474 1765 0,'-80'0'15,"40"40"1,-1-40-16,1 40 16,-40 0-16,40 40 15,0-80-15,0 80 16,-41-40-16,41 41 16,-40-41-16,40 0 15,0 0-15,0 0 16,0 0-16,40 0 15,-81 0 17</inkml:trace>
  <inkml:trace contextRef="#ctx0" brushRef="#br0" timeOffset="100921.07">23915 2125 0,'-40'0'31,"-40"0"-31,0 41 16,-1 39-1,-39-40-15,120 0 16,-120 40-16,80 0 15,-81 1-15,81-41 16,0 0 0,0 0-16,40 0 47,-40 0-16,40 0 16</inkml:trace>
  <inkml:trace contextRef="#ctx0" brushRef="#br0" timeOffset="104010.67">5216 9064 0,'41'0'63,"79"0"-63,0 0 15,-80 0-15,41 0 16,-41 0-16,0 0 15,0 0-15,80 0 16,-79 0 0,39 0-16,-40 40 15,0-40-15,0 0 16,0 0 0,0 0-16,41 0 15,-1 0-15,0 0 16,0 0-1</inkml:trace>
  <inkml:trace contextRef="#ctx0" brushRef="#br0" timeOffset="104623.31">6300 8983 0,'40'0'31,"40"81"-31,41-41 16,-81 0-16,0 0 16,0-40 31,0 0 46,-80 80-61,0-40-32,-40 81 15,39-81-15,1 40 16,0-40-16,0-40 15,40 40-15,0 0 32</inkml:trace>
  <inkml:trace contextRef="#ctx0" brushRef="#br0" timeOffset="109929.58">6942 8743 0,'-40'0'63,"40"40"-63,0 40 15,0 0-15,0 1 16,0-41-16,0 80 15,0-40-15,0-40 16,0 81-16,0-81 16,0 40-16,0-40 15,0 0-15,0 0 16,0 0-16,0 0 16,0 1-16,0-1 15,0 0 1,0 0-16,0 0 15,0 0 32,0 0 0,80-40 16,80 0-48,121 0-15,-40 0 16,-80 0-16,39 0 16,-79 0-16,-81 0 15,0 0 1,0 0 15,0 0-15,40 0-16,81 0 15,-121 0-15,40 0 16,41 0-16,-81 0 16,0 0 15,0 0-31,40 0 15,41 0 1,-1 0 0,0 0-16,-79 0 15,39 0-15,-40 0 16,0 0 15,0 0 0,0 0-31,0 0 16</inkml:trace>
  <inkml:trace contextRef="#ctx0" brushRef="#br0" timeOffset="109960.56">9670 9986 0,'0'-80'16</inkml:trace>
  <inkml:trace contextRef="#ctx0" brushRef="#br0" timeOffset="111168.25">6942 8863 0,'80'0'63,"40"0"-63,1 0 15,-1 0-15,41 0 16,39 0-16,-39 0 16,-1 0-16,1 0 15,-1 0-15,-39 0 16,-81 0-16,40 0 16,41 0-16,-41 0 15,-40 0 1,0 0-16,40 0 0,-40 0 15,1 0-15,-1 0 16,0 0-16,0 0 16,40 0-1,-40 0-15,0 0 16,1 0-16,-1 0 16,0 0-16,0 0 15,40 0 1,0 0-1,1 0 1,-1 0-16,-40 0 16,-40 40 109,0 40-110,-40 1 1,40-1-16,-40 0 16,40 40-16,0 1 15,0-41-15,0 0 16,0 40-16,-40-79 15,40 79-15,-40-40 16,40-40 0,0 0 93,-41-40-93</inkml:trace>
  <inkml:trace contextRef="#ctx0" brushRef="#br0" timeOffset="111847.9">8226 9064 0,'40'0'16,"-40"80"31,0 0-32,0 40-15,0-79 0,0 79 16,0-40-16,0-40 16,0 80-1,0-79-15,0-1 16,0 0 0,0 0-1,0 0 48</inkml:trace>
  <inkml:trace contextRef="#ctx0" brushRef="#br0" timeOffset="112720.13">7343 9425 0,'0'-81'16,"40"41"0,-40 0-1,40 0 1,1 40-16,-1 0 16,0 0-16,0 0 15,40 0 1,-40 0-1,41 0 1,-41 0 0,-40 40 15,0 40-15,0 1-1,-40-81 1,-41 80-16,1-40 31,160-40 110,41 0-126,-41 0-15,-40 0 16,0 0-16,0 0 16,0 0 93,1 0-93,39 0-16</inkml:trace>
  <inkml:trace contextRef="#ctx0" brushRef="#br0" timeOffset="113362.1">8988 9224 0,'0'40'94,"0"0"-79,0 81-15,0-41 16,0-40-16,0 0 16,0 0-16,0 0 15,0 0 17,0 0-17</inkml:trace>
  <inkml:trace contextRef="#ctx0" brushRef="#br0" timeOffset="113882.17">8988 9304 0,'40'-40'47,"1"40"-16,-1 0-31,0 0 16,0 0-16,0 0 15,0 0-15,40 0 31,-80 40 16,0 41-31,0-41 0,-80 0-1,40-40 1,-40 0-16,40 0 31,0 0 32,80-40-32</inkml:trace>
  <inkml:trace contextRef="#ctx0" brushRef="#br0" timeOffset="114567.88">10032 9385 0,'120'0'79,"0"0"-64,-80 0-15,41 0 16,-1 0-1,0 0-15,0 0 16,-39 0-16,-1 0 63,0 0-48,0 0 48</inkml:trace>
  <inkml:trace contextRef="#ctx0" brushRef="#br0" timeOffset="115097.97">10674 9144 0,'80'40'63,"0"0"-48,-40 40-15,0-80 16,1 0 0,-41 40 77,0 41-77,0-41-16,-41-40 16,1 40-16,0 40 15,-40-40 1,40 0-1,40 0 1,0 0 31,40-40-31</inkml:trace>
  <inkml:trace contextRef="#ctx0" brushRef="#br0" timeOffset="116105.58">11195 8943 0,'0'81'62,"0"-41"-46,0 80-16,0-40 16,0 41-16,0-41 15,0 0-15,0 0 16,0 0-16,0-40 15,0 1-15,0-1 16,-40 0-16,40 0 31,0 40-15,0-40 0,0 0-1,0 0-15,40 1 16,0-41-1,-40 40 79,41-40-94,39 0 16,40-40-16,-80 40 15,0-41-15,41 41 16,-41-40-16,0 40 16,80 0-16,-39 0 15,39 0-15,0 0 16,1 0-16,-41 0 16,0 0-16,-40 0 15,41 0-15,39 0 16,-40 0-16,41 0 15,-1 0-15,-40 0 16,-40 0-16,0 0 16,-40-40 124,0 0-108,0 0-32,0 0 15</inkml:trace>
  <inkml:trace contextRef="#ctx0" brushRef="#br0" timeOffset="117441.53">11155 8943 0,'80'0'78,"41"0"-78,39 0 16,-39 0-16,39 0 16,1 0-16,39 0 15,1 0-15,-41 0 16,1 0-16,-1 0 15,-39 0-15,39 0 16,-39 0-16,-81 0 16,0 0-16,0 0 15,0 0 1,81 0 15,-41 0-31,-40 0 16,40 0-16,0 0 15,1 0 48,39 0-63,-40 0 16,1 0-16,39 0 15,-40 0-15,-40 40 141,-40 1-126,0-1 1,0 0 0,0 0-16,0 40 15,0 0 1,40-40-16,-40 1 16,0 39-16,41-40 15,-41 40-15,0-40 16,0 80-16,0-79 15,0 39-15,0 0 16,0-40 0,0 0-1,0 0 17,0 0-17,-41-40 79,-79 0-94,40 0 16,40 0-16,-81 0 15,41 0-15,0 0 16,40 0-1,-81 0-15,81 0 16,-80-40-16,80 40 16,-41 0-1,1 0-15</inkml:trace>
  <inkml:trace contextRef="#ctx0" brushRef="#br0" timeOffset="117481.15">13402 10066 0,'-40'0'31</inkml:trace>
  <inkml:trace contextRef="#ctx0" brushRef="#br0" timeOffset="118164.89">12881 9104 0,'0'120'94,"40"0"-78,-40-39-16,0 39 15,0-40-15,0 0 16,0 41-16,0-1 15,80-40-15,-80-40 16,0 0-16,0 1 16,0-82 77,0 1-77</inkml:trace>
  <inkml:trace contextRef="#ctx0" brushRef="#br0" timeOffset="119396.07">12279 9144 0,'-40'-40'16,"-41"40"15,41 0-15,0 0-1,40 40-15,-40 40 16,0-40-16,0 40 16,40-39-16,-40-1 15,40 0-15,-41 40 16,82-80 109,39 0-125,40 0 15,-40 0-15,1 0 16,-41 0-16,0 0 16,40 0 31,-40-40-16,0 0-16,1 0 48,-41 0-16,-41 40-32,1 0 1,0 0 0,0 0-1,40 80 1,0 0-16,0-40 16,0 0-16,0 0 15,0 0 1,0 0-1,0 1 79,40-41-78,121 0-1,-41 0-15</inkml:trace>
  <inkml:trace contextRef="#ctx0" brushRef="#br0" timeOffset="119930.34">13763 9344 0,'-40'0'32,"0"0"15,0 0-32,40 81-15,0-1 16,0 0-16,0-40 15,0 40-15,0 41 16,0-81-16,0 0 16,0 0-1</inkml:trace>
  <inkml:trace contextRef="#ctx0" brushRef="#br0" timeOffset="120386.17">13683 9505 0,'0'-40'31,"40"40"16,0 0-47,0 0 15,1 0 17,-41 40-1,0 0-31,0 0 16,0 0-1,0 0 16,0 0-31,-41-40 16,1 0 0,0 0 15,0-40-15,40 0 15,0 0-16</inkml:trace>
  <inkml:trace contextRef="#ctx0" brushRef="#br0" timeOffset="121055.59">14847 9545 0,'-40'0'16,"160"0"124,0 0-140,-79 0 16,39 0-16,-40 0 16,80-80-16,-80 80 15,81 0-15,-81 0 16,40 0 15</inkml:trace>
  <inkml:trace contextRef="#ctx0" brushRef="#br0" timeOffset="121592.15">15368 9304 0,'0'-40'15,"81"40"1,-41 40-1,40 0-15,-40 1 16,0-41-16,0 40 16,1-40-1,-1 40-15,0 0 125,-120 40-109,39-40 0,-39 0-16,40 40 15,-40-39-15,80-1 16,-40-40-16,40 40 15,40 0 48</inkml:trace>
  <inkml:trace contextRef="#ctx0" brushRef="#br0" timeOffset="122515.98">16131 8903 0,'0'40'78,"0"41"-78,0-41 16,0 80-16,0-40 16,0 41-16,0-41 15,0 0-15,0 40 16,0 1-16,0-81 15,0 40-15,0-40 16,0 0-16,0 0 16,80-40 93,-40 0-93,40 0-1,1 0-15,79 0 16,1 0-16,39 0 16,1 0-16,-41 0 15,-39 0-15,-41 0 16,-40 0-16,0 0 15,41 0 1,-41 0-16,120 0 16,-39 0-16,39 0 15,-80 0-15,-39 0 16,-1 0-16,0 0 172,-40-40-157</inkml:trace>
  <inkml:trace contextRef="#ctx0" brushRef="#br0" timeOffset="123871.36">16372 8903 0,'240'0'125,"81"0"-109,161 0-16,-81 0 15,41 0-15,-121 0 16,-161 0-16,-80 0 16,1-40-16,-81 0 15,40 40 17,0 0-17,0-40-15,40 40 16,0 0-1,-39 0 1,39 0 15,-40 0-15,0 0-16,0 0 16,0 0-1,0 0 48,-40 40 15,0 40-63,0 0-15,0 1 16,0-1-16,0 40 16,0-40-16,0-39 15,0 39-15,0-40 16,0 40-16,0-40 16,0 0-16,0 40 15,81 1-15,-81-1 16,0-40-1,0 0 1,0 0-16,0 0 16,0 0 15,0 1-31,-81-41 78,-39 0-62,40 0-16,-81 0 15,-39 0-15,39 0 16,41 0-16,-1 0 16,81 0-1,0 0-15</inkml:trace>
  <inkml:trace contextRef="#ctx0" brushRef="#br0" timeOffset="124666.48">17856 8943 0,'0'81'63,"0"39"-63,0-40 15,0 40-15,0 1 16,0-1-16,0-40 15,0 0-15,0 41 16,0-41 0,0-40-1,-40-40 48,0 0-32</inkml:trace>
  <inkml:trace contextRef="#ctx0" brushRef="#br0" timeOffset="125791.63">17455 9344 0,'-40'-40'16,"0"40"15,0 0-31,-41 0 16,41 0-16,-40 0 15,40 0-15,-81 0 16,41 0-1,40 0-15,0 0 16,0 0 125,-40 0-110,80 81-15,0-41 15,0 40 0,40-40 78,0-40-62,0 0-31,0 0 0,0 0-1,0 0-15,0 0 47,41 40-31,-41-40-16,40 80 15,-80-40 48,0 0-48,0 1 1,0-1 0,-40-40 15,0 0 0,0 0-15,0 0-16,-1 0 31,1 0-31</inkml:trace>
  <inkml:trace contextRef="#ctx0" brushRef="#br0" timeOffset="126449.22">18338 9304 0,'0'81'94,"0"39"-78,0 0-16,0-80 15,0 40-15,0-39 16,0 79-16,40-80 31</inkml:trace>
  <inkml:trace contextRef="#ctx0" brushRef="#br0" timeOffset="127000.35">18418 9385 0,'0'-41'16,"40"1"62,0 40-62,41 0-1,-1 0 1,-40 40-16,0-40 15,-40 41-15,40-1 16,-40 0 15,0 0-15,0 0 0,-40 0-1,0-40-15,-80 0 16,79 0-1,-39 0-15,40 0 32,0 0-1,0 0-15</inkml:trace>
  <inkml:trace contextRef="#ctx0" brushRef="#br0" timeOffset="129239.43">5016 11029 0,'80'0'47,"40"0"-47,81 0 15,-40 0-15,-41 0 16,81 0-16,-41 0 15,-80 0 1,1-40-16,-1 40 16,-40-40-16,0 40 15,0-40 1,0-1 0,0 41-16,1 0 15,-1 0 1</inkml:trace>
  <inkml:trace contextRef="#ctx0" brushRef="#br0" timeOffset="129896.75">6500 10748 0,'0'-40'31,"41"40"-31,-1 0 16,40 0-16,-40 80 15,40-40-15,-40 41 16,1-41-16,-41 0 187,-41 0-187,1-40 16,-40 80-16,40-40 16,40 0-16,-40 0 15,0 0-15,0 41 16,40-41-1,0 0-15,0 0 16</inkml:trace>
  <inkml:trace contextRef="#ctx0" brushRef="#br0" timeOffset="130608.23">7383 10507 0,'0'121'93,"0"39"-93,0 41 16,0-81-16,0 81 16,0-41-16,0 0 15,0-39-15,0-41 16,0-40-16,0 0 94,81-40-79,-41 0 1,160-40-16,-39 0 16,200 40-16,-80 0 15,80 0-15,40 0 16,-40 0-16,-40 0 15,-40 0-15,-241 0 16,0 0-16,-40-80 63,0 40-48</inkml:trace>
  <inkml:trace contextRef="#ctx0" brushRef="#br0" timeOffset="133087.62">27446 2206 0,'-40'40'31,"-40"40"-31,0-40 16,-81 80-16,81-79 16,40 39-16,-40-40 15,40 40-15,-1-40 16,1 0-1,0-40-15,0 40 16,40 0 0</inkml:trace>
  <inkml:trace contextRef="#ctx0" brushRef="#br0" timeOffset="133520.14">27968 2005 0,'0'40'16,"-40"40"-1,-80 1-15,39 79 16,1-120-16,40 0 16,-40 41-16,40-41 15,-1 0-15,-119 0 16,40 0 0,79-40-16</inkml:trace>
  <inkml:trace contextRef="#ctx0" brushRef="#br0" timeOffset="133840.15">27406 1805 0,'-40'-40'31,"0"40"-16,-80 0-15,80 80 16,-81 40-16,81-40 16,-40 41-16,0-41 15,39-40-15,1 120 16,0-160-16,40 81 16</inkml:trace>
  <inkml:trace contextRef="#ctx0" brushRef="#br0" timeOffset="136223.97">5297 10106 0,'0'-40'31,"0"0"16,40 40-47,80 0 16,1 0-16,-81 0 16,80 0-16,-40 0 15,-40 0-15,1 0 16,-1 0-16,0 0 15,0 0 1,40 0 0,-40 0-16,41 0 15,39 0-15,-80 0 16,0 0-16,-40 40 172,0 41-157,0-1 1,0-40 0,0 0-16,0 40 15,0 0 1,80 1 0,-80-41-16,0 40 15,0-40 1,0 0 15,41-40-15,-41 40-16,0 0 15,0 0 1,0 1 0,0-1 46,80 0-31,-80 0-15,40 0 125,0-40-126,0 0 1,0 0-16,0 0 15,1 0-15,39 0 16,-40 0 0,0 0-16,0 0 15,0 0 1,0 0 31,1 0-32,-1 0-15,0 0 79</inkml:trace>
  <inkml:trace contextRef="#ctx0" brushRef="#br0" timeOffset="138856">6019 10989 0,'0'-40'15,"-40"0"1,0 40 15,0 0-31,-1 0 16,-39 0-16,40 0 31,40 40 16,40-40-47,0 0 16,41 0-1,39 0-15,-80 80 16,80-80-16,-39 0 16,-121 0 93,-1 0-109,1 0 16,0 0-16,0 0 15,40 40 48,40-40-63,40 0 15,1 0-15,-41 0 16,0 0 0,0 0-16,-40-80 31,-40 80-31,0 0 15,-40 0-15,39 0 16,-39 0-16,40 0 16,0 0-1,80 0 79,40 0-94,-40 0 16,-40-40-1,0 0 1,-40 40 0,-40 0-16,40 0 15,-40 0-15,40 0 16,-1 0-1,122 0 79,39 0-94,-80 0 16,40 0-1,-120 0 17,-40 0-17,-40 0-15,80 0 16,-41 0 0,41 40-1,40 0 16,40-40 1,41 0-32,39 0 15,-80 0-15,0 0 16,40 0-16,-39 0 16,-41-40-1,-41 40-15,1 0 16,-80 0-16,40 0 15,-41 0-15,81 0 16,-40 0-16,40 0 16,0 40-16,40 0 15,40-40 48,0 0-48,0 0-15,0 0 16</inkml:trace>
  <inkml:trace contextRef="#ctx0" brushRef="#br0" timeOffset="140241.87">7464 10748 0,'0'-40'63,"120"40"-63,40 0 16,1 0-16,80 0 15,-81 0-15,1 0 16,-1 0-16,1 0 15,-81 0-15,0 0 16,41 0-16,-41 0 16,40 0-16,1-40 15,-1 40-15,-80 0 16,40 0-16,-40 0 16,1 0 15,39 0-16,-40 0-15,0 0 16,0 0 0,40 0-1,-39 0 1,-1 0 0,0 0 93,0 0-78,-40 120-15,0-80-1,0 0-15,0 1 16,0 39-16,0 0 16,0-40-1,0 0-15,0 0 16,40-40-16,-40 80 16,0-39-1,0-1 1,0 0-16,0 0 15,0 0-15,0 0 16,0 0-16,0 0 47,40 0-16,-40 1 47,-40-41-62,0-41 0,-40 41-1,40-80-15</inkml:trace>
  <inkml:trace contextRef="#ctx0" brushRef="#br0" timeOffset="141001.94">8868 10748 0,'-40'0'0,"0"0"110,40 40-95,0 81-15,0-41 16,0 40-16,0 0 15,0 1-15,0-41 16,0-40-16,0 80 16,0-80-16,40-40 15,-40 41-15,0-1 16,0 0 0,0 0 109,-40-40-125,0 0 15,40-40 1</inkml:trace>
  <inkml:trace contextRef="#ctx0" brushRef="#br0" timeOffset="144911.37">7825 11149 0,'40'0'63,"0"40"-63,-40 0 15,40 0-15,-40 41 16,0-1-16,0-40 15,0 0-15,0 0 16,0 40-16,0-39 16,0 39-1,0-40-15,0 0 16,0 0 0</inkml:trace>
  <inkml:trace contextRef="#ctx0" brushRef="#br0" timeOffset="145631.34">9590 11029 0,'-40'0'0,"0"0"16,0 0-16,0 40 15,40 0-15,0 80 16,-81-39-16,81-1 16,0-40-16,0 40 15,0-40-15,0 40 16,0-39-16,0-1 15,0 0-15,0 0 16,0 0 0</inkml:trace>
  <inkml:trace contextRef="#ctx0" brushRef="#br0" timeOffset="146135.1">9510 10989 0,'40'0'15,"0"-40"1,0 40 15,0 0-15,41 40-16,-41-40 15,0 80-15,0 0 16,-40-40-16,0 0 16,0 0 15,0 1-16,0-1-15,-80 0 16,0-40 0,-1 0-16,41 40 15,0-40-15,-40 0 47</inkml:trace>
  <inkml:trace contextRef="#ctx0" brushRef="#br0" timeOffset="146687.84">10312 11390 0,'41'-40'32,"-1"40"-17,40 0-15,0 0 16,0 0-16,-39 0 15,79 0-15,-40 0 16,1 0-16,-1 0 16,-40 0-16,0 0 62</inkml:trace>
  <inkml:trace contextRef="#ctx0" brushRef="#br0" timeOffset="147161.17">11035 11109 0,'40'40'63,"0"0"-63,0 0 15,0 41 1,0-81 0,-40 80-1,0-40 63,-40-40-62,-80 40-16,40 0 16,80 0-16,-40 0 15,-1 0 1,41 1 15</inkml:trace>
  <inkml:trace contextRef="#ctx0" brushRef="#br0" timeOffset="148135.84">11356 10909 0,'0'120'62,"0"0"-46,0-40-16,0 41 16,0-41-16,0 0 15,0 40-15,0-39 16,0-41-16,0 40 16,0 0-16,80-40 156,-40-40-156,121 0 15,-41 0-15,41 0 16,-1 0-16,1 0 16,79 0-16,-79 0 15,-41 0-15,-80 0 16,0 0-16,1 0 16,-1 0-1,0 0-15,0 0 16,80 0-16,-39 0 15,-1 0-15,-40 0 32,0 0-32,0 0 15,40 0 1,1 0 0,-1 0-16,0 0 15,-40 0-15,0 0 16</inkml:trace>
  <inkml:trace contextRef="#ctx0" brushRef="#br0" timeOffset="149464.21">11396 10828 0,'80'0'93,"81"0"-77,-1 0-16,121 0 16,-80 0-16,-41 0 15,1 0-15,-121 0 16,40 0 0,0 0-1,41 0 1,-1 0-16,41 0 15,-1 0-15,1 0 16,-1 0-16,-120 0 16,81 0-16,-81 0 62,40 0-46,-40 0-16,80 0 15,-39 0-15,-41 0 16,0 0-16,0 0 16,0 0-1,0 0 1,0 40 0,1 1 93,-41 39-93,0-40-16,-41 40 15,41 0-15,0 41 16,0 39-16,0-40 15,-80 1-15,80-41 16,0 0-16,0 40 16,0-80-16,0 1 15,0-1 1,0 0-16,0 0 94,-40-40-79,0 0 1,-40 0-16</inkml:trace>
  <inkml:trace contextRef="#ctx0" brushRef="#br0" timeOffset="150034.28">12961 10989 0,'0'-40'31,"0"120"-15,0 0-1,0 40-15,0 1 16,0-41-16,0 0 15,0 81-15,0-121 16,0 80-16,0-40 16,0-40-16,-40 0 78,0-40-78,-1 0 15,-39 0 1</inkml:trace>
  <inkml:trace contextRef="#ctx0" brushRef="#br0" timeOffset="150389.12">11797 11269 0,'40'0'78</inkml:trace>
  <inkml:trace contextRef="#ctx0" brushRef="#br0" timeOffset="151160.97">11958 11310 0,'0'-41'63,"0"1"-47,0 0 15,0 0 0,80 40 0,-40 0 1,40 0-17,-40 40 1,-40 0-1,0 41 1,0-41 0,0 0-16,0 0 15,0 0 1,-40 40-16,0-80 16,0 80-16,-40-80 15,80 41-15,-40-41 16,0 0-16,160 0 140,40 0-140,-79 0 16,-41 0 0,0 0-16,0-41 15,0 41 48,0 0-32,41 0-31</inkml:trace>
  <inkml:trace contextRef="#ctx0" brushRef="#br0" timeOffset="151649.97">13402 11229 0,'0'-40'15,"0"161"17,0-41-17,0 40-15,0-80 16,0 40-16,0-39 15,0-1-15,0 0 16,0 0 0,0-120 62,0-1-63</inkml:trace>
  <inkml:trace contextRef="#ctx0" brushRef="#br0" timeOffset="152033.94">13402 11229 0,'40'0'32,"41"0"-1,-41 0-15,-40 81-1,0-1 1,40-40-16,-40 40 31,0-40-15,-80-40-1,-1 0 1,41 0-16,-40 0 16,40 0 15</inkml:trace>
  <inkml:trace contextRef="#ctx0" brushRef="#br0" timeOffset="152632.14">14927 11470 0,'201'0'109,"80"0"-93,-81 0-16,-39 0 15,-1 0-15,-80 0 16,1-40-16</inkml:trace>
  <inkml:trace contextRef="#ctx0" brushRef="#br0" timeOffset="153048.71">16051 11350 0,'40'80'47,"-40"-40"-31,40 40-16,80 0 16,-120-39-16,0 39 109,-40 0-93,-80-40-16,80 0 15,-41 0-15,41-40 16,0 40-16,40 0 15,0 1 1</inkml:trace>
  <inkml:trace contextRef="#ctx0" brushRef="#br0" timeOffset="154327.28">16572 10949 0,'0'40'125,"0"80"-125,0 0 15,0-39-15,0 79 16,0-40-16,0 41 16,0-41-16,0 0 15,0-80-15,0 41 16,40-41-16,-40 0 62,0 0-46,0 0 0,40 0 124,41-40-140,39 0 16,-40-40-16,41 40 15,-41 0-15,0 0 16,81 0-16,120 0 16,-201 0-16,120 0 15,-79 0-15,-1 0 16,-80 0-16,41 0 16,39 0-16,-80 0 15,40-40 16,1 40-15,-41-40 0,0 40-1,0 0 1,0 0 0,40 0 15,1 0-31,39 0 15,-40 0-15,1 0 16,39 0-16,-80 0 16,40 0-16,-40 0 15,1 0 17,-41-40-1,-41 0 47</inkml:trace>
  <inkml:trace contextRef="#ctx0" brushRef="#br0" timeOffset="155400.91">16773 11109 0,'40'0'78,"201"0"-78,80 0 15,0 0-15,-40 0 16,120 0-16,-241 0 16,41 0-16,-81 0 15,1 0-15,-81 0 16,40 0-16,-40 0 16,0 0-16,41 0 15,39 0-15,0 0 16,1 0-1,-41 0-15,-40 0 16,0 0-16,0 0 31,-40 40 110,0 0-125,0 81-16,0-1 15,0-80-15,0 80 16,0-39-16,0-1 15,0 40-15,0-80 32,0 0-32,-40-40 93,-40 0-77</inkml:trace>
  <inkml:trace contextRef="#ctx0" brushRef="#br0" timeOffset="156371.87">17174 11510 0,'0'-40'78,"40"40"-78,40 0 16,1 0-16,-1 0 15,-40 0-15,80 40 16,-120 0 0,0 0-16,0 0 15,0 41-15,0-1 16,0-40-1,0 0-15,-40 0 16,-40-40-16,40 0 31,0 0-31,0 0 47,120 0 16,-40 0-48,0 0-15,40 40 16,-39 0-16,-41 0 31,0 1-15,0-1-1,-41-40 1,-79 40-16,40-40 16,0 0-16,-1 0 31,41-40-31,0 0 16,0-41-1</inkml:trace>
  <inkml:trace contextRef="#ctx0" brushRef="#br0" timeOffset="156832.04">18338 11189 0,'0'80'47,"0"81"-31,0-41-16,0 1 15,0-41 1,0 40-16,0-40 16,0 41-16,0-81 15,0 0-15,0 0 16,0 0-16</inkml:trace>
  <inkml:trace contextRef="#ctx0" brushRef="#br0" timeOffset="157256.54">18859 11510 0,'0'80'62,"0"41"-46,0-81-16,0 0 15,0 80-15,0-80 16,0 0 0</inkml:trace>
  <inkml:trace contextRef="#ctx0" brushRef="#br0" timeOffset="157615.94">18900 11390 0,'40'0'0,"40"0"15,-40 0-15,0 0 16,0 0 0,0 0-16,1 0 31,-41 40-15,0 0-1,0 40-15,-41-40 16,1 0-16,0 41 15,-40-81-15,40 0 16,0 0-16,0 0 16,-41 0-1,41 0 1,40-40 15</inkml:trace>
  <inkml:trace contextRef="#ctx0" brushRef="#br0" timeOffset="158423.31">20103 11590 0,'81'0'62,"79"0"-62,-40 0 16,-39 0-16,-1 0 15,40 0-15,-39 0 16,-1 0 0,-40 0 62</inkml:trace>
  <inkml:trace contextRef="#ctx0" brushRef="#br0" timeOffset="158872.54">20505 11149 0,'0'40'0,"40"40"15,0 1-15,40-41 16,-40 0-16,40 0 15,1 0 1,-1 0-16,-40 0 16,0-40-16,0 0 15,0 0 48,-40 40-48,0 1 1,-120 39-16,40 0 16,80 0-1,-80-40-15,80 0 16,0 0 0,0 1-1</inkml:trace>
  <inkml:trace contextRef="#ctx0" brushRef="#br0" timeOffset="159695.44">21307 10868 0,'-40'0'0,"0"41"16,40 39-16,0 40 16,0 0-16,0 1 15,0-41-15,0 0 16,0 81-16,80-41 15,-80-40-15,0 0 16,0-40 0,0 41-16,0 39 0,0-80 15,0 0-15,0 0 16,40 0 78,0-40-79,0-40-15,81 40 16,-41-40-16,0 40 16,-40-40-16,81 0 15,-1 40-15,1 0 16,119 0-16,1 0 15,80 0-15,-40 0 16,0 0-16,-121 0 16,1 0-1,-121 0-15</inkml:trace>
  <inkml:trace contextRef="#ctx0" brushRef="#br0" timeOffset="160689.57">21187 10828 0,'240'0'62,"-39"0"-46,80 0-16,40 0 16,-40 0-16,40 0 15,-120 0-15,-41 0 16,41 0-16,-1 0 16,1 0-16,-81 0 15,41 0-15,-41 0 16,1 0-16,-41 0 15,0 0-15,-80 81 172,0 39-172,0 0 16,0 0-16,0-39 16,0 39-16,40 0 15,0-39-15,0 39 16,1-40-1,-41-40 17,0 0 77,-121-40-93,1 0-16,-41-40 15</inkml:trace>
  <inkml:trace contextRef="#ctx0" brushRef="#br0" timeOffset="161708.34">22350 11310 0,'-40'0'62,"0"0"-62,-40 0 16,-40 0-16,39 0 16,41 0-16,0 0 15,0 0-15,0 0 32,40 40 30,0 40-46,0-40-1,0 0 1,0 0 0,0 0-1,40-40 32,-40-40-31,80 40-1,-40 0 1,0 0-16,1 0 16,-41-40-16,40 40 31,0 0-16,0 0 1,0 40-16,-40 0 16,0 0 15,0 1-31,0-1 31,-120-40-15,80 0-16,-1 0 15,1 0-15,0 0 16,0 0 31</inkml:trace>
  <inkml:trace contextRef="#ctx0" brushRef="#br0" timeOffset="162209.74">22591 11069 0,'0'-40'16,"40"40"-16,-40 40 47,0 80-32,40 1-15,-40-41 16,0 80-16,0-80 16,0 41-1,41-1-15,-41-80 16,0 40-16,0-40 16,0 1-1,-41-41 79</inkml:trace>
  <inkml:trace contextRef="#ctx0" brushRef="#br0" timeOffset="162607.94">23273 11310 0,'-40'0'31,"40"40"-31,0 80 16,0 0-16,0-80 15,0 81-15,0-41 16,0-40-1,0 0 1,0 0 0,0 0 15</inkml:trace>
  <inkml:trace contextRef="#ctx0" brushRef="#br0" timeOffset="163127.87">23273 11310 0,'40'0'47,"1"0"-31,-1 0-16,0 0 15,0 0-15,0 0 16,0 0 0,0 0-1,-40 40-15,40 0 16,-40 40-16,0-40 16,0 0-16,0 0 15,0 0 1,0 1 15,-40-41-15,-40 0-16,40 0 15,-40 0-15,40 0 16,-1 0-16,1 0 16,0 0-1</inkml:trace>
  <inkml:trace contextRef="#ctx0" brushRef="#br0" timeOffset="165665.17">5216 11229 0,'0'-40'47,"41"40"-32,-1 0-15,0 0 16,0 0 15,40 0-31,-40 0 16,41 0-16,-41 0 15,80 0-15,-40 40 16,1-40 46,-41 0-15,0 0 63,-40 40-110,0 41 15,0-1-15,0 40 16,0 1-16,-40-1 16,40 40-16,0 1 15,0-1-15,-81 1 16,81-81-1,-40 0-15,40-40 16,0 0 0,0 0-16,0 0 15,0 41 1,0-41-16,0 0 16,0 40-16,0-40 15,0 0 1,0 0-1,0 0 17,0 1-17,0 39 1,40-40 125,1-40-126,-1 0-15,0 0 16,0 0-1,0 0-15,0 0 16,0 0-16,0 0 16,81 0-1,-81 0-15,0 0 16,0 0 0,0 0-1,0 0 1,1 0-16,-1 0 15,0 0 32</inkml:trace>
  <inkml:trace contextRef="#ctx0" brushRef="#br0" timeOffset="166185.34">6581 13074 0,'0'-40'78,"40"40"-63,40 0 1,-80 80-16,40 1 16,40-1-16,-80-40 15,41 40 1,-41 0 109,-41-80-125,1 40 16,-40 0-1,40 1-15,0-1 16,0 0-16,0-40 15,40 40-15,-41 40 16,1-40 0,40 0-16</inkml:trace>
  <inkml:trace contextRef="#ctx0" brushRef="#br0" timeOffset="167272.56">7383 12593 0,'-40'0'15,"0"0"-15,0 0 32,0 0 46,40 40-78,0 80 15,40-39-15,0 79 16,-40 0-16,40 41 16,-40-41-16,0-39 15,40-41-15,-40 80 16,40-39-16,-40-1 16,0 0-16,0-40 15,41 1-15,-41-41 16,40 0 62,40-40-62,0-40-16,-40 0 15,41 0 1,39 40-1,40 0-15,-79 0 16,159 0-16,41 0 0,-80 0 16,-41 0-1,121 0-15,-200 0 16,39 0-16,0 0 16,-80 0-16,41 0 109,-41 0-78,-40-41 0</inkml:trace>
  <inkml:trace contextRef="#ctx0" brushRef="#br0" timeOffset="168760.09">6862 12793 0,'0'-40'47,"160"40"-32,81 0-15,-40 0 16,120 0-16,0 0 16,-41 0-16,-119 0 15,40 0-15,39 0 16,1-80-16,-121 80 16,81-40-1,0 40-15,-41 0 16,81 0-16,-40 0 15,39 0-15,81 0 16,-80 0-16,160 0 16,-200 40-16,0-40 15,-161 0-15,0 0 16,0 0 0,0 0-1,0 0 16,0 0 157,-40 80-172,0-40-1,0 41-15,0-1 16,0 0-16,0 0 15,0-40-15,0 41 16,0-1-16,0 0 16,0 0-16,0-40 15,0 0-15,0 1 16,0-1 0,0 0-1,0 0-15,0 0 31,0 0 16,0 0-47,-40-40 16,-40 0 0,40 0-16,-40 40 15,40 0 16,-1-40-15,41 41-16,0-1 16,-40 0-1,40 0-15,-40 0 16,40 0 0,0 0-16,0 0 109,-80-40-109,-81 0 16,1 0-16,-1 0 15,-39 0-15,120 0 16,-41 0-16,81 0 15,-80-40 1,79-40 0,1 40-16,40 0 15,-40 0 1,0 40 0,0 0-1,-40 0-15,40 0 16</inkml:trace>
  <inkml:trace contextRef="#ctx0" brushRef="#br0" timeOffset="169592.71">9791 12593 0,'0'120'94,"0"1"-78,0-41-16,0 40 15,40 0-15,-40 41 16,40-41-16,0 81 16,-40-41-16,0 1 15,40-81-15,-40 0 16,40-40-16,-40 40 109,0-40-46,0 0-48,0 1-15,0-1 16,0 0 0,0 0-16,0 0 125</inkml:trace>
  <inkml:trace contextRef="#ctx0" brushRef="#br0" timeOffset="171473.52">8186 13315 0,'0'-40'0,"80"40"78,-40 0-78,0 0 16,0 0-16,1 0 16,-1 0-16,0 0 15,0 40 1,-40 0 0,0 0-16,0 0 15,0 0-15,0 0 16,0 0-1,0 1-15,-40-41 16,0 40-16,120-40 94,0 0-79,-40 40-15,41-40 16,-81 40-16,40-40 16,-40 40-16,40 0 15,-40 0 1,0 0-16,0 0 16,0 41-1,-80-81 1,-1 0-1,1 0-15,40 0 16,-40 0-16,-41 0 16,121-40-16,-40-1 15,0 1-15,0-40 16,0-80-16,40 120 16</inkml:trace>
  <inkml:trace contextRef="#ctx0" brushRef="#br0" timeOffset="172152.83">10794 13235 0,'0'80'78,"0"40"-78,0-40 15,0 1-15,0-1 16,0 0 0,0-40-16,0 0 15,0 0-15,0 0 63,0-120-32</inkml:trace>
  <inkml:trace contextRef="#ctx0" brushRef="#br0" timeOffset="172496.26">10874 13074 0,'81'0'16,"-41"0"0,40 0-16,-40 0 15,80 0-15,-79 0 16,-41 40 0,80 0-16,-80 1 15,-40 79 1,40-80-1,-40-40-15,-1 40 16,-79 0-16,80-40 16,-80 40-16,39-40 15,1 40-15,0-40 16,40 0 0</inkml:trace>
  <inkml:trace contextRef="#ctx0" brushRef="#br0" timeOffset="173176.25">12560 13796 0,'80'0'63,"120"0"-63,-119 0 15,39 0 1,0 0-16,1 0 0,-81 0 16,0 0-1,0 0-15,0 0 16,0 0 15,1 0-15</inkml:trace>
  <inkml:trace contextRef="#ctx0" brushRef="#br0" timeOffset="173622.91">13081 13395 0,'80'80'31,"41"0"-31,-41 1 31,40-1-31,-79-80 16,39 80-16,-40-40 15,-40 0 1,0 0 46,0 41-46,0-41 0,0 0-16,-40 0 15,0 0 1,-41-40-16</inkml:trace>
  <inkml:trace contextRef="#ctx0" brushRef="#br0" timeOffset="174560.06">14084 12954 0,'0'80'62,"0"40"-46,0-39 0,40 39-16,-40 80 15,0-79-15,41 39 16,-41 1-16,0-41 15,80 0-15,-80-40 16,0 1-16,0-41 16,0 0-1,0 0-15,40 0 16,0 0 125,80-40-126,-39-40-15,119 40 16,121-40-16,-160 0 15,80 40-15,-81 0 16,-39 0-16,-81 0 16,80 0-16,-80 0 15,40-40 17,-39 40-17,39 0 1,0 0-16,40 0 15,-39 0-15,-1 0 16,-40 0 0,0 0-16</inkml:trace>
  <inkml:trace contextRef="#ctx0" brushRef="#br0" timeOffset="175585">14486 12954 0,'200'0'93,"-39"0"-77,160 0-16,-121 0 16,41 0-1,40 0-15,-120 0 16,79 0-16,-39 40 16,-41-40-16,1 40 15,40-40-15,-41 40 16,-80-40-16,-40 0 15,1 0 17,-1 0-32,0 0 15,0 0 17,-40 40 61,80 41-77,-80 79 0,0-80-16,40 81 15,0-41 1,1-40-16,-1 0 15,0 1-15,-40-1 16,40-40-16,0 40 16,-40-40-1,0 40 48,-40-80-32,-80 0-15,-1 0-16,-39 0 15,-41 0-15,0 0 16,-120 0-16</inkml:trace>
  <inkml:trace contextRef="#ctx0" brushRef="#br0" timeOffset="176143.3">15930 13154 0,'0'81'78,"0"39"-78,0-40 16,80 81-1,-39-41-15,-1 80 16,40-39-16,-80 39 0,40-79 15,0-41 1,-40-40 47</inkml:trace>
  <inkml:trace contextRef="#ctx0" brushRef="#br0" timeOffset="177139.84">15288 13355 0,'0'-40'31,"-120"40"-31,40 80 16,-1 0-16,41 41 16,0-41-16,0 40 15,0-80-15,0 0 32,80-40 30,40 0-46,-40 0-1,0 0-15,41 0 16,-41 0-16,40 0 31,0 0-31,-40 0 16,0 0-16,41 0 15,-41 0-15,0 0 16,80-80 0,-120 40 15,0 0-15,0 0-1,-40 40 16,0-40-31,0 40 16,0 0 0,0 0-16,0 0 15,-1 0 1,41 40 0,0 40-16,0 0 15,0-40-15,41 41 16,-41-41-16,40 0 15,40 40-15,-80-40 32,40-40 30,80 0-31</inkml:trace>
  <inkml:trace contextRef="#ctx0" brushRef="#br0" timeOffset="177682.15">16652 13636 0,'0'-40'16,"0"80"62,0 40-63,0 40-15,0 1 16,0-41-16,0 0 16,0-40-16,0 0 15,0 40-15,-40-40 78,0-120-46,0 80-17</inkml:trace>
  <inkml:trace contextRef="#ctx0" brushRef="#br0" timeOffset="178408.36">16412 13676 0,'0'-40'16,"0"-41"-1,0 41 1,40 40-16,-40-40 15,0 0 1,40 40-16,0 0 47,40 0-31,-40 0-1,41 0 1,-81 40-1,40-40-15,-40 80 16,0-39 0,0-1-16,0 0 15,0 0 1,0 0 46,-40-40-46,0 0 0,-1 0-1,1 0 48</inkml:trace>
  <inkml:trace contextRef="#ctx0" brushRef="#br0" timeOffset="180263.94">23554 5575 0,'-40'0'15,"0"0"-15,0 0 16,0 40-16,-41 40 16,-39 0-16,-40 121 15,-1-81-15,121 0 16,-121 41-16,121-81 15,-80 80-15,40-160 16,-1 121-16,81-202 94,81 41-94,-1-40 15</inkml:trace>
  <inkml:trace contextRef="#ctx0" brushRef="#br0" timeOffset="180727.65">23394 5935 0,'0'121'31,"0"-1"-15,0-40-16,0 41 15,-40-1 1,40-80-16,0 40 15,0-40 17</inkml:trace>
  <inkml:trace contextRef="#ctx0" brushRef="#br0" timeOffset="181536.1">27567 5815 0,'-121'0'47,"81"40"-47,0 0 16,-80 41-1,80-41-15,0 40 16,-41 40-16,41-80 16,0 41-16,0 39 15,0-80-15,40 0 32</inkml:trace>
  <inkml:trace contextRef="#ctx0" brushRef="#br0" timeOffset="182024.53">28129 5695 0,'0'80'0,"-41"0"15,1-40-15,40 41 16,-120-1-16,120-40 15,-40 40-15,0-40 16,0 0-16,-41-40 16,41 40 15,0 1-15</inkml:trace>
  <inkml:trace contextRef="#ctx0" brushRef="#br0" timeOffset="182524.04">27527 5334 0,'-40'0'0,"-1"0"16,-39 0-16,0 40 15,40 40-15,-40 0 16,39 1-16,-39-1 16,80 0-16,-40 40 15,0-80 1,40 81-16,-40-41 15,40-40-15,0 0 16,-40 40-16,0-39 16,40-1 62,0 0-78,0 0 15</inkml:trace>
  <inkml:trace contextRef="#ctx0" brushRef="#br0" timeOffset="197244.83">6260 16363 0,'40'0'15,"0"0"17,0 80-32,40 40 15,-40-39-15,-40-1 16,0 40-1,0-80-15,0 0 16,0 0 0,0 1 15,0-122 16,0-39-32,0 40-15,0 0 16,0 39-16,41-39 16,-1 40-16,0 0 15,40 40 63,-40 0-62,0 0 0,0 40-16,1 0 15,-1 0 1,-40 0 0,40 1-16,-40 39 15,0-40-15,0 0 16,0 40-16,0-40 62,40 0-30,0-120-17</inkml:trace>
  <inkml:trace contextRef="#ctx0" brushRef="#br0" timeOffset="197831.3">7504 16603 0,'0'-40'15,"-81"40"17,41 0-17,-40 0-15,80 40 16,-40-40-16,40 81 15,0-41-15,0 40 16,0-40 0,0 40-1,0-40 32,120-40-47,1 0 16,-81 0-16,40 0 15,-40-40-15,0 0 16,-40 0 0,0 0-16,0 0 15,-40-40-15,0 80 16,0-40 0,-40-41-1,40 81 1,-1 0-1,1-40 1</inkml:trace>
  <inkml:trace contextRef="#ctx0" brushRef="#br0" timeOffset="198561.07">8226 16844 0,'0'40'93,"0"0"-77</inkml:trace>
  <inkml:trace contextRef="#ctx0" brushRef="#br0" timeOffset="199216.18">8948 16724 0,'0'-40'15,"-40"40"1,0 0 0,-40 0-1,40 0-15,-1 0 16,41 40 0,0 40-1,0-40 16,0 40 1,41-40-17,39-40 17,-40 0-32,0 0 15,0-120 1,-40 40-1,0 40-15,0 0 16,0 0 0</inkml:trace>
  <inkml:trace contextRef="#ctx0" brushRef="#br0" timeOffset="199594.17">9229 16523 0,'0'40'31,"0"0"-15,0 41-16,0-1 16,0-40-16,0 40 15,0-40-15,0 0 16</inkml:trace>
  <inkml:trace contextRef="#ctx0" brushRef="#br0" timeOffset="199928.76">9229 16483 0,'0'-40'16,"0"0"-1,40 0 16,0 40-15,0 0 0,41 0 15,-41 0-15,0 0 15,0 40 0</inkml:trace>
  <inkml:trace contextRef="#ctx0" brushRef="#br0" timeOffset="200346.05">9390 16644 0,'40'0'219</inkml:trace>
  <inkml:trace contextRef="#ctx0" brushRef="#br0" timeOffset="201247.89">10192 16443 0,'0'-40'16,"-40"40"31,40 80 0,0-40-47,0 40 15,0 1-15,0-1 16,0 0-16,0-40 16,0 40-16,80-80 172,-40 0-172,41 0 15,-1 0-15,-40 0 16,0 0-16,0 0 15,0 0 79</inkml:trace>
  <inkml:trace contextRef="#ctx0" brushRef="#br0" timeOffset="201912.51">10754 16323 0,'0'80'94,"0"0"-79,0 0-15,0 1 16,0-41-16,0 0 16,0 0-16,0 0 15,0 0 1,0 0-1,40-40 48,0 0-16,40 0-47,1 0 15,-41 0-15,40 0 16,-40 0-16,0 0 16,0 0-16</inkml:trace>
  <inkml:trace contextRef="#ctx0" brushRef="#br0" timeOffset="202399.68">12118 16644 0,'40'0'78,"81"0"-78,39 0 16,-39 0-16,39 0 16,1 0-16,-121 0 15,40 0-15,-40 0 16</inkml:trace>
  <inkml:trace contextRef="#ctx0" brushRef="#br0" timeOffset="202919.92">12439 16844 0,'121'0'141,"-41"0"-141,40 0 16,1 0-16,-81 0 15</inkml:trace>
  <inkml:trace contextRef="#ctx0" brushRef="#br0" timeOffset="203840.01">13723 16684 0,'40'-40'31,"0"-41"-16,1 81 32,79 0-31,-80 81 0,-40 39-16,0-80 15,0 0-15,0 0 16,0 0-16,0 0 78,0-80-62,0-40-1,0 40-15,0-40 16,0 40-16,0 0 15,0-41-15,0 41 16,40 0 0,0 40 46,0 0-46,1 0-16,39 0 15,-80 40 1,40 0-16,-40 0 16,0 1-1,0-1 1,0 0-16,0 40 16,40-80 109</inkml:trace>
  <inkml:trace contextRef="#ctx0" brushRef="#br0" timeOffset="204440.27">14566 16644 0,'0'-41'47,"0"1"-32,-40 40 17,0 0-17,-1 0 1,41 40-16,0 1 15,0-1-15,0 0 16,0 0-16,41-40 63,-1 0-48,0 0 1,0 0-1,0 0-15,-40-80 32,0 40-1,0-1 0</inkml:trace>
  <inkml:trace contextRef="#ctx0" brushRef="#br0" timeOffset="204768.87">14726 16644 0,'41'0'125,"-1"0"-110,0 0-15</inkml:trace>
  <inkml:trace contextRef="#ctx0" brushRef="#br0" timeOffset="205664.41">15449 16563 0,'0'-80'0,"-81"80"31,41 0-31,-40 0 16,40 0-16,0 40 16,40 0 15,0 0-16,0 1-15,0-1 16,0 0-16,0 0 16,0 0-16,80 0 15,-40-40 17,0 0-17,0 0-15,1 0 16,-1 0-16,40-40 15,-80 0-15,40 0 16,-40-40 0,0 39-16,0 1 15,0-40-15,0 0 16,0 40-16</inkml:trace>
  <inkml:trace contextRef="#ctx0" brushRef="#br0" timeOffset="206103.84">15770 16283 0,'0'120'47,"0"-80"-31,0 40-16,40-40 15,-40 41 1,0-41-16,0 40 16,0-40-16,0 0 15,0 0 1</inkml:trace>
  <inkml:trace contextRef="#ctx0" brushRef="#br0" timeOffset="206528.9">15770 16363 0,'0'-40'0,"0"0"31,0 0-15,40 40 62,0 0-63,0 0 1,0 0-16,0 0 31,0 40-15,1-40 46,-41 40-62</inkml:trace>
  <inkml:trace contextRef="#ctx0" brushRef="#br0" timeOffset="207008.02">15770 16563 0,'40'0'125,"0"0"-46</inkml:trace>
  <inkml:trace contextRef="#ctx0" brushRef="#br0" timeOffset="208072.09">16331 16483 0,'-40'-40'0,"40"80"109,81 0-109,-41 40 16,0-39-1,-40-1 1,40 0-16,-40-120 156,0 39-156,0 1 16,0-40-16,0 40 16,40 40-16,0-40 15</inkml:trace>
  <inkml:trace contextRef="#ctx0" brushRef="#br0" timeOffset="209281.28">16733 16363 0,'40'40'62,"0"-40"-15,0 0-47,0 0 16,-40-40 62,-40 40-63,0 0 1,0 0 0,0 0-16,-41 0 15,41 0 1,0 0-16,0 120 31,40-80-15,0 0-1,0 41-15,40-41 16,0 0 0,41 40-1,-41-80 32,40 0-31,-40 0-1,0 0 1,0-40-16,0 0 16,1 40-16,-1-40 15,0 40-15,-40-40 16,40-1-1,0 41 32,0 0-31,40 0-16,1 41 16,-41-41-1,0 80 1,-40 0-1,0-120 95,-40-40-95,40-1-15,0 1 16,40 0-16,40 0 16,-40 40-16,41 0 15</inkml:trace>
  <inkml:trace contextRef="#ctx0" brushRef="#br0" timeOffset="210255.57">16010 16684 0,'41'0'32,"-1"0"-17,40 0 1,0 40-1,-80 0-15,80 0 16,-39 0 0,-41 40-16,80-40 31,-40-80 78,-40-40-93,0 0-16,40-40 16,-40 79-1,40-39 1</inkml:trace>
  <inkml:trace contextRef="#ctx0" brushRef="#br0" timeOffset="211200.22">17856 16202 0,'0'81'62,"0"-41"-46,0 40-16,0 0 15,0 0-15,0-40 16,0 41 15</inkml:trace>
  <inkml:trace contextRef="#ctx0" brushRef="#br0" timeOffset="211519.9">17816 16523 0,'0'-40'31,"40"40"-15,0 0-1,81 0-15,-81-40 16,0 40-16,40 0 16</inkml:trace>
  <inkml:trace contextRef="#ctx0" brushRef="#br0" timeOffset="211865.76">18338 16363 0,'40'120'32,"-40"-80"-32,0 40 15,0-39-15,0 39 16,0-40-1,0 0 79</inkml:trace>
  <inkml:trace contextRef="#ctx0" brushRef="#br0" timeOffset="212112.36">18418 16283 0</inkml:trace>
  <inkml:trace contextRef="#ctx0" brushRef="#br0" timeOffset="212780.2">18940 16403 0,'-81'0'16,"41"0"0,-40 0-1,40 0-15,-40 0 16,40 0-1,-1 0-15,41 40 16,0 0 0,0 0-1,0 0 1,0 0 0,41 1 15,-1-41-16,0 0 1,0 0-16,0 0 16,0 0-1,0 0 1,0 0 46,1 0-46</inkml:trace>
  <inkml:trace contextRef="#ctx0" brushRef="#br0" timeOffset="213647.46">19140 16563 0,'40'0'47,"41"0"-31,-1 0-16,-40 0 15,0 0 1,0 0-16,41 0 15,-41-40 1,0 40-16,0-40 16,-40 0 15,0 0 16,-80 40-16,40 0-15,-1 0-1,1 0-15,-40 0 16,40 0-16,0 40 16,-40 40-1,39-40 1,41 0-16,0 1 31,0-1-31,0 0 16,0 0-1,41-40-15,39 40 16,0-40 0,-40 0-16,0 0 15,41 0-15,-41 0 16,0 0-16,0 0 15,0 0 32,-40-40-31,0 0 15,0 0 0</inkml:trace>
  <inkml:trace contextRef="#ctx0" brushRef="#br0" timeOffset="-214447.04">20344 16363 0,'0'-40'78,"-40"40"-31,0 0-32,0 0 1,0 0-16,40 40 16,-41-40-16,41 80 31,0-40 0,0 0 32,41-40-32,39 0-31,-40 0 15,40 0 1,-40 0 15,0 40 16,1-40-31,-41 40 46,0 1-30,0-1-17,0 0 32,-41-40-31,1 40-1,0-40 1,0 0 0,0 0-1,0 0 1,0 0-16,0 0 78,-1 0-47,1 0 16,0 0 16,0 0-32,0 0 0,40-40-15,-40 40 46</inkml:trace>
  <inkml:trace contextRef="#ctx0" brushRef="#br0" timeOffset="-164316.65">23594 13997 0,'0'-40'47,"-40"40"-32,0 0-15,-40 0 16,0 40-16,39 40 16,41-40-1,0 0 1,0 0 31</inkml:trace>
  <inkml:trace contextRef="#ctx0" brushRef="#br0" timeOffset="-163934.22">23795 14398 0,'0'40'16,"0"0"-1,0 0-15,0 0 16,-40-40 0,0 0-1,0 0-15,-1 0 16</inkml:trace>
  <inkml:trace contextRef="#ctx0" brushRef="#br0" timeOffset="-163400.89">24196 14077 0,'0'80'31,"0"40"-31,40 1 16,-40-41-16,0 80 15,40-39-15,-40-41 16,0-40-16,41 80 16,-41-80-16,0 0 15,0 1-15,40-41 16,-80 0 78</inkml:trace>
  <inkml:trace contextRef="#ctx0" brushRef="#br0" timeOffset="-162928.83">24437 14037 0,'40'0'0,"0"0"0,0 0 15,0 0 1,1 40-1,-41 0 1,0 0 0,0 0-1,0 0 1,-41 0 0,1-40-1,0 0 1,0 0-16,0 0 15,0 0 17</inkml:trace>
  <inkml:trace contextRef="#ctx0" brushRef="#br0" timeOffset="-161745.52">25320 13957 0,'-40'0'0,"-1"-41"31,1 41-15,0 0-16,0 0 15,-40 41 1,40-41-16,0 40 16,-1 40-1,1-40-15,40 0 16,0 0 0,0 40-1,0-40 16,0 1-15,40-41 0,81 0-1,-81 0-15,0 0 16,0 0 0,-40-41-1,0 1-15,0 0 16,0-40-1,0 40 1,0 0-16,0 0 16,0 0 31,40 120 46,0-40-77,1 40-16,-1 0 16,0 41-16,0-41 15,0-40-15,-40 0 16,40 0-1,0-80 64,-40 0-64,0-40 1</inkml:trace>
  <inkml:trace contextRef="#ctx0" brushRef="#br0" timeOffset="-161255.3">25922 13957 0,'0'-41'31,"-121"82"-15,81-1 0,40 40-1,0 0-15,0-40 16,0 0-16,0 0 16,0 0-16,0 41 15,40-41 1,41-40-16,-1 40 15,0-40-15,-40 0 16,40 0-16,-39 0 16,-41-40 31,0 0-32</inkml:trace>
  <inkml:trace contextRef="#ctx0" brushRef="#br0" timeOffset="-160455.89">26283 14157 0,'80'0'32,"0"0"-32,41-80 15,-81 80 1,40 0-16,-80-40 15,40 40-15,0-40 16,0 0-16,-40-1 31,0 1-15,0 0 0,0 0-1,-80 40 1,0 0-1,40 0 1,0 0 0,0 0-16,-1 0 15,41 40 1,0 40-16,0 1 16,0-1-1,0-40-15,0 0 16,0 40-16,0-40 15,0 0 1,0 1 0,0-1-16,121-40 15,-121 40 1,40-40-16,40 0 16,-40 0-16,0 0 15,1 0-15,39 0 31,-40-40 110</inkml:trace>
  <inkml:trace contextRef="#ctx0" brushRef="#br0" timeOffset="-159561.35">27767 13796 0,'0'-40'16,"-40"40"46,0 0-62,0 0 31,-40 0-15,40 80 0,40-40-1,0 41 1,0-41-16,0 40 16,0-40-16,0 40 15,40-40-15,0 0 16,-40 0-16,40 41 15,0-81-15,0 0 16,41 0 0,-41 0-16,40 0 31,-40 0-15,-40-40 15</inkml:trace>
  <inkml:trace contextRef="#ctx0" brushRef="#br0" timeOffset="-158216.79">28249 13957 0,'0'-41'0,"-40"41"16,-40 0-1,39 0 1,1 0-16,40 81 16,0-41-16,0 40 15,0-40 1,0 80-16,0-80 15,0 1-15,40 39 16,1-80 0,-1 0-1,0 0-15,0 0 32,-40-40-17,0 0 1,0-41-1,0 1 1,0 40 0,0 0 15,120 0 16,-39 40-32,-41 0 1,80 0-16,-40 0 16,-40 40-1,1-40-15,-1 80 16,0-80-16,-40 80 16,0-40-1,0 1 1,0-82 78,0 1-79,0-40-15,0 0 16,0 40-16,40 0 15,-40-40-15,80 39 16,1 41 15,-41 0-31,0 0 16,0 0 0,40 81-16,-80-41 15,0 40-15,0-40 16,0 40-16,0-40 15,0 0 1,0 1 31,-40-82-16,40-79-15,0 80-16,0-40 15,0 0 1,0 40-16,80-41 16,-40 81-16,1 0 15,-1 0-15,80 0 32,-80 0-17,-40 81-15,0 39 16,0-40-16,0 0 15,0 0-15,0 1 16,0-41-16,0 80 16,0-80-1</inkml:trace>
  <inkml:trace contextRef="#ctx0" brushRef="#br0" timeOffset="-157502.72">30015 13957 0,'0'80'109,"0"-40"-109,0 80 16,40 0-16,-40-39 16,0 39-16,0-40 15,0-40-15,0 0 16,0 41-1,0-41 79</inkml:trace>
  <inkml:trace contextRef="#ctx0" brushRef="#br0" timeOffset="-156912.87">29934 13916 0,'0'-40'31,"40"0"16,1 40 31,-1 0-63,0 0 1,0 0-16,0 0 16,-40 40-16,40-40 15,0 40 17,-40 41 14,0-41-30,-80 0 0,80 0-1,-40-40-15,0 40 16,0-40 0,-41 0 15,41 0-31,0 0 15,0-40-15,40 0 47,0 0-31</inkml:trace>
  <inkml:trace contextRef="#ctx0" brushRef="#br0" timeOffset="-156481.42">30496 13395 0,'0'80'0,"0"-40"16,40 81-16,0-81 15,0 120-15,1-39 16,-41-1-16,0-40 15,40 40-15,-40 1 16,0-81-16,40 40 16,-40-40-16</inkml:trace>
  <inkml:trace contextRef="#ctx0" brushRef="#br0" timeOffset="-154912.91">30897 14317 0,'121'-40'0,"-81"0"16,120 0-16,-120 0 16,1 40-16,-1-40 15,40 0-15,-80 0 31,0 0-31,0 0 16,0-1 31,-40 41-31,0 0-1,0 0-15,-41 0 16,41 41 15,0 79-15,40-80-1,0 40-15,0 0 16,0-40-16,0 41 16,0-41-16,0 0 15,40-40 1,0 0-1,41 0 1,-41 0-16,0 0 16,40 0-16,-40 0 15,-40-40-15,40 0 16,-40-41-16,40 1 16,1 0-1,-1 80-15,-40-40 16,40-40-1,0 80 17,0 0-32,0 0 15,0 40 1,-40 40 0,0-40-16,0 40 15,0-40 1,0-80 78,0-40-79,40 40-15,1 0 16,39-40-16,-40 40 15,0 0-15,0-1 16,-40 82 156,0 39-172,0-40 16,0 40-16,0-40 15,0 40-15,40-40 16,-40 1-1,40-41-15,81 0 16,-41 0 0,0 0-16,-40 0 15,41 0-15,-41-81 16,0 1-16,-40 40 16,0 0-16,0-40 15,0 40 1,0 0-1,-40-1 1,0 41 31,0 0-31,-1 0 15,1 0-16,40 41 1,0 39-16,0-40 16,0 40-16,40 0 15,1 0-15,-1 1 16,0-41 0,-40 0-16,40-40 78,-40-40-78,0 0 15,0-41-15,-40-39 16,-40-120-16</inkml:trace>
  <inkml:trace contextRef="#ctx0" brushRef="#br0" timeOffset="-154696.91">32262 13515 0,'-41'-40'78</inkml:trace>
  <inkml:trace contextRef="#ctx0" brushRef="#br0" timeOffset="-154015.75">32823 13596 0,'0'80'63,"0"-40"-63,41 80 15,39-40-15,-80 1 16,0-41-16,40 80 16,-40-80-16,0 40 15,0 1 1,0-122 93</inkml:trace>
  <inkml:trace contextRef="#ctx0" brushRef="#br0" timeOffset="-153735.45">32864 13997 0,'40'0'31,"0"0"-31,80 0 16,-40 0-16,1 0 15,-41 0 1,-40-40 46</inkml:trace>
  <inkml:trace contextRef="#ctx0" brushRef="#br0" timeOffset="-153037.28">33385 13756 0,'0'40'16,"40"0"-1,0 81-15,1-81 16,-1 0-16,-40 40 16,40-40-16,0-40 62,0 0-62,0 0 16,40 0-1,-39-80 1,-41 0-16,0-41 16,0 41-16,0 0 15,0 200 110,0-80-125,0 0 16,0 1-16,0 79 15,0-40-15,0 0 16,0 0-16,0-39 16,0 39-16,0-40 15,0 0 1,0 0-16,0 0 31,-41 40 16,1-80-47,-80 0 16,-41 0-16,-39 0 15,79 0-15,1 0 16,80 41-16</inkml:trace>
  <inkml:trace contextRef="#ctx0" brushRef="#br0" timeOffset="-152248.79">25561 16483 0,'0'-40'0,"80"40"47,80 0-47,-39 0 16,39-40-16,-120 40 15,41 0-15,-1 0 16,0 0-16</inkml:trace>
  <inkml:trace contextRef="#ctx0" brushRef="#br0" timeOffset="-151807.65">25721 16804 0,'40'0'31,"0"0"-31,81 0 16,-41 0-16,-40 0 15,40 0-15,-40 0 16,81 0-16,-81-40 16,0 40-1,0-40-15</inkml:trace>
  <inkml:trace contextRef="#ctx0" brushRef="#br0" timeOffset="-148896.72">27928 16363 0,'-40'0'32,"0"0"-1,-41 0-31,41 0 15,0 0 1,0 0-16,0 0 31,0 0-31,40 40 16,-40-40-16,40 40 16,0 0-16,0 0 15,0 40 1,0-39-1,0 39-15,0-40 16,0 40 15,0-40-15,80-40-16,-80 40 16,80 0-16,-40-40 15,-40 41 1,40-41-16,1 0 0,-1 0 15,0 0 17,40 0-1,-40 0 0,40 0-15,-39 0 31</inkml:trace>
  <inkml:trace contextRef="#ctx0" brushRef="#br0" timeOffset="-148837.78">28129 17005 0,'0'-41'15,"0"1"-15</inkml:trace>
  <inkml:trace contextRef="#ctx0" brushRef="#br0" timeOffset="-148009.08">27928 16283 0,'0'-40'15,"40"40"17,0 0-32,0 0 15,41 40 1,-1 0 0,-80 0-1,40-40-15,-40 40 16,0 40-16,40-40 15,-40 0-15,40-40 16,-40 40-16,0 1 16,0-1-1,0 0-15,0 0 16,0 0 0,0 0-1,0 0 16,0 0 1,0 0-17,-40-40 1,40 41-16,-40-41 16,0 0 62,0 0-63,0 0 1,-1 0 0,1 0-1</inkml:trace>
  <inkml:trace contextRef="#ctx0" brushRef="#br0" timeOffset="-146992.04">28811 15561 0,'-40'-40'16,"40"120"31,0 40-47,0-40 16,0-40-1,0 81-15,0-81 16,0 80-1,0-80-15,0 41 16,0-41-16,0 40 16,0 0-1,0-40-15,0 0 16,40 0-16,-40 41 16,0-41-16,0 0 15,0 0-15,0 0 16,0 0-16,40 0 15,-40 0-15,40 0 16,-40 1 0,40-1-1,-40 40 1,40-40 0,0-40-1,1 40 1,-1-40 15,0 0 0,0 40-15</inkml:trace>
  <inkml:trace contextRef="#ctx0" brushRef="#br0" timeOffset="-129857.42">29052 16403 0,'40'0'15,"0"0"1,0 0-1,0 40 1,0 0-16,-40 40 16,40-80-16,-40 40 15,40 1-15,1-1 16,-1 0 0,0 0-1,0 0 1,0 0-1,0-80 126,0-80-141,-40-1 16,40 81-16,41-40 15,-81 0-15,40 80 16,-40-40 31,0 0-47</inkml:trace>
  <inkml:trace contextRef="#ctx0" brushRef="#br0" timeOffset="-125399.3">30376 16283 0,'0'40'141,"0"80"-125,40-40-16,-40-40 15,0 81-15,40-41 16,-40 0-16,0 0 15,0 1 1,40-81-16,-40 40 16,0 0-1,0 0 1,0 0 78</inkml:trace>
  <inkml:trace contextRef="#ctx0" brushRef="#br0" timeOffset="-124560.38">30215 16884 0,'0'-40'125,"40"40"-94,0 0-31,81 0 16,-41 0-16,40 0 15,-39 0-15,-41 0 16</inkml:trace>
  <inkml:trace contextRef="#ctx0" brushRef="#br0" timeOffset="-118440.6">7704 5294 0,'40'0'62,"1"0"-15,-1 0-47,0 0 16,0 0-1,0 0-15,40-40 16,-40 0-16,41-1 16,-41-39-16,0-40 15,0 80-15,0-40 16,0 80-16,41-81 15,-81 41-15,0 0 16,40 0 0,-40 0-16,40-40 15,0 0 32</inkml:trace>
  <inkml:trace contextRef="#ctx0" brushRef="#br0" timeOffset="-117240.98">8547 8703 0,'80'0'31,"-40"0"-31,41 40 16,-41-40-16,0 80 16,40-80 77,-40 0-77,40 0-16,1 0 16,-1-40-16,0-80 15,41 39-15,-81 1 16,40 0-16,0 0 15,0 0-15,-39 80 16,-41-41 0</inkml:trace>
  <inkml:trace contextRef="#ctx0" brushRef="#br0" timeOffset="-114031.06">17094 6898 0,'40'0'32,"40"80"-32,-40 41 15,0-81-15,-40 0 16,41 0-16,-1-40 31,40 0 0,0-40-31,-40 0 16,81-41-16,-1 1 16,-40 0-16,1 0 15,39 40-15,-80 0 16,0-1 0,41-39-16,-41 80 31,-40-40-16,80 40 1,-40 0 31</inkml:trace>
  <inkml:trace contextRef="#ctx0" brushRef="#br0" timeOffset="-112998.98">17214 10708 0,'40'80'16,"0"0"-1,1-39-15,-1 39 16,0-80-16,-40 40 15,40-40 1,0 0 15,0-40-31,81 0 16,-41-41 0,40 41-16,-80 0 15,161-40-15,-81 40 16,-79 0-16,79 40 15,0-80-15,-39 80 16,-1 0-16</inkml:trace>
  <inkml:trace contextRef="#ctx0" brushRef="#br0" timeOffset="-111440.73">12118 5013 0,'0'40'32,"0"40"-32,40-40 15,0 1-15,41-41 16,-81 40-1,40-40 1,40 0 0,0 0-1,-40-40-15,121-1 16,-1-39-16,-79 0 16,-41 40-16,160-80 15,-119 80 1,-41-41-16,80 41 0,-40-40 15</inkml:trace>
  <inkml:trace contextRef="#ctx0" brushRef="#br0" timeOffset="-110615.2">13001 7259 0,'0'-40'31,"80"40"-16,-40 80 1,0-40-16,1 0 16,-1 0-1,0-40 32,80 0-31,41-40-16,-41 0 15,-40-80-15,1 40 16,-1 40-16,-40-1 16,0 1-16,40-40 15,-40 40 32</inkml:trace>
  <inkml:trace contextRef="#ctx0" brushRef="#br0" timeOffset="-103936.75">31178 16523 0,'0'-40'16,"80"-40"-1,-80 40 1,41-40-16,-1 40 31,0 40-15,0 0 15,40 0-15,-40 0-1,41 0-15,-81 40 32,80-40-17,-80 80 1,0-40 0,0 40-1,0-40 1,0 40-1,0-39-15,-40-1 16,-41 40-16,41-80 16,0 40-1,-40 40 32,80-40 47,0 0-63,80-40 0,0 0-15,-39 0-16,-1 0 16,0 0-16,40 0 15</inkml:trace>
  <inkml:trace contextRef="#ctx0" brushRef="#br0" timeOffset="-103575.95">32101 16603 0,'40'0'78,"0"-40"-62,41 40-16</inkml:trace>
  <inkml:trace contextRef="#ctx0" brushRef="#br0" timeOffset="-102927.2">32342 16483 0,'40'-40'16,"-40"0"15,0 0 47,-80 40-15,40 0-48,-1 0 1,1 40 0,40 40-1,0-40 1,0 0 0,0 41 15,0-1 0,0-40-15,0 0 46,40-40-46,1 40-16,-1-40 15,0 0 1,0 0-16,0 0 31,0 0-15,0 0 15</inkml:trace>
  <inkml:trace contextRef="#ctx0" brushRef="#br0" timeOffset="-102888.2">32502 16844 0,'0'-40'16</inkml:trace>
  <inkml:trace contextRef="#ctx0" brushRef="#br0" timeOffset="-102168.96">32502 15521 0,'40'40'46,"41"40"-30,-41 0 0,0 0-16,40 1 15,41 39 1,-81-40-16,0-40 16,0 81-1,0-41 1,-40-40-16,0 80 15,0-80 1,0 40 0,0-39-16,0 39 15,0 0-15,-40-40 16,40 0-16,0 0 16,-40 41-1,0-41 1,0 0-1,40 0-15,-40 0 32,-1-40 108,1 0-140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0T05:04:40.2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11906 992 0,'-25'0'32,"1"0"61,-26 0-93,25 0 32,-74 0-32,25 0 15,-1 25-15,50-25 16,-24 25-16,-50-25 16,74 0-16,0 0 15,-25 0-15,26 0 16,-1 0-1,0 0-15,0 25 32,-25-25-32,26 24 15,-26-24 1,0 25-16,-24 0 16,0-25-16,49 0 15,-74 74-15,24-74 16,50 25-1,1-25-15,-1 25 16,0 0 0,-25 0 31,50-1-32,-24-24-15,24 25 16,-50 25-1,50-25 32,-25-1-31,25 1-16,0 0 16,-49 49-1,49-49 1,-25-25-16,0 50 15,0-25-15,0 0 16,25-1-16,-24-24 16,24 25-1,-25 0-15,25 0 32,0 0-17,-25-1-15,25 1 16,0 25-1,-25-1 1,25 1 0,0-25-16,0 24 15,0-24-15,0 25 16,0-25-16,0-1 16,0 26-1,0-25 1,0 0-1,0-1 1,25 1-16,0 0 16,0 25-16,24 24 15,-24-49-15,0 24 16,24 1-16,1 0 16,24-1-1,-24-24-15,-50 0 16,50 0-16,-1 0 15,-24-1-15,25 1 16,-26 0-16,1-25 16,0 25-16,25 0 15,-26-25 1,26 0-16,0 0 16,24 24-16,-49-24 15,49 0-15,-24 50 16,0-50-16,24 0 15,-24 0 1,-26 0-16,1 25 16,25-25-1,-25 0-15,24 0 16,-24 0-16,49 0 16,-49 0-16,25 0 15,24 0-15,-49 0 16,25 0-16,-1 0 15,1 0-15,-25 0 16,-1 0-16,26 0 16,-25-25-1,24 0 1,-24 25 0,0-25-16,25 1 15,-50-1 1,49 25-16,-24-50 15,0 50 1,0-25-16,0 25 16,-25-49-1,24 49 1,1-50 0,0 25-1,0-24 1,-25-1-1,49 25-15,-49 0 16,0 1 0,25-1-1,-25 0-15,25 0 16,-25 0 0,25 1-16,-25-1 15,0 0 1,25 0-16,-1-24 15,-24 24-15,0 0 16,0 0-16,25 25 16,-25-49-16,0 24 15,0-25 1,0 1 0,0 24-16,0 0 15,0-25 1,0 26-1,0-26-15,0-24 16,-25 24 0,-24-24-16,49 49 15,0-25-15,-25 25 16,0-24-16,25 24 16,-25 0-16,1 0 15,-1 0 32,25 1-47,-50-1 16,25 25-1,1-25-15,24 0 16,-50-24-16,0 24 16,26 0-1,-1 25 1,0-25-16,-25 25 47,25 0-16,-24 0 16</inkml:trace>
  <inkml:trace contextRef="#ctx0" brushRef="#br0" timeOffset="8194.62">2158 7020 0,'0'-25'125,"25"25"-109,24 0-16,1 0 15,0 0-15,24 0 16,-24 0-16,49 0 16,75 0-16,-50 0 15,-25 0-15,0 0 16,-25 0-16,-24 0 16,24 0-16,-49 0 15,25 0 1,-25 0-16,-1 0 15,1 0 1,0 0 0,0 0-1,0 0-15,-1 0 16,26 0 0,0 0-1,-26 0-15,26 0 16,0 0-1,24 0 1,1 0-16,-26 0 16,1 0-1,-25 0 1,-1 0-16,1 0 16,0 0-1,0 0-15,0 0 16,24 0-16,1 0 15,-25 0-15,-1 0 313,-24 25-266,0 24-32,0-24 1,0 0 0,0 0-1,-24 0-15,24-1 47,0 1-47,0 0 16,0 0 15,0 0-15,0-1-16,0 1 31,0 0-31,0 0 31,0 0-15,0-1-1,0 26 1,0-25-16,0 0 16,0-1-16,0 1 15,0 0-15,0 0 16,0 0 0,0-1 15,0 1-31,0 25 31,0-25-31,0-1 16,0 1-16,0 0 15,0 25 1,0-26 0,0 1-1,0 0 1,0 0-16,0 0 15,0 0-15,0-1 16,0 26-16,0-25 16,0 0-1,0-1 1,0 1 0,0 0-1,0 0 1,0 0-1,0 24-15,0-24 16,0 25 0,0-26-1,0 1 1,0 0 0,0 0-16,0 0 31,0-1-31,0 26 31,0-25-31,0 0 16,0-1-16,0 26 15,0-25 1,0 24-16,0 1 16,0-25-1,0 24 1,0-24-1,0 25 1,0-25 15,0 0-15,0-1 0,0 1-16,0 0 15,0 0-15,0 0 16,0-1-16,0 1 15,0 0 1,0 0 15,0 24-31,0 1 16,0-25 0,0 49-16,24-49 15,-24 25 1,0-26-16,0 1 15,25 25-15,0-25 32,-25-1-17,0 1 1,0 0 0,0 0-16,0 0 15,25-1-15,-25 1 16,0 0-1,25 0 1,-25 0-16,0-1 16,0 1-16,0 0 15,0 0-15,0 49 16,0-49-16,0 0 16,-25 0-16,25 0 15,0-1 1,0 26-16,0-25 15,0 0-15,0-1 16,0 51 0,0-50-1,0 24-15,0 1 16,0-1-16,0 1 16,0-25-1,0 0 1,0-1-16,0 1 15,0 0 1,0 0 0,0 0-16,0-1 15,0 26 1,0-25-16,0 0 16,0-1-16,0 1 31,0 0 0,0 25 0,0-26-15,0 1-16,0 0 16,0 0-16,0 0 15,0 0-15,0-1 16,0 1-1,0 0-15,0 0 16,0 0 0,0-1-1,0 1 1,0 0-16,0 0 16,0 24-1,-25-49 1,25 25-1,0 0-15,0 0 16,0 0 0,0-1-1,-25 26-15,25 0 32,0-26-32,0 1 15,0 25 1,0-25-1,0-1-15,0 1 32,0 0-17,0 0 1,0 0 0,0-1-1,0 1 1,-25 0 78,25 0-32,0 0 32,0-1-79,0 1 1,0 0-16,0 0 156,-49-25-109,24 0-31,-25 0-1,26 0-15,-26 0 32,25 0-32,-24 0 15,24 0 1,0 0-16,0 0 16,0 0-16,1 0 15,-1 0-15,0 0 16,0 0-1,0 0-15,1 0 16,-1 0 0,0 0-1,0 0 1,-25 0 0,26 0-16,-1 0 15,0 0-15,0 25 16,0 0-16,1-25 31,-1 0-15,0 0-1,-25 0-15,26 0 16,-1 0 0,0 0-16,0 0 15,-24 24 1,24-24 15,0 0-15,0 0-1,0 0 1,-24 0-16,49 25 16,-25-25-1,0 0 1,0 0-1,1 0 1,-1 0 0,0 0-1,0 0 1,0 0-16,1 0 16,-26 0-1,25 0 1,0 0-1,1 0-15,-1 0 16,0 0 0,0 0-16,-25 0 15,26 0-15,-1 0 16,0 0-16,0 0 16,0 0-16,1 0 109,-1 0-109,0 0 16,0 0 15,0 0-16,1 0 1,-1 0 31,0 0-31,0 0-1,0 0 1,-24 0-16,24 0 15,0 0-15,0 0 16,1 0 15</inkml:trace>
  <inkml:trace contextRef="#ctx0" brushRef="#br0" timeOffset="12007.94">2108 7020 0,'0'25'203,"0"-1"-203,0 26 16,0 0-16,0-26 15,-24 1-15,24 25 16,0-25 0,-25 49-16,25-24 15,0-26 1,0 26 0,0-25-16,-25 24 15,25-24-15,0 0 16,0 0-16,0 24 15,0-24 1,0 50-16,0-51 16,0 1-16,0 0 15,0 0-15,0 0 16,0-1-16,0 1 16,0 0-16,0 25 15,0-1 1,0 1-1,0-25-15,0 24 16,0-24-16,0 0 16,0 0-16,0 0 15,0 24-15,25-24 16,-25 0 0,0 24 15,0 1-16,0-25-15,0 0 16,0-1-16,0 1 16,0 0-1,25 25-15,-25-26 16,24 26 0,-24-25-1,0 0 1,0 24-16,0-24 15,0 0 1,0 0-16,0 24 16,0-24-1,0 0-15,0 0 16,0 0-16,0 24 16,0-24-1,25 25-15,-25-26 16,0 1-16,0 0 15,0 0-15,0 0 16,0-1-16,0 1 16,0 0-16,0 0 15,0 0-15,0-1 16,0 26-16,0-25 16,0 24-1,0-24-15,0 25 16,0-25-16,0 24 15,0 1 1,0-25-16,0 24 16,0 1-1,0-1 1,0 1-16,0-25 16,0 25-16,0-26 15,0 1-15,0 0 16,0 0-16,0 0 15,0 24 17,0 1-17,0-25-15,0-1 16,0 26-16,0 0 16,0-26-16,0 26 15,0-25-15,0 49 16,0-49-16,0 25 15,25-26 1,0 1-16,-25 0 16,0 0-1,0 24 1,0-24 15,0 25-31,0-25 16,0-1-16,0 1 15,0 0-15,0 0 16,0 0 0,0-1 15,0 1-31,0 25 16,0-25 15,0 0-31,0-1 15,0 1 17,0 0-17,0 0-15,0 0 16,0-1 0,0 1 15,0 0-31,0 0 15,0 24 1,0-24-16,0 0 16,0 0-1,0 0 1,0-1 0,0 1 15,-25 0-31,25 0 47,0 0-32,0-1 1,0 26 15,0-25-15,0 0 15,0-1-31,0 1 16,0 0-1,0 25 17,0-26-17,0 26 32,25-25-31,0 24 31,-25-24 31,0 25-16,0-25 32,0 24 0,0-24-16,0 0 359,74-25-343</inkml:trace>
  <inkml:trace contextRef="#ctx0" brushRef="#br0" timeOffset="16687.97">2059 7962 0,'25'0'172,"-1"0"-157,26 0-15,-25 0 16,0 0-16,-1 0 16,1 0-16,25 0 15,-25 0 1,-1 0-1,1 0-15,0 0 16,25 0 0,-26 0-16,1 0 15,0 0-15,25 0 16,24 0-16,-49 0 16,0 0-1,0 0 1,-1 0-1,26 0 1,0 0 0,-26 0-16,1 0 15,0 0 1,25 0 15,-26 0-31,1 0 16,0 0-1,0 0-15,0 0 16,-1 0-16,1 0 16,0 0-16,0 0 31,0 0-31,-1 0 31,1 0-15,0 0-16,0 0 31,24 0 0,-24 0 1,25 0-1,-25 0-16,24 0 1,-24 0 0,0 0-1,0 0 1,-1 0 0,1 0-1,0 0 1,0 0-1,0 0-15,0 0 16,-1 0 15,1 0-15,0 0 0,0 0 15,0 0-16,-1 0-15,1 0 32,0 0 15,0 0-32,0 0 1,-1 0-1,1-25 1,0 25 15,0 0-31,0 0 16,74 0 0,0-49-16,-49 49 15,-26 0-15,1 0 16,0 0-1,-50 0 298</inkml:trace>
  <inkml:trace contextRef="#ctx0" brushRef="#br0" timeOffset="17967.29">3249 7243 0,'-24'0'109,"-1"0"-93,25 25 15,0 0-15,0-1-16,0 1 31,-25 0-15,25 0-16,0 0 15,0-1 1,0 1 0,0 0-1,0 25 1,0-26 15,0 26-15,0-25 15,0 24 0,0-24 1,0 25-1,0-25 0,0 24 157</inkml:trace>
  <inkml:trace contextRef="#ctx0" brushRef="#br0" timeOffset="19951.3">2183 9128 0,'25'-25'109,"-1"25"-93,26 0-1,-25 0-15,24 0 16,1 0-16,0 0 16,-1 0-1,-24 0-15,25 0 16,-26 0 0,1 0-16,25 0 15,0 0-15,24 0 16,-24 0-16,-26 0 15,51 0-15,-50 0 16,-1 0-16,26 0 16,-25 0-1,0 0-15,-1 0 16,26 0-16,-25 0 16,0 0 15,-1 0-31,1 0 15,25 0-15,-25 0 16,24 0 0,-24 0-16,25 0 15,-26 0-15,1 0 16,0 0 0,0 0-1,0 0 1,-1-24-16,1 24 15,0 0 1,0 0-16,0 0 16,0 0-1,-1 0 1,1 0 0,25 0-16,-25 0 15,24 0 1,-24 0-1,25 0 17,-26 0-17,26 0 1,-25 0 0,0 0 30,-1 0-30,1 0 15,-50 0 126</inkml:trace>
  <inkml:trace contextRef="#ctx0" brushRef="#br0" timeOffset="21592.23">3101 8434 0,'0'0'0,"0"-25"32,0 0-1,0 0-15,49 0-1,-24-24 1,25 49 15,-26 0-15,1 0 15,0 0 0,0 0-15,0 0-1,-1 25 17,-24 24-17,0-24 1,0 0 0,0 0-1,0-1 1,0 1-1,-49 0 1,49 0-16,-50 0 16,25-25-1,1 24 1,-1 1 0,0-25-1,0 0 1,0 25-1,-24 0 1,49 0 15,-25-25-15,25 24 0,-25-24-1,25 25-15,-25 0 31,25 0 32,0 0-1,25-25-15,25 0-47,-1 0 16,1 0-16,-25 0 16,24 0-16,-24 0 15,25 0 1,-25 0-1,24 0 17,-24 0-17,25 0 32,-26 0 63</inkml:trace>
  <inkml:trace contextRef="#ctx0" brushRef="#br0" timeOffset="23800.14">2133 10294 0,'25'0'79,"0"0"-48,24 0-31,-24 0 15,0 0-15,25 0 16,-1 0-16,-24 0 16,0 0-16,24 0 15,-24 0 1,25 0-16,-25-25 16,-1 25-16,1 0 15,0 0 16,0 0-15,0 0 31,24-25-31,-24 25-1,0 0 1,0 0-16,0 0 15,-1 0 1,1 0 0,0-24-1,0 24-15,24 0 16,-24 0-16,74 0 16,75 0-16,-75 0 15,50 0-15,-75 0 16,26 0-16,-51 0 15,26 0-15,-1 0 16,-49 0-16,0 0 16,0 0 31,-1 0-16,1 0-16,0 0 1,0 0 15,0 0-15,-1 0-16,1 0 31,0 0-15,0 0-1,0 0 1,-1 0 15,1 0-15,0 0 15,0 0-31,24-25 125</inkml:trace>
  <inkml:trace contextRef="#ctx0" brushRef="#br0" timeOffset="25632.23">2952 9475 0,'0'-24'62,"25"24"-62,24 0 16,-24 0-16,49 0 15,-49 0-15,25 0 16,-25 0-16,-1 0 16,1 0-1,0 0-15,25 0 16,-26 0-1,1 0 1,0 0 15,0 0-15,-50 0 140,-25 24-156,26 1 16,-1 0-1,0-25 1,0 25-16,0-25 16,1 0-16,-1 25 15,0-1 1,25 1 15,-25-25-15,0 25-1,25 0 79,25-25 47,0 0-110,0 0-15,0 0-1,-1 0 1,1 0 0,0 0-16,0 0 46,0 25-30,-25-1 0,0 1 31,0 25-32,0-25 1,0-1-1,-50 1 1,25-25 0,-24 25-1,24-25 1,0 0-16,0 0 16,0 0 15,1 0 0,-1 0-15,0 0-16,0 0 47,0 0-16,1 0-16</inkml:trace>
  <inkml:trace contextRef="#ctx0" brushRef="#br0" timeOffset="27776.21">2257 11311 0,'50'0'156,"-25"0"-140,24-25-16,1 25 16,-1 0-1,-24-25 1,0 25-1,0 0 1,0 0 0,24 0-16,26 0 15,-1 0-15,1 0 16,-1 0-16,0 0 16,-24 0-16,-25 0 31,24 0 16,-24 0-47,0 0 15,0 0-15,24 0 16,-24 0-16,0 0 16,0 0-16,24 0 15,-24 0-15,25 0 16,24 0-16,-24 0 15,-25 0-15,-1 0 16,1 0-16,25 0 16,-25 0-1,24 0 1,-24 0-16,50 0 16,24 0-1,25 25-15,-25-25 16,-74 0-16,24 25 15,-24-25 32,0 0-15</inkml:trace>
  <inkml:trace contextRef="#ctx0" brushRef="#br0" timeOffset="29310.22">3349 10517 0,'-25'0'47,"0"25"-47,0 0 16,0 0-16,1 24 15,-1-24 1,25 0-16,-25-25 16,25 25-16,0-1 15,-25-24-15,0 25 16,25 0 0,-24-25-1,24 25 16,0 0 32,24-25 31,26 0-79,-25 0 1,24 0-16,1 0 16,0 0-16,-26 0 15,1 0 1,0 0-16,0 0 62,0 0-46,-1 0 46,-24-25-46,-24 0 0,-1 0 15,0 25 63,25 50-63,0-1-15,0-24-16,0 25 15,0-25 1,0-1-16,0 1 15,0 0-15,0 0 16,0 0 0,0 24-1,0-24 17,0 0-32</inkml:trace>
  <inkml:trace contextRef="#ctx0" brushRef="#br0" timeOffset="31544.22">3497 11534 0,'-24'0'31,"-1"0"-15,0 0-1,-25 0 1,26 0 15,-1 0-15,-25 0-16,1 0 15,24 0 17,0 0-17,0 0 235,25 25-234,0 0 0,0 0-16,0-1 15,0 26-15,0-25 16,0 0-1,0-1 1,0 1 15,-25-25-15,25 25 31,0 0 31,0-50-31,25 25-32,-25-25-15,25 0 16,0 25-16,0 0 16,49 0-16,-49 0 47,24 0-47,-24 0 15,0 0 1,0 0 15,0 0-15,-1 0-1,1 0 32,0 0-31,-25 50 15,0-25 0,0 0-31,0-1 16,0 1 0,0 0-1,0 0 1,0 0-1,-25-25-15,0 0 63,1 0-47,-1 0-16,0 0 15,0 0 1,0 24-1,1-24 48,-1 0-47,0 0-1,-25 0 16,26 0 1,-26 0 46,25 0 62,25-24-108</inkml:trace>
  <inkml:trace contextRef="#ctx0" brushRef="#br0" timeOffset="128222.17">4291 7417 0,'25'0'78,"25"0"-63,-26 0 1,1 0 0,25 0-16,-1 0 31,-24 0-15,0 0-1,0 0 1,0 0-1,-1 0-15,1 0 16,0 0-16,0 0 31,0 0-15,-1 0 0,1 0-1,0 0 1,0 0-1,0 0 17,0 0-32,-1 0 15,1 0 17,0 0-17,0 0 1,0 0-1,-1 0 1,1 0 31,0 0-47,0 0 31</inkml:trace>
  <inkml:trace contextRef="#ctx0" brushRef="#br0" timeOffset="129241.99">4986 7243 0,'0'-25'16,"25"25"30,24 0-46,-49 50 16,25-50-16,0 49 16,-25-24-1,0 0 1,25-25 0,-25 25 46,24-25-46,1 25-16,0-1 78,-25 1 16,-50 0-32,26-25-46,24 25-1,-50 0-15,50-1 16,-25-24 0,25 25 15,-49-25 63</inkml:trace>
  <inkml:trace contextRef="#ctx0" brushRef="#br0" timeOffset="131278.21">5531 6945 0,'-49'0'0,"49"50"188,0-25-173,0 0-15,0-1 16,0 1-16,0 0 15,0 0-15,0 24 16,0-24 0,0 25-16,0-25 15,0 24 1,0-24-16,0 25 16,0-26-1,0 26 1,0-25-16,0 0 15,0 24 1,0-24 0,0 25-1,25-26 1,-25 1 0,0 0-1,0 0 1,0 0-1,0-1 48,0 1-63,0 0 94,49-25 93,1 0-171,-1 0-16,1 0 15,24 0-15,-24 0 16,-25 0-16,49 0 16,-49 0-16,25 0 15,-25 0 17,-1 0-1,1 0-16,0 0-15,0 0 16,0 0 0,-1 0-16,26 0 15,-25 0-15,24 0 16,-24 0 0,50 0 30,-1 0-46,25 0 16,-24 0-16,24 0 16,0 0-16,-49 0 15,24 0-15,1 0 16,-26 0-16,-24 0 16,0 0-16,0 0 15,-1 0-15,-24 25 16,25-25 15,0 0-15,0 0-16,0 0 31,-1 0 47</inkml:trace>
  <inkml:trace contextRef="#ctx0" brushRef="#br0" timeOffset="133193.15">5556 6945 0,'75'0'78,"24"0"-62,-25 0-16,26 0 15,24 0-15,-25 0 16,-25 0-16,25 0 16,1 0-16,-76 0 15,51 0-15,-50 0 16,24 0-1,26 0-15,-51 0 16,51 0 0,-50 0-16,24 0 15,-24 0-15,0 0 16,25 0 0,-26 0-16,26 0 15,0 0-15,-1 0 16,1 0-1,-25 25-15,-1-25 16,26 0-16,-25 0 16,49 25-16,-49-25 15,0 0 1,0 0-16,-1 0 16,1 0-1,0 0 1,0 0-1,0 0 1,-1 0-16,51 0 16,-50 25-16,24 0 15,1-25-15,-1 0 16,-24 0 0,0 0-16,0 0 31,0 0 16,-1 0-32,1 0 188,-25 49-187,0 1-16,0-1 16,0-24-16,0 25 15,-25-25-15,25-1 16,0 26 0,0-25-16,0 0 15,0 24-15,0-24 16,0 0-16,0 24 15,0 1-15,0-25 16,0 0 0,0-1-16,0 1 31,0 0-31,0 0 16,-24 0-1,-1-1 126,0 1-126,0-25 1,-24 0 0,-1 0-16,-24 0 15,24 0-15,-24 0 16,-1 0-16,1 0 16</inkml:trace>
  <inkml:trace contextRef="#ctx0" brushRef="#br0" timeOffset="134414.81">6796 6871 0,'0'25'78,"0"24"-63,0-24-15,0 0 16,0 25-16,0-26 16,0 1-1,0 0-15,0 0 16,0 0 0,0-1-16,0 1 31,0 25-16,0-25 1,0 24-16,0-24 16,0 25-1,0-26 1,0 1 0,0 0-16,0 0 15,0 0 1,0-1-16,0 1 15,0 25 1,0-25 0,0-1-16,0 1 15,0 0-15,0 0 16,0 0 15,0-1-31,0 1 94,-24 0-78,-1-25 46,0 0-62,25-25 16,0 0-1</inkml:trace>
  <inkml:trace contextRef="#ctx0" brushRef="#br0" timeOffset="136199.97">6077 7317 0,'0'-24'15,"0"-1"17,25-25 14,0 25-30,0 1 0,-1 24-1,1 0-15,0 0 32,0 0-32,0 0 31,-1 0 0,1 0-15,0 0-16,0 0 47,-25 24-16,0 1-16,0 0 1,0 0 0,0 0-1,0-1 1,0 1 0,-25 0-1,0-25 1,0 0-16,1 25 15,-1 0-15,0-25 16,0 24-16,-24-24 31,24 0-31,0 50 0,0-50 16,25 25 0,-25-25-1,25 25 16,0-1-31,0 1 110,25 25-79,0-50 0,25 0-15,-26 0-16,1 0 16,0 0-16,0 0 15,0 0-15,-1 0 16,1 0-1,0 0 17,0 0 30,0 0-31,-1 0 79,26 0-63</inkml:trace>
  <inkml:trace contextRef="#ctx0" brushRef="#br0" timeOffset="138487.21">7293 7342 0,'0'-25'15,"0"50"110,0 0-109,0 25-1,-25-1 1,25-24 0,0 0 15,0 0-31,0-1 47,0 1 62,0 0-93,0 0-1,0 0 204,-25-25-203</inkml:trace>
  <inkml:trace contextRef="#ctx0" brushRef="#br0" timeOffset="139303.91">7268 7367 0,'0'0'0,"25"-25"0,-1 0 47,26 25-47,-25 0 15,0 0 1,-1-24-16,1 24 47,0 0 0,0 0-32,0 0 1,-1 0 31,1 0-32,-25 24 17,0 1-17,-25-25 1,-24 50-1,-1-25 1,25-25 0,1 0-16,-1 0 15,0 0-15,0 0 32,0 0-1</inkml:trace>
  <inkml:trace contextRef="#ctx0" brushRef="#br0" timeOffset="140974.49">8037 7392 0,'-25'0'78,"25"-25"16,25 25-63,24 0-15,-24 0-16,0 0 16,0 0-16,0 0 15,24 0 32,-24 0-31,0 0-1,0 0-15,-1 0 16,26 0 15,-25 0 1,24 0-17,-24 0 1,25 0-1,-25 0 17,-1 0 15,1 0-47,0 0 31,0 0 47,0 0-47,24 0 63,-24 0-78,0-25 46,0 25-15,-1 0-16</inkml:trace>
  <inkml:trace contextRef="#ctx0" brushRef="#br0" timeOffset="141846.07">8756 7169 0,'25'24'78,"0"-24"-62,-1 50-16,1-50 15,-25 25-15,25 24 16,0-24-16,0 0 15,-1-25 1,-48 50 250,-1-50-266,25 24 15,-50 1-15,50 25 16,-25-1-16,1-49 16,24 25-16,0 0 78,-25-25-16</inkml:trace>
  <inkml:trace contextRef="#ctx0" brushRef="#br0" timeOffset="144264.16">9054 6921 0,'-25'0'172,"25"49"-156,0-24-16,0 25 15,0-26-15,25 1 16,-25 0-16,0 0 16,0 0-1,25-1 1,-25 1 0,0 0-1,0 0-15,0 0 16,0-1-16,24 1 15,-24 0-15,0 0 16,0 0 0,25 24-1,0-24 17,-25 0-1,0 24-16,0-24 1,0 25-16,0-25 16,0-1-16,0 1 15,0 0-15,0 0 16,0 0 15,0-1 172,25-48-78,0 24-125,-1 0 32,1 0-17,0 0-15,0 0 16,0 0-1,24 0-15,1 0 16,-25 0 0,-1 0-16,1 0 31,0 0-15,0 0-1,24 0 1,-24 0-16,0 0 15,25-50 1,-1 50 15,-24 0-31,25 0 16,-26 0 0,51 0-16,-50 0 15,24 0-15,-24 0 16,0 0-1,0 0 32,0 0-47,-1 0 16,26 0-16,0 0 16,-26 0-1,1 0-15,25 0 16,-25 0-1,-1 0 17,1 0-32,0 0 15,25 0 1,-26 0-16,26 25 16,-25-25 15,24 0 0,-24 0 0,25 0 1,-25 0-17,24 0 1,-24 0-16,25 0 15,-26 0-15,1 0 32,0 0-17</inkml:trace>
  <inkml:trace contextRef="#ctx0" brushRef="#br0" timeOffset="146623.01">9004 6970 0,'50'-25'47,"-25"25"-16,-1 0-15,1 0 0,25-24-1,-1 24 1,1 0-1,24 0-15,1 0 16,-50 0-16,24 0 16,-24 0-16,0 0 15,0 0-15,-1 0 16,26 0 0,-25 0-1,24 0-15,1 0 16,0 0-16,-26 0 15,26 0 1,-25 0-16,0 0 16,-1 0-1,1 0-15,0 0 16,0 0 0,0 0-16,49 0 15,-24 0-15,-25 0 16,-1 0-16,26 0 15,-25 0 1,0 0-16,-1-25 16,1 25-16,0 0 15,25 0 1,24 0-16,-49 0 16,0 0-16,24 0 15,-24 0-15,49 0 16,-24 0-16,0 0 15,-1 0 1,-24 0 0,25 0 15,-26 0 16,26 0 47,-25 0-63,24 0-16,-24 0 1,0 0 47,0 0-48,0 0-15,-25 25 47,0 24 109,0-24-140,0 25 0,0-26-1,0 26 1,0-25-1,0 24-15,0-24 16,0 25 0,0-25-16,0 24 15,0-24 1,0 25 0,0-26-1,0 26 16,0-25 1,0 0-17,0-1-15,0 1 16,0 0 0,0 0-16,0 0 31,0-1-31,0 1 15,0 0 17,0 49-32,0-24 62,-25-50 32,-25 0-47,25 0-32,-49-50 1,49 50 0,-24-24-16,24-1 15,0 0 1,0 25-16,0 0 16,1 0 30,24-25-46</inkml:trace>
  <inkml:trace contextRef="#ctx0" brushRef="#br0" timeOffset="147809.81">10170 6945 0,'0'25'94,"0"0"-78,0 25-16,0-26 15,0 1-15,0 25 16,0-25-16,0 24 16,0-24-16,0 25 15,0-26-15,0 1 16,0 0-1,0 0 1,0 0-16,0-1 16,0 1-16,0 0 15,0 0 1,0 24 0,0-24-16,0 0 31,0 0 47,0 0-78,0-1 16,0 1 30,0 0-30,0 0 125,-25-25-110,0-25-31</inkml:trace>
  <inkml:trace contextRef="#ctx0" brushRef="#br0" timeOffset="149816.1">9748 7119 0,'-25'0'47,"-24"0"-31,24 0 0,0 50-16,0 24 15,1-24 1,24-26 15,0 1-31,0 0 47,-25 25-31,25-26 155,25-24-155,24 0 0,-24 0-1,0 0 1,0 0 0,-1 25-1,1-25 1,0 0-1,0 0 32,-25-25 31,0 1-46,25 48 233,-25 1-233,0 0-32,0 0 31,0 0 78,0-1-62,0 1-16,0 0 47,0 0-31,0 0 47</inkml:trace>
  <inkml:trace contextRef="#ctx0" brushRef="#br0" timeOffset="150663.13">10641 7193 0,'0'50'125,"0"0"-125,0-26 16,0 1-16,0 0 15,0 25-15,0-26 32,0 1-17,0 0 1,0 0 0,0 0-16,0-1 31,0 1-16,0 0 32,-25-25 31,1 0-46,24-25-32,0 0 15</inkml:trace>
  <inkml:trace contextRef="#ctx0" brushRef="#br0" timeOffset="151664.12">10641 7193 0,'25'0'15,"-25"-24"79,50 24-63,-26 0 0,1 0-15,-25 24 0,25 26-1,-25-25-15,25-25 32,-25 25 14,0-1-30,0 1 31,0 0-47,-25 0 47,0-25-16,0 0-15,1 0-1,-1 0 17,0 0 14,0 0 1,0 0 63</inkml:trace>
  <inkml:trace contextRef="#ctx0" brushRef="#br0" timeOffset="173519.25">2232 7739 0,'-24'0'79,"24"25"-79,0 0 15,24-25-15,-24 24 16,25-24-1,0 0 48,0 0-63,24-24 16,-24 24-1,0-50-15,49 0 16,-74 26-1,25-1-15,-25 0 16,25 25 0,-25-25 109</inkml:trace>
  <inkml:trace contextRef="#ctx0" brushRef="#br0" timeOffset="174720.11">2183 8706 0,'0'-24'47,"25"24"-31,-1 24 0,1 1-16,-25 0 15,25-25 1,0 25-16,0 0 15,-1-25 48,1 0-63,0 0 31,0-25-31,0 25 16,-1-25-16,-24-25 15,25 50 1,-25-24-16,50-1 16,-50 0-16,49 0 15,-49 0-15,25 1 16,0 24-16,0-25 16,0 0 15</inkml:trace>
  <inkml:trace contextRef="#ctx0" brushRef="#br0" timeOffset="178222.33">20811 3423 0,'-49'0'15,"24"0"1,-25 25-16,0 0 15,26-1-15,-26 26 16,0-25-16,1 24 16,-1-49-16,-24 75 15,-1-50-15,1 74 16,-25-74-16,24 49 16,1-24-16,24-1 15,1 26-15,-1-26 16,50-24-16,-25 0 15,25 25 1</inkml:trace>
  <inkml:trace contextRef="#ctx0" brushRef="#br0" timeOffset="178902.74">20886 3547 0,'-25'50'31,"0"-50"-15,0 24-16,-24 26 16,-1-25-16,0 49 15,1-49-15,-1 25 16,0-1-16,-24 1 16,24 24-16,26-49 15,-26 25-15,50-1 16,-25-49-16,0 25 15,1 25 32,48-50 63</inkml:trace>
  <inkml:trace contextRef="#ctx0" brushRef="#br0" timeOffset="179527.12">21332 3621 0,'0'0'0,"-25"25"16,-49 25-16,49-25 16,-49 49-16,49-49 15,-74 74-15,74-49 16,-50-1-16,1 51 16,24-76-16,-24 76 15,49-76-15,-49 26 16,49 0-16,-25-26 15,50 1-15,-25 0 16,25 0 31,0-50 47,0-25-94</inkml:trace>
  <inkml:trace contextRef="#ctx0" brushRef="#br0" timeOffset="192463.29">4192 8607 0,'50'0'140,"-1"0"-124,-24 0-16,0 0 16,0 0-1,-1 0 1,1 0 0,0 0-1,0 0-15,0 0 31,-1 0-15,1 0-16,0 0 16,0 0-1,24 25 1,1-25-16,-25 0 16,0 0-1,-1 0-15,1 0 31,0 0-15,0 0 0,0 0 15,0 0-15,-1 0-1,1 0 32,-25 25-31,25-25-16,0 0 109</inkml:trace>
  <inkml:trace contextRef="#ctx0" brushRef="#br0" timeOffset="193568.05">4961 8483 0,'0'75'62,"25"-51"-46,-25 1 0,25 25-1,-25-25 1,24-25 0,-24 24-1,25-24 48,-50 0 202,-49 50-265,74-25 16,-50 0-16,26-25 16,-1 49-16,0-49 15,0 0 79,25 25-78</inkml:trace>
  <inkml:trace contextRef="#ctx0" brushRef="#br0" timeOffset="210369.76">5457 8310 0,'-25'0'79,"25"24"-33,0 1-30,0 25-16,0-25 16,0-1-16,0 1 15,0 25-15,0-1 16,0-24 0,0 0-1,0 25 1,0-1-16,0-24 15,0 25 1,0-26-16,0 1 16,0 0-16,0 0 15,0 0-15,25-1 16,-25 1-16,0 0 31,0 0-15,0 0-1,50-25 110,24 0-109,0 0-16,-24 0 16,24 0-16,26 0 15,-26 0-15,1 0 16,-26 0 0,26 0-16,24 25 15,-74-25 1,49 24-16,-24-24 15,-26 0-15,51 0 16,-26 25-16,-24-25 16,25 0-1,-25 0-15,49 0 16,-49 0 0,24 0-16,26 0 15,-1 0-15,1 0 16,-26 25-16,-24-25 15,0 0-15,0 0 16,0 0 0,-1 0-16,1 0 15,25 0-15,-1 0 16,-24 0-16,25 0 16,-1 0-16,1 0 15,0 0 1,-26 0-16,1 0 47,0 0-32,25 0-15,-1 0 16,-24 0-16,0 0 16,0 0 30,-25-25 48,-25 25-78,-99-74-1</inkml:trace>
  <inkml:trace contextRef="#ctx0" brushRef="#br0" timeOffset="211767.68">5631 8384 0,'0'0'0,"0"-25"15,-25 25-15,0 0 16,0-25-1,25 1 95,50 24-79,49 0-15,0 0-16,50 0 15,0 0-15,-50 0 16,0 0-16,50 0 16,-50 24-16,-49-24 15,0 0-15,-1 0 16,-24 0-1,49 0-15,-49 0 0,50 0 16,24 0 0,0 0-16,25 0 15,-49 0-15,24 0 16,-50 0-16,1 0 16,0 0-1,-26 0 1,26 0-1,0 0-15,-1 0 16,26 0-16,-26 0 16,1 0-16,24 0 15,-49 0-15,0 0 16,-25 25 171,0 25-171,0-25-16,0 24 16,0 1-16,0 24 15,0-24-15,0-1 16,0 26-16,0-26 16,0-24-16,0 0 15,0 0-15,0 0 16,0-1-1,0 1 17,0 0-1,0 0 47</inkml:trace>
  <inkml:trace contextRef="#ctx0" brushRef="#br0" timeOffset="212743.77">6598 8359 0,'0'-25'78,"0"75"-47,0 0-15,0-1-16,0-24 15,0 25-15,0-1 16,0 1-16,0-1 16,0 1-16,0-25 15,0 0-15,0-1 16,0 1-1,0 0 1,0 0 0,25-25-1,-25 25-15,0-1 32,0 1-1,0 0 63,-25-25-63,0 0-16</inkml:trace>
  <inkml:trace contextRef="#ctx0" brushRef="#br0" timeOffset="213399.07">5904 8558 0,'0'49'94,"0"-24"-78,0 25-16,0-26 15,0 26-15,0 0 16,0-26-16,0 1 15,0 0-15,0 0 16,0 0-16,0-1 16,24-24 93,1 0-93</inkml:trace>
  <inkml:trace contextRef="#ctx0" brushRef="#br0" timeOffset="214030.08">7293 8558 0,'0'24'78,"0"1"-62,0 25-16,0-1 15,0 26-15,0-50 16,0-1-16,0 26 16,0-25-16,0 24 15</inkml:trace>
  <inkml:trace contextRef="#ctx0" brushRef="#br0" timeOffset="214641.08">7342 8508 0,'0'-25'63,"50"25"-47,-25 0 15,-1 0-31,1 25 15,-25 0 1,0 0 0,0-1-16,0 1 15,0 0 17,0 0-17,-49 0 1,24-25-1,0 0-15,0 49 16,0-49-16,1 0 31,-1 0-15,0 0 31,25-49-16</inkml:trace>
  <inkml:trace contextRef="#ctx0" brushRef="#br0" timeOffset="-214217.66">8136 8657 0,'25'0'78,"24"0"-78,1 0 15,0 0-15,-26 0 16,76 0-16,-1 0 16,0 0-16,-25 0 15,26 0-15,-26 0 16,-49 0-16</inkml:trace>
  <inkml:trace contextRef="#ctx0" brushRef="#br0" timeOffset="-213577.37">8830 8508 0,'25'0'47,"25"0"-47,-1 50 15,26 24-15,-50-49 16,0-25-16,-1 49 16,1-49-16,0 25 31,-75-25 94,26 0-110,-26 0 1,25 25 0,25 0 15,-25-25-15,0 25-1,1-1-15,24 1 16,-25-25-16</inkml:trace>
  <inkml:trace contextRef="#ctx0" brushRef="#br0" timeOffset="-212065.63">9327 8235 0,'-25'0'47,"25"25"-31,0 0-1,0 24-15,0 1 16,0 0 0,0-26-16,0 26 0,0 0 15,0-1-15,0 26 16,0-26-16,0 1 15,0-1-15,0 1 16,0-25 0,0 24-16,0-24 15,0 25-15,0-25 16,0 24 46,0-24-15,49-25 63,-24 0-95,99-49-15,-25 49 16,50-25-16,-74 25 16,24 0-1,-25-25-15,-24 25 16,24-25-16,1 25 15,-26 0-15,1 0 16,24 0-16,-49 0 16,74 0-16,50 0 15,-50 0-15,-49 0 16,-25 0-16,0 0 16,-1 0-1,1 0 173,25 0-173,-50 25-15,25-25 16,24 0-16,-24 0 16,0 0-16,0 0 46,-1 0 1</inkml:trace>
  <inkml:trace contextRef="#ctx0" brushRef="#br0" timeOffset="-209929.83">9252 8260 0,'-25'-25'31,"100"25"63,-1 0-79,1 0-15,24 0 16,50 0 0,-50 0-16,0 0 15,-25 0-15,1 0 16,-50 0-16,0 0 16,-1 0-16,1 0 15,0 0-15,0 0 16,24-25-16,1 25 15,0 0-15,49-24 16,-25 24-16,25-25 16,-24 25-16,-50 0 15,49 0-15,-24 0 16,-26 0 0,26 0-1,-25 0-15,0 0 16,-1 0-1,1 0-15,0 0 16,49 0-16,26 25 16,-1-25-16,-25 0 15,-24 0-15,0 0 16,-26 0 0,1 0-1,0 0 126,25 0-110,-1 0-15,1 0-1,-50 24-15,25-24 16,-1 0 15,-24 25 32,0 0-63,0 25 15,0-26 1,0 26 0,0 0-16,0-1 15,0 1 1,0-1-16,0-24 15,0 25 1,0-25 0,0-1-1,0 1-15,0 0 16,0 0 0,0 0 15,0-1-16,0 1 1,0 0 0,0 0-16,0 0 15,0-1 1,-24-24 0,24 50-1,-25-25 32,0 0 0,0 0-31,0-25 30,-24 0-46,-1 0 16,1 24 0,-26-24-16,26 25 15,24-25-15,0 0 16,-25 0-16,26 0 16,-1 0 15,0 0 0,0 0-15,0 0 15,0 0-15,1 0-16,-1-25 125</inkml:trace>
  <inkml:trace contextRef="#ctx0" brushRef="#br0" timeOffset="-209001.59">10592 8235 0,'-25'0'31,"25"25"16,0 0-47,0 24 16,0 1-1,0 0-15,-25-1 16,0 1-16,25 24 16,0-24-16,0 24 15,0-49-15,0 0 16,0 0-16,0-1 15,0 1 1,0 0-16,0 0 31,0 0-15,0-1 0,-25-24 140,-24 0-141</inkml:trace>
  <inkml:trace contextRef="#ctx0" brushRef="#br0" timeOffset="-207841.53">10120 8458 0,'0'-24'32,"-49"98"-17,-26-24-15,75-26 16,-49 26-16,49-25 15,-25 0 1,0-25 15,25 24 110,25-24-125,49 0-1,1 0-15,-26 0 16,-24 0-16,0 0 15,0 0-15,-25-49 94,-25 49-63,0-25-15,0 25 31,-24 50-31,49-26-1,0 1-15,0 0 16,0 25-16,0-26 15,0 26 1,0-25 15,25 0 79,49-25-110</inkml:trace>
  <inkml:trace contextRef="#ctx0" brushRef="#br0" timeOffset="-207145.94">11137 8607 0,'0'50'94,"0"-1"-94,0-24 16,0 0-16,0 0 15,0 0 1,0-1-16,-25 1 78</inkml:trace>
  <inkml:trace contextRef="#ctx0" brushRef="#br0" timeOffset="-206484.65">11137 8582 0,'25'-24'78,"0"24"-78,0 0 16,0 0 15,-1 0-31,-24 24 62,0 1-46,0 0 0,0 0-16,0 0 47,0-1-16,-24-24-31,-1 0 15,0 25-15,0-25 16,0 0 15,0 0 16,25-49-16,25 24-15</inkml:trace>
  <inkml:trace contextRef="#ctx0" brushRef="#br0" timeOffset="-205626.02">11931 8533 0,'25'0'94,"49"0"-78,1 0-16,24 0 15,-25 0-15,-24 0 16,0 0-16,-26-25 15,26 25-15,-25 0 16,24 0 62,-24 0-47,0 0 16,0-25 31</inkml:trace>
  <inkml:trace contextRef="#ctx0" brushRef="#br0" timeOffset="-204946.07">12502 8384 0,'74'0'47,"-24"25"-31,-26 0-1,1-1-15,25 1 16,-50 0-16,25-25 31,-50 0 110,0 0-126,-25 50-15,26-50 16,24 24-16,-50 1 16,25 0-1,0 0 1,25 0 0,0-1 15,0 1 31,25-25-62,0 0 16</inkml:trace>
  <inkml:trace contextRef="#ctx0" brushRef="#br0" timeOffset="-203489.69">12898 8062 0,'-24'0'94,"24"24"-94,0 51 15,0-26 1,0 1-1,0 0 1,0-26-16,0 26 16,0-25-16,0 24 15,0 1-15,0 0 16,0-26-16,0 1 16,0 0-16,0 0 15,-25 0 1,25-1-16,0 1 15,0 25-15,0-25 16,0 49-16,0-49 16,0 0-1,0-1-15,0 1 32,0 0-32,0 0 140,0 0-46,25-25-78,49 0-16,0 0 15,-24 0-15,0 0 16,-26 0-1,1 0 17,0 0-17,0 0-15,74 0 16,-24 0-16,24 0 16,0 0-16,-25 0 15,1-25-15,-26 25 16,-24 0-16,0 0 15,0 0-15,0 0 16,-1 0 0,26 0-1,0 0-15,24 0 16,-24 0-16,24 0 16,-49 0-1,0 0 1,-1 0-16,1-25 15</inkml:trace>
  <inkml:trace contextRef="#ctx0" brushRef="#br0" timeOffset="-201349.53">12998 8062 0,'-25'-25'109,"50"25"-77,74 0-17,0 0-15,75 0 16,-75 0-16,75 0 16,-50 0-16,-25 0 15,-25 0-15,-24 0 16,-1 0-16,1 0 31,0 0-31,24 0 16,25 0-16,1 0 15,24 0-15,-50 0 16,25 0-16,-49 0 16,-1 0-1,1-25-15,0 25 16,-26 0-1,1 0 1,0 0 15,0 0-15,24 0-16,-24 0 16,25 0-16,-1 0 15,-24 0 79,-25 25 15,0 24-93,0 1 15,0 0-31,-25 24 31,25-49-31,-24 74 16,-1-49 0,0-26-16,25 1 15,0 0 1,0 0 0,0 0-1,0-1 1,0 26-1,0-25 1,0 0 0,-25 24-16,0-24 15,25 25 1,-24-26 0,24 26-1,0-25 1,0 24 15,0-24-15,0 25 15,0-25 0,0 0 0,0-1-15,0 1 0,-25 0 31,0-25-1,0 0-46,0 0 16,1 0-16,-26 0 16,0 0-16,1 0 15,-1 0-15,-24 0 16,-1 0-16,51 0 16,-1-25-1,0 25-15,25-25 0,-25 25 16,0 0-1,1 0 1,-1-24 125,25-26-48,0 25-61</inkml:trace>
  <inkml:trace contextRef="#ctx0" brushRef="#br0" timeOffset="-200417.66">14039 8086 0,'-49'25'94,"49"25"-94,0-25 16,0 24-16,0-24 15,0 49-15,0 1 16,0-50-16,0 24 15,0 1-15,0-1 16,0 26-16,0-50 16,0 49-16,0-49 15,0 49 1,0-49 0,0 0-1,0 0-15,0-1 16,0 26-16,0 0 15,0-25 1,0-1 78,-25-24 0</inkml:trace>
  <inkml:trace contextRef="#ctx0" brushRef="#br0" timeOffset="-199321.05">13295 8409 0,'0'0'0,"25"-25"31,-25-25-16,25 26 1,0 24-16,-25-25 16,0 0-16,25 25 15,-25-25 1,24 25 0,1 0-1,0 0-15,0 0 16,0 0-1,-1 0-15,26 25 16,-50 49 0,25-49-16,-25 0 15,0 0-15,0 0 16,0 24 15,0-24-31,-25 0 16,0-25-16,0 0 15,-24 0 1,24 0 31,50 0 47,0 0-79,-1 0 1,1 25-16,-25-1 16,25 1-1,-25 0 1,0 0 15,0 0-15,-25-1-1,0-24-15,1 0 16,-1 0 0,0 0-16,-49 0 15,49 0-15,0 0 16,0 0-16,0 0 31,1 0-15,-1 0-16</inkml:trace>
  <inkml:trace contextRef="#ctx0" brushRef="#br0" timeOffset="-198504.02">14585 8334 0,'-25'0'47,"-24"0"-32,49 25-15,0 0 16,0 0-16,0 24 15,0-24-15,0 25 16,0-25-16,0 24 16,0-24-16,0 25 15,0-26 1,0 1 0,0 0-1,0 0 1,0 0 15,-25-25 47,-25 0-62,50-25-16,0 0 15</inkml:trace>
  <inkml:trace contextRef="#ctx0" brushRef="#br0" timeOffset="-197928.98">14536 8310 0,'0'0'16,"49"0"-16,-24 0 16,0 0-1,0 0 17,-25 24-17,0 26 1,0-25-1,0 0 1,0-1-16,0 1 16,0 0 15,-25 0-15,0-25-1,-25 0 1,26 0-16,-1 0 15,0 0 1,0 0 0,0 0-1</inkml:trace>
  <inkml:trace contextRef="#ctx0" brushRef="#br0" timeOffset="-196609.07">23540 1662 0,'-50'0'31,"0"0"-15,1 50-16,-26-26 16,1 1-16,0 50 15,-50-51-15,0 76 16,24-26-16,26-24 15,-75 24-15,50 25 16,49-74-16,25 25 16,-49-1-16,74-24 15,0 0 32</inkml:trace>
  <inkml:trace contextRef="#ctx0" brushRef="#br0" timeOffset="-196041.02">23763 1836 0,'-50'0'31,"25"0"-15,-74 74-16,74-74 16,-74 99-16,-25-24 15,75-51-15,-26 1 16,1 25-16,74-25 16,-25-1-16,0 1 15,0 0-15,25 0 16,-24 0-1,-1-25-15,0 0 16,0 0 0</inkml:trace>
  <inkml:trace contextRef="#ctx0" brushRef="#br0" timeOffset="-195481.02">24011 2009 0,'-74'25'16,"24"49"-16,0-74 15,-49 50-15,25 24 0,-1-49 16,1 50 0,49-51-16,-49 26 15,24 0-15,0-26 16,1 51-16,-26-50 15,26 24-15,-50 1 16,49 0-16,-24-50 16,24 49-16</inkml:trace>
  <inkml:trace contextRef="#ctx0" brushRef="#br0" timeOffset="-192368.96">4291 9723 0,'25'0'140,"25"0"-124,-1 0-16,26 0 16,-51 0-16,1 0 15,0 0-15,25 0 16,24-24 0,-49 24-1,0 0 1,-1 0-1,1 0-15,0 0 16,25 0 0,-25 0-1,-1 0 32,1 0-31,25 0-1,-25 0 32,-1 0-15,1 0 30,0 0-15,0 0-31,0 0-16,-1 0 15</inkml:trace>
  <inkml:trace contextRef="#ctx0" brushRef="#br0" timeOffset="-191594.47">5085 9525 0,'0'-25'47,"25"25"-31,0 0 0,24 0-16,-24 25 15,25 0-15,-50 0 16,24 24-16,-24-24 15,50 0 1,-25 0 0,-75-1 140,25-24-156,-24 25 16,49 0-1,-25 0 1,0-25-16,0 49 15,25-24 1,0 0 0,0 0-16</inkml:trace>
  <inkml:trace contextRef="#ctx0" brushRef="#br0" timeOffset="-189794.02">5457 9475 0,'0'25'109,"0"25"-93,25-25 0,-25-1-16,25 26 0,-1-25 15,-24 24-15,0 26 16,25-75-16,-25 25 16,0 49-1,0-49 1,25 24-16,-25 1 15,25 0 1,-25-1 0,25-49-16,-25 25 15,0 25 1,0-25 15,0-1-15,0 1-1,0 0 1,24-25 125,51 0-126,-1 0-15,-24-25 0,-25 25 16,49-25 0,-49 25-16,49 0 15,-49 0-15,25 0 16,-25 0-16,24 0 15,-24 0-15,25 0 16,49 0-16,-50 0 16,51 0-16,-26 0 15,-24 0-15,-1 0 16,1 0-16,-25 0 16,-1 0-1,26 0-15,-25 0 16,25 0-16,-26 0 15,51 0-15,-26 0 16,1 0-16,49 0 16,-49 25-16,-1-25 15,1 0-15,74 0 16,-25 25-16,0-25 16,25 0-16,-49 0 15,-50 0-15,-1 0 16,1 0-1,0 0 32,0 0-31,0 0 0,-25-25 109</inkml:trace>
  <inkml:trace contextRef="#ctx0" brushRef="#br0" timeOffset="-187562.07">5407 9451 0,'25'0'110,"0"0"-95,25 0-15,-1 0 16,1 0-16,49 0 16,-74 0-1,24 0-15,-24 0 16,25 0-1,0 0 1,24 0-16,0 0 16,26 0-16,-1 0 15,-25 0-15,-24 0 16,24 0-16,-24 0 16,-25 0-16,-1 0 15,1 0-15,0 0 16,25 0-1,-26 0-15,51 0 16,-1 0-16,1 0 16,24 0-16,-25 0 15,-24 0-15,-25 0 16,0 0-16,-1 0 31,26 0-15,24 0-16,1 0 15,24 0-15,0 0 16,-24 0-16,-26 0 16,-24 0-16,0 0 15,0 0 1,24 0 0,1 0-1,-25 0 1,-1 0-1,1 0-15,0 0 16,0 0 15,25 0-31,-26 0 16,26 0-16,0 0 16,-1 0-16,-24 0 15,0 0 1,0 0-1,-25-25 17,24 25 46,-24 49 31,0-24-93,0 25-16,0-25 15,0 24-15,0-24 16,0 0 15,0 0-31,0-1 16,0 1 0,0 25-1,0-25-15,0-1 16,0 51-16,0-50 15,0-1-15,0 1 16,0 0-16,0 0 31,0 0-15,0 0 0,0-1-1,0 1-15,0 0 16,0 0 62,0 0-47,0-1 0,0 1 1,-24-25 77,-1 0-93,0 0-16,-25 0 31,26 0-15,-1 0-16,0-25 31,0 25 31,0 0-46</inkml:trace>
  <inkml:trace contextRef="#ctx0" brushRef="#br0" timeOffset="-186273.69">7020 9500 0,'0'-25'16,"0"50"124,0 50-124,0-51-1,0 26-15,0 24 16,0-49-16,0 50 16,0-51-16,0 26 15,0 0-15,0-26 16,0 1 0,0 0-16,0 0 15,0 0 1,0 0-16,0-1 15,0 1 1,0 25 0,0-25-16,0-1 15,0 1-15,0-50 313</inkml:trace>
  <inkml:trace contextRef="#ctx0" brushRef="#br0" timeOffset="-180537.85">6102 9798 0,'0'-25'32,"0"0"-17,0 0 1,0 1 0,0-1-1,25 25-15,24 0 31,1 0-15,24 0 0,-49 0-16,0 0 15,0 0 1,-25 25 31,25-25-47,-25 24 15,0 1 1,0 0 0,0 0-16,0 0 15,0 24 1,-25-24 15,0-25-31,0 25 0,0 0 16,1-25-1,-26 49-15,25-49 16,-49 50-16,74-25 125,25-25-94,49 0-15,-24 0-16,-26 0 16,51 0-16,-26 0 15,1 0-15,-25 0 16,0 0 15,-1 0-31,1 0 16,25 0-16,-25 0 15,-1 0-15,1 0 16,0-25 93,25 0-109,49 25 16,50-25-16,-25 25 16,0 0-16,0 0 15</inkml:trace>
  <inkml:trace contextRef="#ctx0" brushRef="#br0" timeOffset="-179702.07">7739 9699 0,'-25'0'110,"25"24"-95,0 1 1,0 25-1,0-25 1,0 24 0,0-24-16,0 0 15,0 24 1,0-24 15,0 25 16,-25-50 78,1 0-109,-1-25-1,25-25-15</inkml:trace>
  <inkml:trace contextRef="#ctx0" brushRef="#br0" timeOffset="-178969.62">7640 9773 0,'0'-25'16,"0"0"-1,0 1-15,0-1 16,49 25 0,-24-25-16,0 25 0,0 0 31,0 0-16,24 0 1,-24 0 0,0 0 15,-25 25 0,0 0-31,0-1 16,0 1-1,0 25 1,-25-25 0,0-1-1,0-24-15,1 25 16,-1-25 15,25 25-15,-25-25-1,0 0-15,75 0 157</inkml:trace>
  <inkml:trace contextRef="#ctx0" brushRef="#br0" timeOffset="-177689.04">8607 9847 0,'0'-24'62,"-25"24"-46,1 0 62,-26 0-63,25 0 17,100 0 155,-51 0-187,26 0 16,-25 0-1,49 0-15,-24 0 16,24 0-16,-24 0 16,-25 0-1,24 0-15,1 0 16,-25 0-16,0 0 16,-1 0-1,1 0 1,0 0-16,0 0 31,0 0-31,-1 0 16</inkml:trace>
  <inkml:trace contextRef="#ctx0" brushRef="#br0" timeOffset="-176408.92">9079 9674 0,'24'25'63,"-24"-1"-48,50 1-15,-50 0 16,25-25 15,0 0 0,-25 74 204,0-24-188,-25-25 62,0 0 32,0-25-110,25 24-15,-25-24-1,1 0 79,-1 25 47</inkml:trace>
  <inkml:trace contextRef="#ctx0" brushRef="#br0" timeOffset="-174329.98">9376 9550 0,'0'-25'78,"25"50"-31,0-25-47,-25 25 16,0-1-1,0 26 1,25-25-16,-25 0 16,24 24-1,-24-24 1,0 0-16,0 0 15,25-25-15,-25 24 16,0 1-16,0 0 16,0 0-1,0 0-15,0-1 16,0 1 0,0 25-16,0-25 15,0 0 1,0-1-16,0 1 15,0 0 1,0 0 0,0 0-1,0-1 17,0 1 124,0 0-109,0 0-32,25-25 48,-25 25 15,25-25-31,0 0-47,-1 0 15,26 0 1,0 0 0,24 0-16,-49-25 15,49 0-15,-49 25 16,25-25 0,-26 25-16,1-25 15,0 25 1,0 0-1,25 0-15,-26 0 16,51 0-16,-1 0 16,-24 0-16,-1 0 15,1 0-15,-25 0 16,0 0-16,-1-24 16,1 24-1,0 0 1,0 0-1,0 0-15,-1 0 16,51 0-16,-50 0 16,24 0-1,-24 0 1,25 0-16,-26 0 16,26 0-16,24 0 15,-24 0-15,-25 0 16,24 0-16,1 0 15,25 0-15,-1 0 16,-24 0-16,-1 0 16,1 0-16,-25 24 15,-1-24-15,1 0 16,0 0-16,0 0 31,0 0 0</inkml:trace>
  <inkml:trace contextRef="#ctx0" brushRef="#br0" timeOffset="-172377.18">9500 9475 0,'25'0'110,"25"0"-110,-1 0 15,1 0-15,24 0 16,-24 0-16,-1 0 15,51 0-15,-26 0 16,-24 0-16,24 0 16,-24 0-16,-1 0 15,1 0-15,49 0 16,-24 0-16,-26 0 16,26 0-16,-51 0 15,1 0-15,0 0 16,25 0-16,-26 0 15,51 0-15,-26 0 16,26 0-16,49 0 16,-25 0-16,-24 0 15,-26 0-15,-24 0 16,0 0-16,0 0 31,-1 0-31,1 0 16,0 0-16,25 0 15,-1 0 1,-24 0 0,25 0-16,-26 0 31,26 0-31,0 0 16,-1 0-16,26 0 15,-51 0 1,26 0 31,-25 0-32,24 0 1,-24 0-16,0 25 203,-25 0-203,0 25 16,0-1-1,0-24-15,0 0 16,-25 0 0,25-1-16,0 1 15,0 0-15,0 25 16,0-1-1,25 1-15,-25-1 32,0-24-32,0 25 15,0-25 1,0 24 0,0-24 30,0 25 17,0-25-32,-25-25 47,0 0-62,1 0-16,-1 0 16,0 0-16,0 0 15,-24 0-15,24 0 16,0 0-16,0 0 15,0 0-15,1 0 16,-1 0 0,-25 0-16,-24 0 15,24 0-15,25 0 16,1 0 0</inkml:trace>
  <inkml:trace contextRef="#ctx0" brushRef="#br0" timeOffset="-171352.46">10765 9500 0,'0'25'78,"0"0"-62,0 24 0,0-24-16,25 25 15,-25-25-15,0 24 16,0 1-1,0-1-15,0 1 16,0-25 0,0 24-16,0-24 31,0 0-31,25 0 16,-25 0-16,0 0 15,0-1 16,0 1-31,0 0 32,0 0-32,0 0 31</inkml:trace>
  <inkml:trace contextRef="#ctx0" brushRef="#br0" timeOffset="-166152.33">10220 9723 0,'0'0'0,"0"25"219,-25 25-203,0-25-1,0 24 1,0-24-16,1 0 15,24 0 1,-25-1 15,25 1-15,-25-25-16,25 25 16,-25 0-16,0 0 31,50-25 94,0 0-110,0 0-15,24 0 16,26 0-16,-50 0 16,49-25-16,-49 25 15,24-25-15,-24 25 16,0 0 31,-25-25-16,25 25-15,-25-25 77,0 1-14,-25 24-33,0 0-14,0 0 30,25 24-31,0 1-31,0 0 16,0 0 31,0 0-31,0 0-16,0-1 15,0 1 1,0 0-16,0 0 31</inkml:trace>
  <inkml:trace contextRef="#ctx0" brushRef="#br0" timeOffset="-165065.72">11286 9723 0,'25'0'78,"-25"25"-78,25 25 15,-25-1 1,25-24-16,-25 0 16,0 25-16,0-1 15,24-24-15,-24 0 16</inkml:trace>
  <inkml:trace contextRef="#ctx0" brushRef="#br0" timeOffset="-164376.84">11385 9748 0,'0'-25'31,"0"1"-31,25 24 31,0 0-15,0 0 0,0 0-16,-1 0 15,1 0-15,25 0 16,-25 0-1,-1 49 1,-24-24 31,0 0-47,0 0 16,0-1 15,-24-24-16,-26 0-15,0 0 16,26 0 0,-1 0 31</inkml:trace>
  <inkml:trace contextRef="#ctx0" brushRef="#br0" timeOffset="-163570.08">12129 9947 0,'25'0'31,"50"-25"-15,-26 25-16,-24 0 15,50-25-15,-26 25 16,1 0-16,-25 0 15,74 0-15,-50 0 16,-24 0 0,50 0-16,-51-25 31</inkml:trace>
  <inkml:trace contextRef="#ctx0" brushRef="#br0" timeOffset="-162984.68">12601 9723 0,'0'25'15,"0"0"1,49 25-16,-49-26 16,25-24-16,0 25 15,25 0-15,-26-25 16,-24 25-16,50-25 31,-50 49 110,-25-49-126,0 25-15,1 0 16,24 0-16,-25 0 47</inkml:trace>
  <inkml:trace contextRef="#ctx0" brushRef="#br0" timeOffset="-161634.39">12998 9575 0,'-25'0'78,"25"24"-78,0 26 16,0 0-16,0-26 15,0 26-15,0 24 16,0-24-1,0-25-15,0 49 16,0-49-16,0 50 16,0-51-1,0 1-15,0 0 32,0 0-17,0 0 1,0-1 31,0 26 0,0-25 156,25-25-203,49 0 15,-24 0-15,24 0 16,-24 0-16,-1 0 16,26 0-16,-1 0 15,-49 0 1,0 0-16,0 0 0,24 0 15,-24 0 1,0 0-16,0 0 16,49 0-16,-24 0 15,49 0-15,0 0 16,0 0-16,75 0 16,-75 0-16,-24 0 15,-51 0-15,26 0 16,-25-25-16,24 25 15,-24 0 1,25 0-16,-1 0 16,26 0-16,-50 0 15,49 0-15,-49 0 16,0 0-16,24-25 16,-24 25 15,0 0-31,0 0 47,-25-49 46</inkml:trace>
  <inkml:trace contextRef="#ctx0" brushRef="#br0" timeOffset="-159921.98">12973 9599 0,'0'-24'47,"25"24"-31,24 0-1,-24 0 1,25 0-16,-1 0 16,-24 0-16,25 0 15,-1 0-15,-24 0 16,25 0 0,-1-25-16,1 25 15,49 0 1,0 0-16,1 0 15,-1 0-15,25 0 16,-75 0-16,26 0 16,-50 0-16,-1 0 15,1 0 1,0 0 0,0 0-16,0 0 15,49 0-15,-24 0 16,49 0-16,-49 0 15,-1 0-15,-24 0 16,25 0 0,-26 0-16,26 0 31,-25 0-15,74 0-1,-49 0-15,24 0 16,-24 0-16,-1 0 15,-24 0-15,0 25 16,0-25-16,-25 24 250,0 26-234,0-25-1,0 24 1,0-24 0,24-25-1,-24 50-15,0-25 16,0 24-1,0 1 1,0-25-16,0-1 16,0 1-16,0 25 15,0-25 1,0 0-16,25 24 16,-25 1-1,0-25 1,0-1-1,0 1-15,0 0 16,0 0 15,0 24 32,-25-49-16,1 0-16,-1-49-15</inkml:trace>
  <inkml:trace contextRef="#ctx0" brushRef="#br0" timeOffset="-159018.12">14312 9649 0,'0'0'0,"-25"0"15,25-25 1,-24 25-1,-1 0 48,25 50-47,0-25-1,0 24 1,0 1-16,0-1 15,0-24-15,0 0 16,0 25 0,0-1-16,0-24 15,0 0-15,0 0 16,0 0-16,0-1 16,0 26-16,0 0 15,0-26 1,0 1 15,0 0 63,0 0-63,-25-25 32,0 0-32,0 0-31</inkml:trace>
  <inkml:trace contextRef="#ctx0" brushRef="#br0" timeOffset="-157896.98">13990 9773 0,'-25'0'16,"0"0"-16,0 0 31,1 0-15,-1 0 0,-50 0-16,26 0 15,-1 0-15,1 0 16,-1 25-16,25-25 15,0 0 17,1 0-32,-1 0 15,-50 0-15,51-25 16,24 50 140,0 24-140,0-24-16,24 0 15,-24 25-15,25-50 16,-25 24-16,0 1 16,50-25 109,-25-25-110,-1 25 1,1 0-16,0 0 16,0 0-1,0 0 1,-1 0-1,1 25 1,0-25-16,-25 25 16,0 25-1,25-25-15,-25 24 32,0-24-1,0 0-31,-25-25 15,0 49 1,0-49-16,1 0 16,-1 0-16,0 0 15,0 0 17,0 0-32</inkml:trace>
  <inkml:trace contextRef="#ctx0" brushRef="#br0" timeOffset="-157161.05">14585 9847 0,'0'25'31,"0"0"-15,0 0-16,0 0 15,0 24 1,0-24-16,-25 0 0,25 49 16,0-24-1,-24-25-15,24 0 16,0-1-16,0 1 109,-25-25-93,0 0-16,25-25 16,0-49-1</inkml:trace>
  <inkml:trace contextRef="#ctx0" brushRef="#br0" timeOffset="-156544.59">14486 9847 0,'0'-24'0,"0"-1"47,25 25-31,0 0-16,-1 0 31,26 0-16,-25 0 1,0 25 0,-25-1 15,0 1-31,0 25 31,0-25-15,-25-25 46,0 0-46,0 0 0,0 0-16,1 0 15,-1 0 32,0 0 0</inkml:trace>
  <inkml:trace contextRef="#ctx0" brushRef="#br0" timeOffset="-154672.75">4366 10914 0,'74'0'94,"-24"0"-94,24 0 16,0 0-16,-49 0 15,50 0-15,-26 0 16,26 0-16,-26 0 16,-24 0-16,0 0 15,0 0 1,0 0 31,-1 0-16</inkml:trace>
  <inkml:trace contextRef="#ctx0" brushRef="#br0" timeOffset="-153945.68">4961 10740 0,'0'25'63,"25"-25"-63,24 50 0,-49-25 15,50 24-15,-25 1 32,0-25-32,-1-1 15,-48-24 126,-26 25-110,50 0-15,0 0 15,-25-25 63,50 25-16</inkml:trace>
  <inkml:trace contextRef="#ctx0" brushRef="#br0" timeOffset="-152504.68">5655 10666 0,'-24'0'109,"24"74"-93,0-49-16,0 25 15,0-25-15,0 24 16,0 1 0,0-1-16,0 26 0,0-50 15,0 24 1,0-24-16,0 25 16,0-25-16,24-1 15,-24 26-15,0 0 16,25-1-16,-25-24 15,0 0 1,0 0-16,0-1 16,0 1 77,0 0-77,0 0 0,25-25-16,0 25 62,-25-1 16,149-24-31,49-24-47,1 24 16,-51 0-16,100 0 15,-124-25-15,-24 25 16,49 0-16,-50 0 16,-50 0-16,26 0 15,-50 0-15,49 0 16,25 0-16,25 0 16,0 0-16,0 0 15,0 0-15,-49 0 16,-26 0-16,-24 0 31,25 0-31,-25 0 16,24 0-1,-24 0-15,0 0 0,24 0 16,-49 25-16,25-25 16</inkml:trace>
  <inkml:trace contextRef="#ctx0" brushRef="#br0" timeOffset="-150482.15">5705 10616 0,'50'0'140,"49"0"-124,-25 0-16,26 0 16,24 0-16,-50 0 15,25 0-15,-49 0 16,49 0-16,-25 0 16,1 0-16,-1 0 15,-24 0-15,24 0 16,-24 0-1,-25 0 1,24 0-16,-24 0 16,50 0-16,24 0 15,25 25-15,-25 0 16,25-25-16,-50 0 16,26 0-16,-51 0 15,-24 0-15,0 0 16,0 0-16,24 0 15,-24 0 1,49 0-16,1 25 16,24-25-1,0 0-15,1 0 16,-26 0-16,-24 0 16,-1 0-1,-24 0 48,0 0 15,0 0 0,-1 25-47,-24-1-15,25 1-1,-25 0-15,0 0 16,0 0-16,0 24 16,0-24-16,0 25 15,0-1-15,25 1 16,-25 24-16,25-24 16,-25 0-1,0-26 1,0 1-1,0 0-15,25 0 32,-25 0-17,0-1 1,0 1-16,0 0 16,0 0-16,0 0 15,24-1 1,1 1-16,-25 0 125,0 0-94,-25-25 0,1 0-15,-1 0 0,0 0-16,-25 0 15,26 0-15,-76 0 16,26 0-16,-25 0 15,24 0-15,-24 0 16,0-50-16</inkml:trace>
  <inkml:trace contextRef="#ctx0" brushRef="#br0" timeOffset="-149288.75">7193 10716 0,'-24'-25'31,"24"74"63,0 1-94,0-25 15,0 24-15,0 1 16,0 24-16,0-24 15,0-25 1,0 0-16,24 24 31,-24-24-15,0 0 0,0 0-16,25 0 15,-25 24 1,0-24-1,25 0 17,0 0-17,-25-1 1,0 1 140,0 0-156,0 0 31,0 0 48,25-1-64</inkml:trace>
  <inkml:trace contextRef="#ctx0" brushRef="#br0" timeOffset="-138746.75">27707 1414 0,'-25'0'16,"-25"25"-1,1 24 1,24 1-16,-49-1 16,-1 51-16,26-75 15,24 24-15,-25 1 16,-24-1-16,24 1 16,1-25-16,-1 0 15,0 24-15,1-24 16,-1 0-1,25 24 1,0-49-16,-24 25 16,-1 0-16,25 0 15</inkml:trace>
  <inkml:trace contextRef="#ctx0" brushRef="#br0" timeOffset="-138232.68">27905 1836 0,'-49'0'15,"-100"124"17,50-75-32,49 1 0,-74 74 15,74-50 1,1-24-16,-1-1 0,1 26 15,-1-50-15,0 24 16,1 26 0,-26-51-16,-24 26 0,74-50 15,-74 50 1,49-1-16</inkml:trace>
  <inkml:trace contextRef="#ctx0" brushRef="#br0" timeOffset="-137745.45">27856 2431 0,'0'0'0,"-100"124"31,51-50-31,49-49 0,-50 0 16,1 0-16,-1 0 15,-24 24-15,49-49 16,0 0-16,0 25 16,0-25-1,1 0 1,-1 0 15,0 0-15</inkml:trace>
  <inkml:trace contextRef="#ctx0" brushRef="#br0" timeOffset="-122992.58">6499 10939 0,'-25'0'47,"25"49"-32,0 1 1,0-25-16,0 49 16,0-24-16,0 24 15,0-24-15,0-25 16,0 24-16,0-24 16,0 50-16,0-51 15,0 1-15,0 0 16,-25-25 109</inkml:trace>
  <inkml:trace contextRef="#ctx0" brushRef="#br0" timeOffset="-122250.08">7764 10939 0,'25'0'62,"-25"74"-62,24-24 16,1 24-16,-25-49 15,0 25-15,0 24 16,0-49-16,0 0 16,0 0-16,0-1 15</inkml:trace>
  <inkml:trace contextRef="#ctx0" brushRef="#br0" timeOffset="-121682.09">7863 10988 0,'0'0'0,"0"-24"15,0-1 1,0 0 0,0 0-1,25 25-15,0 0 16,-1 0-16,26 0 16,-25 0-16,0 0 15,0 0-15,-1 50 16,-24-25-1,0-1-15,0 1 16,0 0 0,0 0-1,0 0-15,-24-25 16,-1 0 15,0 24-31,0 1 16,0-25-1,0 0 1,1 0-16,-26 0 16,50-25-1,0 1 1</inkml:trace>
  <inkml:trace contextRef="#ctx0" brushRef="#br0" timeOffset="-120881.04">8806 11187 0,'74'0'93,"0"0"-77,-24 0-16,49 0 16,75 0-16,-100 0 15,1 0-15,-1 0 16,-49-25 109,-25 0-125</inkml:trace>
  <inkml:trace contextRef="#ctx0" brushRef="#br0" timeOffset="-120258.04">9401 10964 0,'0'0'0,"0"49"0,0 1 15,25-50-15,24 74 16,1-49-16,24 50 16,1-51-16,-26 1 15,26 0-15,-50 0 16,-1-25-16,-48 0 141,-1 25-126,0-1 1,25 1 15,-25-25-31,0 25 16,25 0-1</inkml:trace>
  <inkml:trace contextRef="#ctx0" brushRef="#br0" timeOffset="-119345.75">9996 10666 0,'0'25'32,"50"74"-17,-25-49-15,-25 24 16,0 25-16,49-24 15,-24 49-15,0-50 16,0 1-16,-25-26 16,25 1-16,-1 49 15,-24-74 17,50-25 124,99 0-156,-25 0 15,49 0-15,26 0 16,-26 0-16,51 0 16,-51 0-16,-49 0 15,-74 0-15,0 0 16,-26 0 15,1 0 47,0 0-62,0 0-16,0 0 94</inkml:trace>
  <inkml:trace contextRef="#ctx0" brushRef="#br0" timeOffset="-117681.11">10244 10716 0,'-24'-25'47,"247"25"93,0 0-124,0 0-16,50 74 15,-99-74-15,-1 0 16,-24 0-16,-99 0 16,24 0-16,-49-25 15,0 25 1,24 0-16,1-49 16,24 49-1,-49-25-15,25 25 16,-1 0-16,1 0 31,0 0 0,49 0-31,-25 0 16,1 0-16,-50 0 16,74 25-16,-74-25 31,-1 0 109,-24 25-124,0-1 0,0 1-16,-24 25 15,-1-1-15,25 1 16,0 0 0,0-1-16,0-24 15,0 25-15,0-26 16,0 1-1,0 0-15,0 0 16,0 25 0,0-26-1,0 1 1,0 0-16,0 0 16,0 0-16,0-1 15,0 1 16,0 0 16,0 0-31,0 0-16,-25-1 78,-25-24-78,26 0 16,-51 0-16,-24 0 15,-75 0-15,1 0 16,49 0-16,49 0 16,26 0-16,-1 0 15,25 0-15,-24 0 31,24 0 1</inkml:trace>
  <inkml:trace contextRef="#ctx0" brushRef="#br0" timeOffset="-116650.48">11485 10666 0,'0'25'78,"0"24"-62,0-24-16,0 50 16,24-51-16,1 51 15,-25-26-15,0 1 16,0 24-16,0 1 16,0-25-16,25-26 15,-25 1-15,0 25 16,0-1-1,0-24 1,0 0-16,0 0 47,0 0 62</inkml:trace>
  <inkml:trace contextRef="#ctx0" brushRef="#br0" timeOffset="-115601.71">10790 11038 0,'0'0'0,"0"-25"47,0 0-16,0 1 0,25 24-31,0 0 16,24 0-16,1 0 15,-25 0-15,-1 0 32,1 0-1,0 0-15,-25 24-1,0 1-15,0 0 16,0 0-16,-50 0 15,26 24 1,-26-24-16,25-25 16,25 25-1,-49 0 1,49 0-16,-25-25 31,99 0 63,1 0-78,24 0-16,-25 0 15,-24-25-15,24 25 16,-49 0-16,0-25 15,0 25 95,24-25-63</inkml:trace>
  <inkml:trace contextRef="#ctx0" brushRef="#br0" timeOffset="-115089.3">11857 10988 0,'0'50'78,"0"0"-78,0-1 16,0-24-16,0 50 16,0-51-16,0 26 15,0-25 1,0-75 62,0 25-62,0 1-16</inkml:trace>
  <inkml:trace contextRef="#ctx0" brushRef="#br0" timeOffset="-114582.13">11881 10988 0,'0'0'16,"50"0"-1,-25 0-15,24 0 16,-24 0 0,-25 25 15,0 0-16,0 0-15,0 0 32,0-1-17,-25 1 17,1-25-32,-1 0 15,0 0 16,0 0-31,0 0 16</inkml:trace>
  <inkml:trace contextRef="#ctx0" brushRef="#br0" timeOffset="-113869.34">12675 11112 0,'-25'0'31,"50"0"31,25 0-46,-1 0-16,1 0 16,24 0-16,1 0 15,-26 0-15,26 0 16,-1 0-1,-49 0 1,0 0 0,25-24 46</inkml:trace>
  <inkml:trace contextRef="#ctx0" brushRef="#br0" timeOffset="-113248.08">13097 10914 0,'25'0'15,"-25"25"1,24 0-16,26-25 15,-25 49-15,25-49 16,-26 25 0,1 0-1,0-25 1,-25 25 0,25-25-1,-25 24 110,-25 1-109,0 0 31</inkml:trace>
  <inkml:trace contextRef="#ctx0" brushRef="#br0" timeOffset="-112144.74">13419 10740 0,'25'0'47,"-25"50"-32,0 0 1,25-1-16,0 1 15,-25-1-15,25 26 16,-25-50-16,24 74 16,-24-25-16,0 1 15,0-50-15,0 24 16,50 1-16,-50-1 16,0-24 46,50-50 79,-26 25-141,1 0 15,50 0 1,24 0-16,25 0 0,-25 0 16,25 0-16,-25 0 15,75 0-15,-50 0 16,50 0-16,-1 0 15,-24 25-15,-50-25 16,-24 25 0,-51-25-16,1 0 15,25 0 1,-50-25 0,0-24 124,-25-1-124</inkml:trace>
  <inkml:trace contextRef="#ctx0" brushRef="#br0" timeOffset="-110449.36">13692 10716 0,'-25'0'16,"50"0"187,99 0-203,50 0 16,-75 0-16,50 0 15,-50 0-15,25 0 16,25 0-16,-25 0 16,25 0-16,-100 0 15,-24 0-15,0 0 16,0 0 15,0 0-15,-1 0-16,1 0 15,25 0-15,-25 0 32,24 0-1,50 0-16,-24 0 1,24 0-16,-49 0 16,-25 0-16,-1 0 15,-24 24 173,0 1-173,0 0 1,0 25-16,25 24 16,-25-24-16,0 24 15,50-24-15,-50-26 16,0 26-16,0-25 16,0 0-16,0 0 15,25-1-15,-25 26 31,0-25 1,0 24 15,0-24 46,-50 0 79,25-25-156,-24 0-1,-1 0-15,0 0 16,1 0-16,-51 0 16,26 0-16,49 0 15</inkml:trace>
  <inkml:trace contextRef="#ctx0" brushRef="#br0" timeOffset="-109537.72">14585 10666 0,'0'0'0,"-25"0"15,25 50 32,0-26-47,0 26 16,0 0-1,25-26-15,-25 26 16,25 0-16,0-1 16,0 26-16,-25-1 15,24 1-15,-24-51 16,0 26-16,50 0 16,-50-1-1,0-24 16,0 25 1,0-26-1,-50-24 125</inkml:trace>
  <inkml:trace contextRef="#ctx0" brushRef="#br0" timeOffset="-104130.1">14163 10988 0,'-24'0'47,"24"-24"-16,0-1-15,24 25-1,26 0 1,0 0-1,-26 0-15,51 0 16,-50 0-16,24 0 16,-24 0-1,0 0 1,-25 25 0,0-1-1,0 26 1,0-25-1,0 0 1,-25 24-16,0-49 31,1 0-31,-1 0 16,0 0 0,0 0-1,0 0 48,50 0 15,0 0-63,-25 25 1,25 0-16,0 0 16,-25 24-1,24-24-15,-24 0 16,0 0 0,-49-25 46,24 0-46,-25 0-16,-24 0 15,24 0-15,25 0 16,1 0 0,-1 0-1,0 0-15,25-25 16,0 0-1</inkml:trace>
  <inkml:trace contextRef="#ctx0" brushRef="#br0" timeOffset="-103368.73">14883 11063 0,'0'49'110,"49"-24"-110,-49 0 15,0 0-15,0 0 16,0 0 0,0 24-16,0-24 15,0 0 1,0-50 109,0 0-125,0-49 15</inkml:trace>
  <inkml:trace contextRef="#ctx0" brushRef="#br0" timeOffset="-102898.35">14932 11038 0,'0'-25'0,"0"0"15,0 1 1,25 24 0,0 0-1,0 0-15,0 0 16,24 0-1,-24 0 1,0 24 0,-25 1 15,0 0-15,0 0-1,-25-25 16,-49 0-31,49 0 16,-25 0 0</inkml:trace>
  <inkml:trace contextRef="#ctx0" brushRef="#br0" timeOffset="-102209.9">15751 11112 0,'124'0'141,"-74"0"-141,49 0 15,-50 0 1,1 0-16,-25 0 0,0 0 47,-1-24 62</inkml:trace>
  <inkml:trace contextRef="#ctx0" brushRef="#br0" timeOffset="-101632.97">16148 10914 0,'0'25'32,"49"0"-17,1 24-15,0-24 16,-26 0-16,1 0 16,0-1-1,-50-24 79,-24 0-78,24 0-1,-25 0 16,1 25-31,49 0 16,0 25 0,0-25 15,0-1-15,24-24 15,1 0-31,25 0 15</inkml:trace>
  <inkml:trace contextRef="#ctx0" brushRef="#br0" timeOffset="-100679.98">16446 10716 0,'0'24'47,"0"26"-47,0 24 15,0-24-15,0 0 16,0 24-16,0-49 16,24 49-16,-24-24 15,0 0-15,0-1 16,50 1-16,-25-1 15,-25-24 1,25 0 140,24-25-140,26 0-16,49 0 16,-25 0-16,0 0 15,25 0-15,50 0 16,-26 0-16,-23 0 15,-1 0-15,-50 0 16,0 0-16,-49 0 31,-25-25 94,-25 0-109,-49 25 0</inkml:trace>
  <inkml:trace contextRef="#ctx0" brushRef="#br0" timeOffset="-99106.4">16570 10666 0,'74'0'93,"50"0"-93,74 0 16,-24 0-16,24 0 16,-98 0-16,-26 0 15,-24 0-15,-25 0 16,-1 0-1,-24-25-15,50 25 16,0 0-16,24 0 16,0 0-16,-49 0 15,25 0 1,-25 0-16,-1 0 47,1 0-47,25 0 15,24 0 1,-24 0-16,-25 0 16,-1 0-16,1 0 31,0 25 110,-25 0-126,0 24-15,0 1 16,0-25-1,25 24-15,-25-24 16,0 25-16,0-1 16,25-49-16,-25 50 15,0 0-15,0-26 16,0 1 0,0 0-1,0 0 16,0 0-15,0 0 0,0-1 93,0 1-78,0 0 1,0 0 30,-50-25-46,50 25 46,-25-1-62,0-24 16,1 0-1,-1 0-15,-50 0 16,-24 0-16,0 0 16,-99 0-16,74 0 15,-25 0-15,99 0 16</inkml:trace>
  <inkml:trace contextRef="#ctx0" brushRef="#br0" timeOffset="-98433.2">17338 10740 0,'0'25'31,"0"0"-15,0 25 0,0 24-16,0-49 15,0 49-15,25-24 16,0-25-16,0 24 15,-25 1-15,49 0 16,-49-26-16,0 1 16,0 0-16,0 0 15</inkml:trace>
  <inkml:trace contextRef="#ctx0" brushRef="#br0" timeOffset="-97321.14">17090 10889 0,'0'-25'47,"-49"25"-31,-1 0-1,25 0-15,1 0 16,-1 0-1,0 0 1,25 25 172,0 0-173,0 25-15,0-1 16,25-24-1,-25 0 1,49-25 125,-24 0-141,0-25 15,25 25-15,-1 0 16,-24 0 31,-25 25-47,0 0 15,0 24 1,0-24-16,0 0 16,0 0-16,0 0 15,0-1 1,-25 1 0,0-25-1,-24 0 1,-1 0-1,25 0 1,-24 0-16,24 0 31</inkml:trace>
  <inkml:trace contextRef="#ctx0" brushRef="#br0" timeOffset="-96202.23">17835 10939 0,'0'25'94,"0"-1"-78,0 1-16,0 25 15,0-1 1,0 1-16,0 0 15,0-25-15,0-1 16,0 1-16,0 0 16,0 0-1,0 0 1,0-1 15,0-73 47</inkml:trace>
  <inkml:trace contextRef="#ctx0" brushRef="#br0" timeOffset="-95738.04">17810 10889 0,'0'0'0,"25"0"16,-1 0 0,1 0-1,0 0-15,0 0 16,0 0 0,24 0-16,-24 50 15,-25-25 1,0 24-16,0-24 15,0 0 1,0 0 0,-25-1-1,0 1 1,1-25-16,-1 0 16,0 0-16,0 0 15,0 0-15,1 0 16,24-25-1,0-24-15,0-26 16</inkml:trace>
  <inkml:trace contextRef="#ctx0" brushRef="#br0" timeOffset="-94801.14">23614 5358 0,'0'0'16,"-25"0"-16,25 25 16,-49 24-16,-51 50 0,26-49 15,-50 0 1,99-26-1,-49 26-15,-50 0 16,25-1-16,24-24 16,1 0-16,-75 49 15,99-49-15,25 0 16,1-25-16,-1 25 16,0 0 30,0-25-14</inkml:trace>
  <inkml:trace contextRef="#ctx0" brushRef="#br0" timeOffset="-94281.7">23564 5928 0,'0'0'16,"-74"50"-16,-149 173 31,148-198-31,1 49 0,24-49 16,26 0 15,-1-25 16,0 25-31,0-25-16</inkml:trace>
  <inkml:trace contextRef="#ctx0" brushRef="#br0" timeOffset="-93752.85">23738 5928 0,'0'0'0,"0"25"16,-25-25-16,25 75 15,-25-51-15,1 26 16,-51 0-16,50-26 16,-24 51-16,-1-50 15,25 24-15,-24-24 16,-1 0-16,25 0 15,-24-1-15,-50 26 16,24 0-16,26-26 16,-1 1-16,50 0 15,-25-25 1</inkml:trace>
  <inkml:trace contextRef="#ctx0" brushRef="#br0" timeOffset="-93088.28">23490 5804 0,'-50'0'16,"1"50"-1,-26 0 1,26-26-16,24 26 0,-25-50 15,26 25-15,-1-25 16,25 25-16,-25-1 16,0 1-1,-24-25 1,24 25-16,-25-25 16,1 25-16,-51 0 15,51-25-15,-26 24 16,50-24-16,1 25 94</inkml:trace>
  <inkml:trace contextRef="#ctx0" brushRef="#br0" timeOffset="-91672.95">4217 12105 0,'25'-25'31,"-1"25"-15,26 0-1,0 0 1,-26 0-1,1 0 1,0 0 15,0 0-31,0 0 16,24 0 0,-24 0-1,0 0 16,49 0-31,1 25 16,24-25-16,25 24 16,-50 1-16,50-25 15,-99 25-15,0-25 16</inkml:trace>
  <inkml:trace contextRef="#ctx0" brushRef="#br0" timeOffset="-91145.47">5135 11981 0,'24'0'15,"26"0"-15,0 24 16,-26 26-16,1-25 16,0-25-1,-25 25 16,25-25-15,-25 24 31,-50 1-31,25-25-1,-24 50-15,24-25 16,0 0-16,-24 49 15,24-49-15,25 0 16,0-1-16,0 1 16,-25 0-1</inkml:trace>
  <inkml:trace contextRef="#ctx0" brushRef="#br0" timeOffset="-90104.77">5606 11881 0,'0'50'78,"0"-25"-78,0 24 16,0 1-1,0 24-15,0 1 16,0-1-16,0 26 16,0-51-16,0 1 15,0 24-15,0-49 16,0 49-16,0-24 15,0-25 1,0 0-16,0-1 31,0 1-15,74 0 109,25-25-125,26 0 16,73 0-16,-24 0 15,-1 0-15,-49 0 16,-25 0-16,1 0 15,-51 0-15,1 0 16,24 0-16,-24 0 16,99 0-16,-25 0 15,25 0 1,-25 0-16,49 0 16,-74 0-16,-74 0 15,50 0-15,-51 0 47,1 0-16,-25-25 1</inkml:trace>
  <inkml:trace contextRef="#ctx0" brushRef="#br0" timeOffset="-88209.68">5606 11881 0,'25'0'94,"74"0"-79,99 0-15,-49 0 16,-25 0-16,-25 0 16,25 0-16,-49 0 15,24 0-15,0 0 16,0 0-16,1 0 16,24 0-16,-50 0 15,1 0-15,-26 0 16,-24 0-16,0 0 15,0 0-15,24 0 16,-24 0-16,25 0 16,-26 0-1,51 0-15,-50 0 16,-1 0-16,1 0 16,0 0 62,0 0-78,0 0 15,24 0-15,1 0 16,24 0-16,-49 0 16,0 0-1,0 0 32,-1 0 47,1 0-16,0 25-47,0-25-15,0 0-1,0 0 17,-1 25 108,1-25-124,-25 25 0,0 0-16,0-1 15,0 26-15,0 0 16,0-26-16,0 26 15,0-25-15,0 49 16,0-49-16,0 0 16,0 25-16,0-26 15,0 26-15,0-25 16,0 24-16,0-24 16,0 25-16,0-25 15,0-1 1,0 1-16,0 0 31,0 25-15,0-26-1,0 26 32,-25-50 47,1 0-32,-1-25-46,-25-24 0,25-26-1</inkml:trace>
  <inkml:trace contextRef="#ctx0" brushRef="#br0" timeOffset="-86880.96">7020 11832 0,'0'25'31,"0"-1"-15,0 1-16,0 0 140,0 0-124,0 0 15,0-1-15,25 1-1,-25 0 1,0 0-16,0 0 16,0-1-1,24 1-15,-24 25 16,25-25-16,-25 24 15,0-24-15,0 25 16,0-25-16,0 24 16,0-24-1,0 0-15,0 0 16,25-25-16,-25 49 16,0-24-16,0 0 15,0 24 1,0-24-1,0 25-15,0-25 16,0-1-16,0 1 16,0 0 15,0 0 16,-25-25 15,0 0-15,25-25-47,-24 0 16,-1 0-16,25 1 15</inkml:trace>
  <inkml:trace contextRef="#ctx0" brushRef="#br0" timeOffset="-82288.75">6499 12129 0,'-25'25'63,"0"0"-63,25 0 16,-25 25-16,-24-1 31,49-24 0,-25 25-15,25-26 62,50 26 31,-26-50-93,26 0-16,-25 0 15,0 0-15,-1 0 16,1 0 0,0 0-1,0 0 1,0 0 0,-25-25-16,49 0 15,-49 1-15,0-1 47,0 0-31,0 0 15,-25 25 0,1 0-31,-1 0 31,0 0-15,0 0-16,25 25 16,0 0-1,0 24-15,0 1 16,0-25 0,0 0-1,0 24 1,25-49-16,-25 50 15,25-25 1,0-1 47,-1-48 46,26-1-93,-25-25-1</inkml:trace>
  <inkml:trace contextRef="#ctx0" brushRef="#br0" timeOffset="-81462.96">7392 12303 0,'0'25'47,"0"49"-31,0-24 15,0-25-31,0 0 16,0-1-16,0 1 15,0 25 1,0-25 93,0-50-62,0-25-31,0 25-16</inkml:trace>
  <inkml:trace contextRef="#ctx0" brushRef="#br0" timeOffset="-80793.74">7516 12179 0,'25'0'0,"-1"0"16,1 0-1,0 0 1,0 0-1,-25 25 1,25-25 0,-25 25-16,0 0 15,0-1 1,0 1-16,0 0 16,-25 25-1,0-26 1,0-24-1,0 0-15,25 25 16,-49 0-16,24-25 16,0 0 15,0 0-15,1 0 30,24-25 33</inkml:trace>
  <inkml:trace contextRef="#ctx0" brushRef="#br0" timeOffset="-80050">8111 12402 0,'25'0'47,"25"0"-47,24 0 15,50 0-15,-25 0 16,25 0-16,-25 0 16,-24 0-16,-1 0 15,25 0-15,-74 0 16,25 0-16,-25 0 16,-25-24 109</inkml:trace>
  <inkml:trace contextRef="#ctx0" brushRef="#br0" timeOffset="-79417.76">8855 12254 0,'25'0'31,"25"24"-15,-1-24-16,-24 50 15,0-50 1,-25 25 124,0 0-124,-50 24-16,50-24 16,-49 25-16,24-50 15,25 24-15,-25-24 16,25 25-16,-25 0 94,0 0-63</inkml:trace>
  <inkml:trace contextRef="#ctx0" brushRef="#br0" timeOffset="-78225.38">9351 11931 0,'0'0'0,"-24"25"93,24 0-93,0 49 16,0-49-16,0 24 16,0 26-16,0-50 15,0 49-15,0-24 16,0 24-16,0-49 15,0 25-15,0-1 16,0 1-16,0-1 16,0-24-16,0 25 15,0-25-15,0 49 16,0-49 0,0 24-1,0-24 16,24 0 63,51-25-78,-1 0-16,25 0 15,25 0-15,0 0 16,25 0-16,-74 0 16,-1 0-16,-49-25 15,0 0-15,24 25 16,1 0 0,74 0-1,-25 0-15,25 0 16,-49 0-16,-51 0 15,1 0-15,0 0 16,-25-24-16,25 24 16,-25-25-1,25 25-15,-1 0 141,-24-25-63</inkml:trace>
  <inkml:trace contextRef="#ctx0" brushRef="#br0" timeOffset="-76505.78">9277 12005 0,'0'-24'47,"25"24"-47,74 0 16,99 0-16,-98 0 15,48 0-15,-24 0 16,-49 0-16,49 0 16,0 0-16,-25 0 15,0 0-15,1 0 16,-1-25-16,-50 25 15,-24 0 1,0-25 0,0 25-16,24 0 15,26 0-15,-1 0 16,-49 0-16,25 0 16,24 0-16,-49 0 15,0 0 1,0 0-16,-1 0 62,1 0-15,0 0-47,0 0 16,0 0-1,-1 0-15,1 0 16,0 0 15,-25 50 63,0-1-78,0-24-16,0 25 15,0-1-15,0 1 16,0-25-16,0 24 16,0 1-16,0 24 15,-25 26 1,25-76-1,0 1 1,0 0-16,0 0 16,0 0-1,0-1 48,0 1-48,-25 0 64,1-25-48,-1 0-31,0 0 15,-25 25 1,26-25 0,-1 0-16,0 49 15,0-49 1,25 25 15,-25-25-15,0 0-1,1 0-15,-1 25 16,25 0 15,-50-25 16,25-25-31,25 0-1</inkml:trace>
  <inkml:trace contextRef="#ctx0" brushRef="#br0" timeOffset="-75818.09">10592 12030 0,'-25'0'15,"0"0"1,25 25 0,0 25-1,0-26-15,0 26 16,0-25-16,0 25 16,0-1-16,25 26 15,-25-51-15,0 26 16,49 0-16,-49-26 15,0 1 1,0 0-16,0 25 16,0-26-16,0 26 15,0-25-15,0 24 16,0 1 0,0-25-16,0 0 15,0-1 1,-24-24 15,24-24 0,-25-1-31,25 0 16</inkml:trace>
  <inkml:trace contextRef="#ctx0" brushRef="#br0" timeOffset="-74832.41">9624 12278 0,'0'-24'47,"0"-26"-47,25 25 15,0 25-15,24 0 16,1 0-16,-25 0 16,24-50-16,-24 50 15,25 0-15,-25 0 16,-1 0-16,1 0 15,25 0 1,-25 25 0,-25 0-16,0 0 15,0 0 1,0 24-16,0 1 16,0 0-1,-25-50-15,0 24 16,-49 1-16,74 0 15,-50-25-15,0 0 16,26 0-16,-1 0 16,0 0 15,50 0 31,0 0-46,24 0-16,-24 0 16,25 0-16,-26 0 15,1 0 1,-25 25 15,0 24-31,0 1 16,0-25-1,0 24 1,0-24 0,-25-25-1,1 0 1,-26 0-16,25 0 16,-24 0-16,24 0 15,-50-25 1,-24-24-1,99 24 1</inkml:trace>
  <inkml:trace contextRef="#ctx0" brushRef="#br0" timeOffset="-74056.01">10914 12278 0,'0'-24'47,"0"73"-32,0 1 1,0-1-16,0-24 15,0 25-15,0-25 16,0-1-16,0 1 16,0 0-16,0 0 31,0-50 78,0 0-93,0-24 0</inkml:trace>
  <inkml:trace contextRef="#ctx0" brushRef="#br0" timeOffset="-73377.09">11137 12129 0,'25'0'0,"-25"25"31,25 0-31,0 25 15,-25-25 1,0-1-16,0 1 47,-25 0-16,-25-25-15,1 50-16,24-50 15,0 0-15,0 0 16,0 0-16,1 0 47,-1 0-31,0 0-16,0 0 31</inkml:trace>
  <inkml:trace contextRef="#ctx0" brushRef="#br0" timeOffset="-61665.4">2307 9723 0,'0'25'94,"0"0"-94,25 0 16,-25 0 15,24-1-16,1 1 1,50-25 78,-51-25-94,51-24 15,-50-1-15,24 1 16,-24 24-16,0 0 16,-25 0-16,50-24 15,-26 49 63,1-25-31</inkml:trace>
  <inkml:trace contextRef="#ctx0" brushRef="#br0" timeOffset="-60569.43">2406 10691 0,'0'25'79,"0"24"-64,0-24-15,25 49 16,-25-49-1,25 0 1,-1 0 62,51-50-47,-75 0-31,49-24 16,1-26-16,-25 50 16,0 1-1,0-1 1,-1 0 46,-24 0-30</inkml:trace>
  <inkml:trace contextRef="#ctx0" brushRef="#br0" timeOffset="-59561.15">2456 11733 0,'0'24'62,"0"1"-62,0 0 16,0 0 0,0 0-16,0 24 15,0-24-15,24 0 16,-24 0 15,25-25 32,50-25-48,-75-25-15,49-24 16,-24 74-16,0-25 15,25 0-15,-26 0 16,26 25 0,-50-24-16,25-1 0,0 0 47,-25 0 62</inkml:trace>
  <inkml:trace contextRef="#ctx0" brushRef="#br0" timeOffset="-54792.01">14957 12874 0,'-49'0'0,"-100"0"31,74 0-31,26 0 0,-50 0 16,24 0-16,26 0 15,24 0-15,-25 0 16,0 0-16,1 0 16,24 0-1,-25 0 1,1 0-16,-26 0 16,26 24-1,-1-24-15,-24 25 16,-1 0-16,26-25 15,-26 0-15,75 25 16,-24 0-16,-26-25 16,-24 0-16,49 24 15,-74-24 1,-50 50-16,-25-25 16,-49 0-16,24-25 15,1 24-15,24 26 16,-49-25-16,99 0 15,0 0-15,0-25 16,50 24-16,-75-24 16,25 0-16,-75 0 15,-74 0-15,-24 0 16,-26 0-16,1 0 16,24 0-16,-74 0 15,50 0-15,74 0 16,-25 0-16,50 0 15,-50 0-15,74 0 16,1 0-16,-1 0 16,-73 0-16,48-24 15,26 24-15,24 0 16,50 0-16,50 0 16,-25 0-16,24 0 15,26 0 1,-26-50-16,-24 25 15,-25 0-15,0 25 16,-50-25-16,1-24 16,-1 49-16,-24-50 15,-75-24-15,99 24 16,-99 1-16,75-1 16,99 25-16,24 0 15,1 1-15,74-1 16,-50 0-16,-24-25 15,24 1-15,-74-50 16,0-25-16,-25-25 16,25-50-16,0 75 15,-49-25-15,24 25 16,74 50-16,-24 24 16,99 26-16,-25-26 15,-24 25-15,49 0 16,-50-49-16,0 49 15,-24-99-15,24 99 16,-24-24-16,24-1 16,1 0-16,-1 1 15,1-1 1,-1 25-16,50 1 16,-25-1-16,-24-25 15,-1-24-15,-25 49 16,26-49-16,-26 24 15,-49-49-15,75 49 16,-26 1-16,26-1 16,24 25-16,0-24 15,0-26-15,1 1 16,-26 24-16,25-49 16,0 0-16,-49-25 15,74 24-15,-25 26 16,25-25-16,-25 24 15,25 1-15,0-25 16,0-75-16,0 100 16,0-50-16,0 74 15,0-74-15,0 50 16,0-26-16,50-48 16,-25 73-16,24-74 15,1 50 1,24-50-16,-24 25 15,0 25-15,49-50 16,-25 50-16,-24 0 16,24 0-16,1-1 15,-1 26-15,25-25 16,25 24-16,25-24 16,25 25-16,-1-1 15,-49 26-15,50-26 16,-75 50-16,75-49 15,-25 49-15,-50-24 16,75 24-16,-1-50 16,-24 51-16,25-1 15,-50 25-15,49-25 16,1 25-16,0-74 16,49 74-16,50 0 15,-100 0-15,51 0 16,-1 0-16,25 0 15,-74 0-15,49 0 16,-50 0-16,26 0 16,-100-25-16,25 25 15,124 0-15,-99 0 16,99 0-16,-50 0 16,-49 0-16,0 0 15,-50 0 1,75 0-16,-75 0 15,75 0-15,-50 0 16,149 0-16,-25 0 16,49 0-16,1 0 15,-25 0-15,-50 0 16,-24 0-16,-51 0 16,-24 0-16,50 0 15,-75 25-15,50-1 16,50 1-16,-26-25 15,75 25-15,-25 49 16,-24-49-16,-1-25 16,-49 25-16,-25 25 15,50-50-15,-125 0 16,75 24-16,75 26 16,-125 0-16,100-26 15,0 26-15,-50 0 16,0-26-16,-25 1 15,25 0-15,-25 0 16,25 24-16,-25 1 16,75-25-16,-25 24 15,49 1 1,-49 0-16,-25-50 16,25 74-16,-75-49 15,100 0-15,-25 49 16,49-24-16,1 49 15,-51-74-15,101 24 16,-76 26-16,-74-50 16,125 49-16,-150-49 15,0 24-15,50 1 16,-24-25-16,-26 0 16,1 24-16,-1-24 15,-24 0-15,-26-25 16,1 25-1,0-25-15,0 0 16,0 24-16,24 26 16,-24-25-16,49 0 15,1 24-15,-50-24 16,49 50-16,-24-51 16,-26 1-16,26 50 15,-25-26-15,24 26 16,-24-1-1,25 50-15,24 25 16,-24-50-16,24 25 16,-24 25-16,0 0 15,-26-25-15,1 25 16,-25-100-16,50 26 16,-25-1-16,-1 0 15,-24-24-15,0 24 16,0-49-16,50 74 15,-50-49-15,0 0 16,25 24-16,-25 1 16,0-1-16,0 25 15,0-49-15,0 24 16,0 1-16,0-26 16,0 1-16,0 24 15,0-24-15,-25-1 16,-49 26-16,49-26 15,0 1-15,-25 0 16,1-1-16,-1 26 16,-24-26-16,49 1 15,-25 0-15,1 24 16,24-49-16,25 0 16,-50 24-1,25-24-15,-24 49 16,24-74-16,0 25 15,-24 25 1,24-25-16,0-25 16,0 24-16,0 1 31,1 0-31,-1-25 16,-25 25-16,25 24 15,-24-24-15,-26 0 16,1 0-16,49 0 15,-99 24-15,99-24 16,-24 0-16,24-25 16,-25 0-16,25 25 15,-24-1-15,-26-24 16,51 0-16,-51 50 16,1-50-16,-1 50 15,26-50-15,-26 25 16,1 24-1,24 1-15,26-25 16,-1-25 0,0 0-1,0 24-15,-24 1 16,24-25-16,-25 0 16,-24 0-16,24 25 15,25 0-15,-49 0 16,24-25-1,1 24-15,-26-24 16,26 25-16,-1-25 16,-24 0-16,-26 0 15,-24 0-15,-99 50 16,74-50-16,-99 49 16,174-49-16,-25 0 15,74 0-15,-25 0 16,1 50-1,24-25 17,0-25-32,-49 25 15,49-25 1,0 24 0,0-24 46,0 25-46,1-25 124,-1 0-140,0 0 16,0-25 0,25 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1-28T04:18:08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11782 868 0,'-25'0'15,"1"0"32,24 0 0,-25 0-31,0 0-1,0 0-15,25 0 31,-49 0-31,24 0 32,-174 0-32,100 0 0,0 0 31,-50 0-31,75 0 0,-26 0 15,100 0 17,-74 25-32,49 0 31,-24-25-31,49 25 0,-50-1 31,25-24-15,25 25-1,-49 25 1,24-25-1,0-25 1,0 24-16,25 1 0,-25 25 16,1-50-16,24 25 31,-25 24-31,25 1 0,-50-50 31,25 49-31,1-49 0,-1 50 16,0-25-16,25 0 15,0 24 1,-74 50-16,49-49 15,25-25-15,-75 49 16,75-74 15,-24 25-31,24 0 31,0 0-31,0-25 16,0 49 0,-25 1-1,25-25-15,-25 0 31,25-1-31,-25 51 0,25-50 32,0 24-32,0-24 15,0 25-15,0-26 0,0 1 31,25 25-31,-25-25 0,0-1 16,25 26-16,-25-50 16,74 74-16,-74-49 31,0 50-31,0-75 15,50 49-15,-25-49 0,-1 25 16,51 0-16,-1-25 16,1 50-1,-51-26-15,1-24 16,50 0-16,24 25 15,-25-25-15,50 0 16,149 75 0,-174-75 15,100 24-31,-50-24 0,-50 0 15,0 0-15,-25 0 0,1 0 16,24 0-16,-49 0 31,49 0-31,-49 0 0,49-24 16,25-1-16,-50 0 0,1-25 15,-26 26-15,1-1 32,74-75-32,-99 100 0,24-24 31,-24-1-31,-25 0 15,0 0-15,0-24 32,0 49-32,0-25 15,0 0-15,0 0 0,0-24 16,0 24-1,0 25-15,0-50 32,0-49-32,0 99 0,0-25 15,0-24-15,0 24 0,0-74 31,-25 99-31,0-50 0,1 0 16,-26-24-16,25 0 16,-24 24-16,49 25 0,-50 0 31,-24-49-31,24 24 15,25 1-15,-24 24 16,-1-25 0,50 50-16,-50-25 15,26 1-15,-51-51 16,50 75-16,1 0 15,-26-25-15,25 1 16,0 24 15,-49-25-31,74 0 16,-50 25-1,1 0-15,-26 0 16,26-50-16,-1 50 0,-74-24 16,99 24 15,-24 0-31,-1-25 15,0 25-15,50 0 32,-24 0-32</inkml:trace>
  <inkml:trace contextRef="#ctx0" brushRef="#br0" timeOffset="10920.62">1513 5730 0,'25'-25'63,"-25"25"-63,0 0 15,0 50-15,25-26 16,-25 26 15,24 49-31,-24-24 0,0-75 31,0 99-15,0-25-1,0 1-15,25-50 32,0 24-32,-25-24 0,0 0 31,0 24-31,0 1 15,0 0 1,0-26-16,0 1 62,0 0 1,0-25-32,0 25-15,0 0 233,50-25-202,173 0-47,-149 0 0,-24 0 16,24 0-16,1 0 0,49 0 15,-75 0 16,-49 0-31,25 0 0,-25 0 47,50 0-47,-25 0 16,-1 0-16,1 0 0,0 0 15,0-25-15,0 25 32,49 0-32,-24 0 15,-1 0-15,-24 0 0,50 0 16,-26 0-16,1 0 15,-50 0 1,49 0-16,-24 0 31,0 0-31,0 0 0,24 0 16,1 0-16,-50-25 0,25 25 31,24 0-31,-24 0 0,50 0 16,-51 0-16,-24 0 0,50 0 93,-50 0 48,25 0-110,24 0-31</inkml:trace>
  <inkml:trace contextRef="#ctx0" brushRef="#br0" timeOffset="13111.74">1513 5705 0,'25'25'0,"0"-25"31,-1 0 0,1 0-31,0 25 31,0-25 1,0 24-32,49-24 46,100 75-46,-149-75 0,24 0 16,-49 0-16,25 0 0,0 0 31,24 25-31,-49-25 31,25 0-15,74 25-16,-99-25 31,50 0-31,24 24 16,-49-24-1,50 0-15,-1 0 32,-49 0-32,0 0 0,-1 0 15,26 0 1,0 0 15,99 0-31,-100 0 0,26 0 16,-26 0-1,-49 0-15,25 0 16,25 0-16,-1 0 15,1-24-15,-25 24 0,49 0 32,0 0-32,-74 0 15,25-25-15,-25 25 63,50 0-48,-50 0 16,25 0 1,-25 0-17,49 0-15,-49 0 31,25 0 94,-25 0-109,0 0 15,0 0-31,0 49 0,0-24 16,0 0 15,25 25-31,-25-1 47,0-24-32,0 0-15,0-25 0,25 25 16,-25 24-16,0-49 31,24 25-31,-24 0 31,0 0 0,0-25-15,0 24-16,0 1 16,0 0 15,0 0-31,0 0 31,0 74 0,0-99 63,0 25-47,0 24 15,-24-49 0,-1 0 16,0 25-62</inkml:trace>
  <inkml:trace contextRef="#ctx0" brushRef="#br0" timeOffset="18688.06">1612 6697 0,'0'0'639,"0"0"126,25 0-734,0 0-31,-25 25 31,25 25-31,-25-50 16,0 24 15,0 1-15,25 0-1,-25-25 16,0 25 1,0 0-32,0-25 15,0 25-15,0-1 31,0 1-31,0-25 0,0 25 16,0 0-16,0 0 16,0-25 15,0 24-31,0 1 31,0 0-15,0-25-16,0 50 15,0-1 16,0-49-31,0 50 16,0-25-16,0-1 0,0 1 31,0 0-31,0 0 47,0 49-47,0-49 0,0-25 31,0 25-31,0 0 0,0-1 31,0-24-31,0 25 32,0 25-32,0-50 0,0 25 15,0-1-15,0 1 31,0-25-31,0 50 0,0-1 16,0-24 0,0 0-1,0 0-15,0-25 0,0 25 31,0 24-31,0-24 16,0 25-16,0-25 31,0 24-31,0-24 31,0 25-31,0-26 0,0-24 16,0 50 0,0-50-16,0 25 31,0-25-31,0 49 15,0-49 17,0 25-32,0-25 31,0 50-31,-25-50 0,25 25 15,0 24-15,0-49 32,-25 25-32,25 25 31,0-26-31,0-24 0,0 50 31,0-25-31,-25 0 0,25 24 31,0 1-31,0-25 0,-25 24 16,25-49-16,0 25 15,-25 49 1,25-49-16,-24 25 16,24-50-16,0 25 31,0 24-31,-25 1 15,25-25 1,0-25-16,0 49 0,0 1 31,0-50-31,0 25 16,0 24-16,0-49 31,0 25-31,0 0 0,0 0 16,0 0-1,0 24 1,0-49-16,0 25 15,0 0-15,0 0 16,0-25 0,0 24-16,0 1 0,0 0 15,0-25-15,0 25 16,0 24-1,0-49-15,0 50 0,0 0 32,0-50-17,-25 49 16,25-24-31,0 25 16,0-1-16,0 1 31,0-50-31,0 50 0,0-26 16,0 1-16,0-25 15,25 75-15,-25-51 0,0 1 32,25-25-32,-25 25 0,0 0 31,0 24-31,0-24 31,0 25-31,0-50 0,0 25 16,0 24-16,0-49 15,0 25-15,0 0 31,0 0-31,0-25 32,0 24-17,0 1-15,0 0 0,0-25 16,0 25 15,0 0-15,0-1 15,0-24-16,0 25-15,0 0 32,0 0-32,0-25 15,0 25-15,0-1 0,0 1 31,0 0-31,0-25 16,0 25-16</inkml:trace>
  <inkml:trace contextRef="#ctx0" brushRef="#br0" timeOffset="21488.22">1786 7466 0,'0'25'125,"0"-25"-109,50 0-16,-26 25 31,1-25-31,25 0 0,-25 0 31,99 0-31,-100 0 0,1 0 16,0 0-16,0 0 0,0 0 31,24 0-31,-24 0 16,49 0-16,-24 0 0,24 0 46,175 0-46,-200 0 32,50 0-32,-74 0 31,25 0-31,-50 0 31,25 0-31,-25 0 0,49 0 0,26 0 31,-51 0-31,1 0 16,0 0-16,0 0 0,24 0 15,1 0 1,-50 0 0,25 0-1,-25 0-15,49 0 47,-49 0-31,25 0-16,25 0 15,-50 0-15,49 0 31,-49 0 94,25 0-109,-25 0-16,25-25 31,-25 25 0,25-50-31,0 26 16,-1-1-16,-24-25 15,0 50-15,0-49 16,25-1-16,-25 50 0,0-50 31,0-24-31,25 74 16,-25-25-16,25-24 15,-25 24 17,0 0-17,0 25 1,0-25 15,0 0-31,0 1 16,0 24 15,0-25-31,0 0 15,0 0-15,0 25 16,0-25-16,0 0 16,0 1 15,0 24-31,0-25 15,-25 0 1,25 0 0,0 25 15,0-25-31,-25-24 47,25 49 15,0-25-46,-25 0 93</inkml:trace>
  <inkml:trace contextRef="#ctx0" brushRef="#br0" timeOffset="22417.28">967 5953 0,'-24'-25'16,"24"25"15,0 25 0,0 0-31,0 25 16,0-26-16,24 51 15,-24-75 17,0 99-32,0-74 0,0 0 31,0 24-31,25 1 31,25 49-31,-50-74 0,25 0 31,-50-25 47</inkml:trace>
  <inkml:trace contextRef="#ctx0" brushRef="#br0" timeOffset="24073.37">893 6970 0,'25'-25'109,"-25"25"-93,49-24 31,-49 24-16,25 0-15,0 0-16,0 0 31,-25 0-16,25 0 17,-25 0-17,49 0 16,-49 0-15,0 49 15,0-24-31,25 0 16,-25 0-1,-25 24 1,-24-24-16,24 25 0,-25-26 16,1-24-16,24 25 31,0 0-31,0-25 0,0 0 15,-49 25 1,24-25-16,26 25 16,24-25 155,49 0-140,-24 0-31,0 0 16,24 0-16,26 0 16,-26 0-16,-24 0 31,0 0-31,-25 0 15,50 0 17,-1 0-17,-49 0-15,25 0 16,25 24-16,-50-24 93,24 25-15</inkml:trace>
  <inkml:trace contextRef="#ctx0" brushRef="#br0" timeOffset="27389.56">1612 8409 0,'0'0'156,"0"-25"-140,75 25-16,-50 0 16,-1 0-1,-24 0-15,25 0 16,0 0-16,25 0 31,123 0-31,-148 0 31,99 0-31,-99 0 16,-25 0-1,25 0 1,24 0 15,-49 0-31,25 0 0,25 0 31,49 0-31,-25 0 0,-24 0 16,24 0-16,-24 0 31,-25 0-31,24 0 0,-24 0 16,0 0-16,0 0 31,74 0-31,-49 0 0,173 0 31,-198 0-15,-1 0-1,1 0-15,-25 0 94,25 0-32,0-25-46,0 25-16,-1 0 16,-24 0-1,25 0 1,25 0-1,-50 0-15,25 0 16,-1 0 0,1 0 30,-25 0-30,25 0 15,0 0 32,0-25-1,-25 25-31,0-24 32,0 24-48,0-25-15,0 0 47,0 25-47,0-50 16,0 26-1,0 24-15,0-50 16,0 50-1,0-25 1,0 25 0,0-25-16,0 1 0,0-1 31,0 25-16,0-25 1,0 0 0,0 0-1,0-24-15,24 24 16,-24-25-1,0 1 17,25 24-32,-25 0 0,0 0 15,0 25-15,0-25 16,0 1-1,0-1 1,0 25 0,0-25-1,0 0 79,0 0-63,0 25-15,-25-49-1,1 24-15,-1 0 31,25 25 79,-25-25-79</inkml:trace>
  <inkml:trace contextRef="#ctx0" brushRef="#br0" timeOffset="28918.65">1042 7813 0,'-25'-24'15,"25"-1"48,0 0-48,0 25 1,25 0-1,24 0-15,-24 0 16,74 0 0,-74 0-16,0 0 31,0 25-31,0-25 15,-1 25-15,-24-25 32,25 24-32,-25-24 0,25 50 15,0-50 16,-25 25-31,0-25 32,0 25-32,0-1 15,0 26 16,-25-50-31,-25 0 16,-24 0-16,49 0 0,0 0 31,1 0-31,-26 0 0,25 0 16,25 0 15,-25 0 0,1 0 0,24 0-15,0-25 0,0 25-16,24-49 31,26 49-31,0 0 15,24 0-15,0 0 0,-49 0 32,0 0-32,25 49 31,-50-49-31,0 25 15,0-25 17,0 50-32,0-25 0,-25 24 31,-25-24-16,25 0 1,-24 0 0,24-25-16,-25 24 15,-49 1 16,99-25-31,-49 0 0,-75 0 32,99 0-32,0 0 15,0 0 1,25-25-1</inkml:trace>
  <inkml:trace contextRef="#ctx0" brushRef="#br0" timeOffset="31278.78">1513 9252 0,'0'0'46,"25"0"-30,49 0-16,1 0 31,49 25-31,-75 0 0,51-25 31,-1 0-31,0 0 0,-25 0 16,1 0 0,-26 0-16,1 0 15,-25 0 1,0 0-16,-1 0 15,1 0-15,0 0 0,25 0 16,-26 0-16,26 0 16,223 0 15,-248 0 0,0 0 16,-1 0-16,-24 0-31,25 0 0,0 0 47,25 0-32,-1 0-15,-24 0 16,0 0 15,0-25-31,-25 25 16,24 0 15,-24 0-15,25 0-1,0 0 1,0 0-1,-25 0 1,49 0 15,26 0-31,-50 0 0,-1 0 31,-24 0-31,50 0 32,-50 0-32,25 0 31,-25 0 94,0-25-110,0 0 1,0 1-1,0-51-15,0 26 16,0 24 0,0 0-16,-25 0 15,25 0-15,0 25 16,0-25 15,0 1-31,0 24 0,0-25 16,0 0-16,0-25 0,0 26 31,0-1-31,0 0 15,0 0 1,0 25-16,0-25 31,0 1-31,0 24 16,0-25-1,0-25 1,0 25 15,-25 1 0,25 24 1,0-25-32,0 25 15,0-25-15,0 0 31,0 0-15,0 1-16,-25-1 0,25 25 31,0-25-31,0 25 0,-24-25 141</inkml:trace>
  <inkml:trace contextRef="#ctx0" brushRef="#br0" timeOffset="32831.87">1191 8632 0,'-25'0'46,"0"0"-46,-25 50 0,-74 49 32,50-74-32,49 24 0,-24-24 31,-1 49-31,25-74 0,25 0 31,0 0 78,0 0-93,75 0 15,-1 0-31,-49 0 47,99 25-47,-99-25 31,24 0-31,-49 0 0,50 0 31,-25 0 32,-25 0-32,24 0 62,-24 0-77,0-25-16,0 25 31,-24 0 63,24 0-63,0 75-31,0-25 16,0-1-16,0-49 0,0 75 15,0-75-15,0 49 16,0-49-16,0 25 47</inkml:trace>
  <inkml:trace contextRef="#ctx0" brushRef="#br0" timeOffset="37572.14">1463 10170 0,'0'25'31,"0"-25"0,75 0-31,-75 0 0,25 0 16,-25 0-16,49 0 15,-49 0 1,75 0-16,-50 0 15,74 0 1,-25 0-16,1 0 16,123 0-16,-124 0 15,50 0 1,-99 0-16,0 25 15,25-25 1,98 0-16,-48 49 31,73-49-31,-98 25 0,98-25 0,-148 25 16,50-25-1,-75 0 1,49 0-16,-49 0 47,75 0-47,-51 0 0,1 0 15,0 0-15,-25 0 16,25 0 0,24 0-1,-49 0 110,0-25-109,0 0-1,0 0-15,0 1 16,0-1-16,0-25 0,0 25 31,0-24-31,0 49 0,0-25 16,0 25-16,0-50 0,0 25 31,0 25-31,0-49 0,0 49 15,0-25-15,0 25 16,0-50-16,0 50 31,0-24-31,0 24 0,0-50 16,0 25-1,0 0 1,0 25 0,0-24-16,0 24 15,0-25 16,0 25 1,0-50-32,0 25 31,0 1-31,25-26 31,-25 50-15,0-25-16,0 0 93,0-24-77,0 49 62,0-25-63,0 0 1,0 0 187,0 25-188</inkml:trace>
  <inkml:trace contextRef="#ctx0" brushRef="#br0" timeOffset="40031.28">1191 9624 0,'0'-25'47,"-25"25"-32,0 0-15,-25 0 16,26 0 15,-26 0-31,25 0 31,25 0-31,-49 0 94,49 0-63,-25 0 0,-25 0-31,50 0 16,-25 0 46,-24 0-15,49 0-16,-25 0 63,25 75-63,0-75-31,0 49 16,0-24-16,0 0 15,0 0 1,0 0-16,25-1 218,0-24-187,-1 0-15,-24 0-16,25 0 31,0 0-31,0 0 0,0 0 16,-1 0 15,1 0-31,0 0 31,-25 0-15,25 0 31,0 0-32,-25 25 32,24 0-47,-24-25 0,0 25 16,25 0-16,-25-1 31,0 1 0,0 0-31,0 0 16,-25 0-16,25-25 31,-24 25-31,-26-25 15,50 0 1,-25 0-16,25 0 31,-49 0-31,49 0 16,-25 0-16,25 0 15,-50 0 1,50 0 0,-25 0-16,-24 0 31,24 0-31,25 0 31,-50 0 16</inkml:trace>
  <inkml:trace contextRef="#ctx0" brushRef="#br0" timeOffset="50513.88">3671 6251 0,'0'0'187,"25"0"-156,-25 0-15,25 0-16,0 0 0,-1 0 15,-24 0 1,25 0 0,25 0-16,-25 0 31,24 0-16,-49 0 17,25 0-32,-25 0 0,50 0 15,-50 25 1,24-25-16,-24 0 31,50 0 0,-50 0-15,25 0 15,-25 0-31,49 0 16,-49 0 15,25 0-31,-25 0 15,50 0 17,-25 0-17,-25 0-15,49 0 16,-24 0-1,0 0 1,0 0-16,-1 0 16,26 0-16,-25 0 0,-25 0 31,25 0-16,49 0-15,-74 0 32,25 0-32,0 0 31,-1 0-31,-24 0 31,50 0-31,-25 0 16,-25 0-16,25 0 0,-1 0 31,1 0-15,-25 0-16,25 0 31,0 0-16,49 0 1,-24 0 0,0 0-16,-26 0 15,26 0 1,-50 0-16,25 0 125,-25 0-110</inkml:trace>
  <inkml:trace contextRef="#ctx0" brushRef="#br0" timeOffset="51585.95">5085 6102 0,'0'0'125,"0"0"-109,0 25-16,0 0 31,0-1-31,0 1 0,0 0 15,0-25 1,0 25 0,0 0-1,0-1-15,0-24 31,0 25 63,0 0-63,0 0 0,0-25 1,0 25-17,0-1 1,0-24 249,0 0-249,0 0-16</inkml:trace>
  <inkml:trace contextRef="#ctx0" brushRef="#br0" timeOffset="53800.07">5159 6102 0,'0'0'249,"25"0"-233,0 0-16,0 0 16,0 0-16,-1 0 31,-24 25-31,25-25 15,0 25 17,0-1-32,0-24 46,-1 25 1,-24-25 31,0 50-62,0-50-1,25 25 1,-25-25 124,0 0-62,-25 0-62,25 0 15,-24 0-15,-1 0-1,-25 24 32,50 1-47,-49 0 47,49 0 15,-25-25-30,25 0-1,-50 25 140,50-25-139,-25 0 46,25 0-63,-49 0 48,49 0 15,-25 24-32,25-24 48,-25 0-78,25 0-1</inkml:trace>
  <inkml:trace contextRef="#ctx0" brushRef="#br0" timeOffset="64473.68">5531 5779 0,'0'0'125,"0"0"-110,0 25-15,0 25 16,0-50-16,0 50 31,0-26-31,0 1 16,25 50-16,0-26 31,-25-24-31,0-25 0,0 25 31,0 0-31,0-1 0,0-24 16,0 50-1,0-50-15,0 25 16,0-25-1,0 25-15,-25-1 16,25-24 0,0 25-16,0-25 31,0 25-31,0 0 0,0 0 15,0-1 17,0 1-17,0 0 16,0 0-31,0 0 16,0-1 15,0-24 63,0 25-79,0 0 17,0 0 30,0-25 32,0 25-63,0-1 78,0-24-93,25 0 15,25 0-31,-26 0 15,26 0 32,-50 0-31,25 0-16,0 0 0,-1 0 31,-24 0-31,25 0 16,25-24 15,-25 24 0,0 0-31,-1 0 16,1 0-16,-25 0 0,25 0 15,0 0 16,0 0-15,-25 0-16,24 0 0,26 0 16,-50 0-16,25 0 31,0 0-31,-1 0 0,-24 0 15,25 0 1,0 0 0,25 0 15,-50 0-31,49 0 15,-24 0-15,25 0 0,-26 0 16,1 0 15,0 0 0,25 0-15,24 0 0,0 0-1,-74 0-15,25 0 16,0 0-16,0 0 15,-25 0 1,25 24 0,24-24-1,-49 0-15,75 25 16,-26-25-1,-24 25-15,0-25 32,49 0-32,1 0 15,-50 0-15,-1 0 0,26 0 16,-25 0-16,24 25 15,-49-25-15,25 0 32,-25 0-17,50 0 204</inkml:trace>
  <inkml:trace contextRef="#ctx0" brushRef="#br0" timeOffset="66583.8">5581 5779 0,'0'0'62,"25"0"-46,-25 0 15,49 0-31,26 0 31,148-49-31,-148 49 32,49 0-32,-75 0 15,-24 0 1,74 0-1,-49 0-15,49 0 32,149 0-32,-149 0 31,75 0-31,-100 0 0,-49 0 47,198 0-47,-148 0 0,24 0 15,-49 0-15,24 0 0,-49 0 31,0 0-31,-1 0 0,1 0 32,-25 0-32,25 0 109,0 0-78,24 0-31,-24 0 16,0 0 15,-25 0-16,25 25-15,0-1 78,-1 1-46,-24 0-17,0 0-15,0 25 16,0-1-16,0-24 0,0 49 15,0-49-15,0 25 32,0 49-32,0-74 0,0 49 15,0-24 16,0 24-31,0-24 0,0-50 16,0 49-16,0-24 31,0-25-15,-24 50 31,-1-50 31,25 0-63,-25 0-15,25 0 16,-74 0-1,-75 0-15,74 0 16,26 0 0,-50 0-16,74 0 15</inkml:trace>
  <inkml:trace contextRef="#ctx0" brushRef="#br0" timeOffset="68200.89">6970 5755 0,'0'0'63,"-25"0"-63,25 0 15,-24 24-15,24 1 32,0 0-32,0 25 15,0-50-15,0 49 0,0-24 31,0-25-31,0 50 0,0-50 32,0 74-32,0-49 0,0 25 31,0-26-31,0 26 15,0-25-15,0 0 16,0-25-16,0 24 16,0 1-1,0 0-15,0-25 31,0 25 1,0 24-32,0-49 15,0 50-15,0-25 16,0-25-16,0 25 15,0-1 1,0 1 15,0-25-31,0 25 16,0 0 140,0-25-141,-25 0 63,25 25-62,0-1 15,0 1-15,0-25 62,0 25-63,-25 0 95,25-25-79,-50 0-16,50 0-15</inkml:trace>
  <inkml:trace contextRef="#ctx0" brushRef="#br0" timeOffset="70744.03">6102 6077 0,'0'-25'93,"0"1"-77,0 24 15,25-25 0,0 0-15,-25 0 15,24 25-31,-24-25 16,50 25 62,-50 0-63,25 0 1,-25 0 15,49 0 16,-49 0-32,25 25 1,-25-25 15,25 50-31,-25-25 0,25-1 31,-25 1-31,0 0 16,0 0 0,0 0-16,0-1 31,0 26-16,0-25-15,-25-25 32,-25 25-32,50-25 15,-49 24 16,24 1-31,25 0 16,-50-25 15,50 0 0,-24 0 16,24 25 0,0-25-16,0 0-15,24 0-16,1 0 31,0 0-31,-25 0 0,50 0 0,-26 0 31,-24 0 0,25 0 1,0 0-17,0 0 1,-25 0-1,25 0-15,-1 0 32,1 0-32,-25 0 15</inkml:trace>
  <inkml:trace contextRef="#ctx0" brushRef="#br0" timeOffset="72479.14">7913 6127 0,'24'0'31,"-24"0"-15,25 0 15,0 0-16,0 0 1,-25 0 0,25 0-16,-25 0 0,25 0 15,-1 0 16,26 0-31,-25 0 32,49 0-32,1 0 0,-26 0 0,1 0 31,-1 0-31,-24 0 31,0 0-31,-25 0 0,74 0 16,-49 0-16,25 0 31,-25 0-31,24 0 0,-24 0 15,25 0-15,-26 0 16,-24 0-16,25 0 0,0 0 16,0 0 15,-25 0-31,25 0 0,24 0 15,-24 0-15,-25 0 16,25 0 46,0 0-30,0 0 46,-25-25-63,24 0 188</inkml:trace>
  <inkml:trace contextRef="#ctx0" brushRef="#br0" timeOffset="73460.2">9103 5978 0,'0'0'156,"0"0"-140,0 50-16,0-1 15,0 1-15,0-50 32,0 25-32,0-1 15,0 1 1,0-25 15,0 25-15,0 0 62,0 0-63,0-25 1,0 24 15,0 1-31,0-50 265</inkml:trace>
  <inkml:trace contextRef="#ctx0" brushRef="#br0" timeOffset="74795.27">9103 5953 0,'0'0'125,"25"0"-109,-25 25-16,50 0 15,-25-25-15,-1 25 31,1 24-31,0-49 16,0 0 15,0 25 0,-25-25-15,24 25 124,-24-25-93,-24 74-31,-51-74 15,75 25-15,-25-25-1,25 0 16,-49 0-31,49 25 63,-25 0 77</inkml:trace>
  <inkml:trace contextRef="#ctx0" brushRef="#br0" timeOffset="76375.36">9426 5655 0,'-25'0'109,"25"50"-93,0-50-16,0 50 16,0 74-1,0-75 1,0 1 15,0 24-31,0-49 0,0-25 16,0 50-16,25-1 15,-25 26-15,0-75 31,0 49-31,25-24 32,-1-25-32,-24 25 15,0-25-15,0 25 16,0 0 15,0-25-31,0 24 16,0 1-16,0-25 0,25 25 15,-25 25 1,0-26 15,0 1 0,0 0-31,0 0 16,0-25-1,0 25 1,0-1 15,0 1-31,0-25 16,0 25 171,50 0-171,-25-25-1,74 0-15,-25 0 31,-24 0-31,-1 0 0,1 0 16,0 0-16,-26 0 0,1 0 16,25 0-16,24 0 31,-24 0-31,24 25 0,-49-25 15,25 24-15,-25-24 16,-1 0-16,51 0 16,-26 0-1,26 0 1,-26 0-16,26 0 31,-26 0-31,-49 0 156</inkml:trace>
  <inkml:trace contextRef="#ctx0" brushRef="#br0" timeOffset="78525.48">9451 5705 0,'0'0'47,"24"0"0,200 0-47,-150 0 15,-24 0-15,24 0 0,0 0 32,26 0-32,-26 0 15,1 0-15,-1 0 0,25 0 31,174 0-31,-174 0 32,25 0-32,-49 0 0,-26 0 15,-24 0 1,0 0-16,-25 0 0,25 0 15,-1 0 32,26 0-47,-25 0 16,0 0-1,0 0 32,-1 0-16,26 0-15,-50 0-16,50 0 16,-50 0 15,24 0-31,-24 0 15,50 0-15,-50 0 0,25 0 32,24-25-17,-24 25-15,0 0 16,25 0-1,-50 0 95,24 0-79,-24 50 0,0 24-31,0-24 0,0 0 31,0 74-31,0-25 0,0-99 16,0 49-16,0-24 15,0 25 1,0-50-16,0 25 0,0 24 16,0-24 30,0 25-46,0-50 0,0 24 32,0 26-32,0-25 31,0 0-31,0-1 0,0-24 31,0 25-15,0 0 15,0-25-31,-24 25 15,-1 0-15,0-1 47,0-24-47,25 0 16,-49 50 15,24-50 0,-50 0-15,75 0-16,-74 0 0,-25 0 15,49 0-15,-223 0 32,-124 0-32,125 0 15,-101 0-15,324 0 16,-50 0-1,99 0 1,-25 0 0</inkml:trace>
  <inkml:trace contextRef="#ctx0" brushRef="#br0" timeOffset="80016.57">10567 5730 0,'0'0'94,"0"0"-79,0 124-15,0-74 31,0-1-31,0 1 32,0-1-32,0 1 0,0-25 15,-25 49-15,25-74 16,0 25 15,0-25-31,0 50 0,-25-26 31,25 26-31,0-25 0,0 0 16,-25-1-16,1 1 0,24 0 31,0 0 0,0 0 16,0-25 0,0 24-47,0 1 47,0 50-47,0-51 0,24 1 15,-24-25 48,0 25-48,0 0-15,0 0 31,25 24-31,-25-24 16,0 0 46</inkml:trace>
  <inkml:trace contextRef="#ctx0" brushRef="#br0" timeOffset="81866.67">9996 5953 0,'-25'0'78,"25"25"-62,-24 49-16,-1-24 16,0-25-1,0 0-15,0-1 16,25 1-16,0-25 140,0 25-62,25-25-62,25 0-16,24 0 0,-24 0 15,0 0 1,-26 0 0,1 0 46,-25 0-31,25 0 32,-25-25-48,0 0 16,0 25-31,0-24 16,0-1 0,0 25 124,0 0-124,0 25-16,0 24 31,0-49-31,0 75 0,0-51 15,0 1-15,0 0 0,0 0 32,0 0-32,0-1 15,0-24-15,0 25 16,0 0 93,-25 0-15,25 49-16,-25-49-63,25 0 17,0-25 30,-24 0-31,-1 0-31</inkml:trace>
  <inkml:trace contextRef="#ctx0" brushRef="#br0" timeOffset="88776.07">3746 7144 0,'0'0'62,"24"0"-62,-24 25 16,25-25-16,0 0 31,0 0-15,0 0-16,-1 0 0,26 24 15,-50-24 16,74 0-31,-74 25 0,50-25 16,-25 0 15,24 0-31,-49 0 0,224 0 47,-150 0-47,-24 0 16,-26 0-16,1 0 31,0 0-16,0 0-15,0 0 16,24 0 0,-24 0-1,25 0 1,24 0-16,-74 0 15,25 0-15,-25 0 47,50 0-31,-26 0-16,1 0 15,0 0 1,-25 0 31,25 0 0,0 0 31</inkml:trace>
  <inkml:trace contextRef="#ctx0" brushRef="#br0" timeOffset="89720.13">4986 6995 0,'0'0'78,"0"0"-62,0 50-1,0-50-15,0 24 0,0 51 16,0-75 0,0 49-1,0-24-15,0 0 16,0 0-16,0 24 0,0-49 15,0 25 1,0 0-16,0 0 31,0-25-31,25 25 31,-25-25-31,0 24 110</inkml:trace>
  <inkml:trace contextRef="#ctx0" brushRef="#br0" timeOffset="91683.24">5035 7045 0,'25'0'47,"0"0"-16,49 24-31,-24 51 15,-25-50 17,0-1-17,-25-24 1,24 25-1,-24 0 1,25-25-16,-25 25 16,25-25 46,-25 25 110,0-25-157,0 24 1,0 1-16,0 0 31,0-25-31,-25 50 31,25-50-15,-49 49-1,49-49 313,-25-25-297,0 25 16,0 0-16,25 0-31,-25 0 16,1 0 124,-1-24-46</inkml:trace>
  <inkml:trace contextRef="#ctx0" brushRef="#br0" timeOffset="94023.37">5482 6871 0,'-25'0'32,"-25"50"-32,50-50 171,0 24-155,0 1-1,0-25-15,0 50 16,0-25-16,0-25 16,0 24-1,0 26-15,0-25 16,0 0-1,0-1-15,0-24 16,0 25-16,0 0 0,0 0 16,0-25-16,0 25 31,0-1-31,0 26 15,0-50 1,0 25-16,0 0 16,0 49-1,0-74-15,0 25 16,0 24-16,0-49 0,0 25 31,0-25-31,0 50 16,0-50-16,0 25 15,-24 24-15,24-49 0,0 25 31,0 25-31,0-50 16,0 24-16,-25 1 16,25 0 30,0-25-30,0 25 15,25 0 47,-25-25-62,24 0-16,1 0 31,0 0-31,25 0 0,-26 0 16,1 0-1,0 0 1,0 0-16,49 0 0,-49 0 15,25 0-15,49 0 16,-25 0 0,-24 0-16,-50 0 15,50 0-15,-26 0 0,-24 0 16,25 0 15,50 0-31,-1 0 31,-49 0-31,49 0 0,-49 0 31,25 0-31,-26 0 0,1 0 16,0 0-16,0 0 31,24 0-31,1 0 0,24 0 31,100 0-31,-99 0 0,-1 0 16,0 0-16,-24 0 16,49 0-1,-99 0 16,25 0-31,0 0 16,0 0 15,-25 0-31,24 0 0,1 0 16,0 0-16,25 0 31,-1 0-31,1 0 16,-50 0-1,25 0 16,24 0-31,-49 0 0,25 0 16,25 0-16,-50 0 31</inkml:trace>
  <inkml:trace contextRef="#ctx0" brushRef="#br0" timeOffset="96495.51">5507 6896 0,'0'0'47,"0"0"-47,0 0 15,49 0 16,1 0-31,-50 0 16,49 0 15,-49 25-31,25-25 16,74 24-16,-24-24 15,-1 0-15,50 0 16,100 0 0,-175 0-1,-24 0-15,25 0 0,-50 0 31,24 0-31,-24 0 32,25 0-32,0 0 0,0 0 15,0 0-15,24 0 0,-24 0 16,-25 25-16,25 0 31,-25-25-31,25 0 16,-25 0-16,24 0 46,150 0-46,-124 0 0,49 0 16,-74 0 0,24 0-1,-24 0-15,25 0 0,-1 0 16,1 0-1,-50 0-15,25 0 16,0 0 0,24 0-16,26 0 31,-1 0-31,0 0 0,-24 0 15,24 0-15,-24 0 0,0 0 16,-50 0-16,49 0 31,-49 0-31,25 0 16,25 25 15,-26-25-31,51 0 0,-1 0 16,50 0-16,-49 0 31,-50 0-31,-25 25 281,0-1-266,0-24-15,0 25 0,0 25 31,0-25-31,0-1 0,24 1 32,1 25-32,-25-25 0,0-1 31,25 26-31,-25-25 15,25 24 1,-25-24 0,0 0-16,0 25 31,25-26-31,-25 1 15,24-25-15,-24 25 16,0-25 15,0 25-31,25 0 0,-25-25 16,0 24-1,0-24-15,0 25 32,0 0-32,0 0 15,0-25-15,0 25 31,0-25-31,-25 24 0,25 1 16,-24-25-16,24 25 16,0 25-1,-25-50-15,0 0 16,25 24-16,-25 1 15,0-25 1,1 0 0,-1 0-1,0 25-15,0-25 31,-74 0-31,49 0 0,1 0 16,-26 0-16,1-25 16,49 25-16,25 0 0,-25 0 62,0 0-31,1-49-31,-1 49 16,0 0-1,25 0 1,-50 0-16</inkml:trace>
  <inkml:trace contextRef="#ctx0" brushRef="#br0" timeOffset="97753.59">7193 7069 0,'0'0'110,"0"25"-95,0 50-15,0-51 31,-49 125-31,49-149 16,0 25-16,0 0 0,0 0 16,0-25-16,0 24 31,0 1-31,0 0 47,0 25-47,0-50 15,0 24-15,0 1 0,0 0 31,0 0-15,0-25 0,0 25-1,0-1-15,0 1 0,0 0 31,0 0-31,0 0 32,0-25-32,0 24 0,25 26 78,-25-50 78,0 0-141</inkml:trace>
  <inkml:trace contextRef="#ctx0" brushRef="#br0" timeOffset="99860.71">6524 7417 0,'24'0'109,"-24"24"-93,0 1-16,0 0 15,0 0-15,0 0 0,0-1 16,0-24-16,0 25 15,0 0 1,0 0-16,0-25 16,0 25-16,0-1 31,0 1-31,0-25 0,0 25 31,0-25-31,0 25 0,0 0 94,0-50-79</inkml:trace>
  <inkml:trace contextRef="#ctx0" brushRef="#br0" timeOffset="101076.78">8409 7516 0,'0'0'31,"25"0"0,24 0-31,-24 0 0,25 0 16,-26 0-16,26 0 15,0 0 1,24 0-16,-74 0 16,50 0-16,-1 0 0,-49 0 31,25 0-31,0 0 15,-25 0-15,25 0 32,24 0-32,1 0 0,-25 0 15,24 0 16</inkml:trace>
  <inkml:trace contextRef="#ctx0" brushRef="#br0" timeOffset="101711.81">9128 7268 0,'0'0'15,"0"0"17,0 25-17,0 24-15,0-24 31,0 25-31,0-26 32,0 51-32,0-75 0,0 25 15,0-1 1,0 1-1,0-25 63</inkml:trace>
  <inkml:trace contextRef="#ctx0" brushRef="#br0" timeOffset="102839.88">9178 7317 0,'25'0'31,"-1"0"-31,1 0 31,50 100-31,-75-100 16,24 49 15,26 1-31,-50-25 203,0-25-141,-99 49-62,74-49 31,0 25-31,25-25 63,-25 0-17,1 25-14,-1 0-1,0-1-31</inkml:trace>
  <inkml:trace contextRef="#ctx0" brushRef="#br0" timeOffset="105056">9451 7193 0,'0'0'93,"24"0"-77,-24 50-16,25-25 0,-25 24 31,0 1-31,0 0 0,0-26 16,0 26-16,0 0 15,0-1 1,0-24-16,0 0 15,25 24-15,0-24 16,-25 25 0,0-50-16,0 49 31,0-49-31,0 25 15,0-25-15,0 25 16,0 0-16,0 0 31,0-25-31,25 24 16,-25 1 46,0 0-46,0-25-1,0 25 1,0 0 62,49-25-16,-49 0-46,50 0-16,-1 0 0,26 0 31,24 0-31,-25 0 16,-49 0-16,25 0 0,-50 0 31,25 0-31,-25 0 16,49 0-16,1 0 0,0 0 31,24 0-31,-49 0 47,74 0-47,-99 0 0,25 0 31,0 0-31,-1 0 0,1 0 15,25 0-15,-25 0 16,-1 0 0,1 0-16,0 0 31,173 0-31,-148 0 15,49 0 1,-24 0-16,-26 0 0,-24 0 16,0 0-1,0-25 204,24-25-188,-49 25-16</inkml:trace>
  <inkml:trace contextRef="#ctx0" brushRef="#br0" timeOffset="106890.11">9599 7119 0,'0'0'125,"50"0"-109,49 0-16,0 50 15,-49-50-15,0 24 31,49-24-31,-99 0 0,25 0 32,24 0-32,-24 0 0,25 0 31,272 0-16,-223 0-15,-74 0 0,50 0 47,24 0-47,-50 0 0,-49 0 0,25 0 47,0 0-47,0 0 0,0 0 31,-1 0-31,1 0 16,-25 0-1,25 0-15,25 0 16,-26 0-16,51 0 0,-50 0 16,24 0-16,1 0 31,0 0-31,-26 0 0,1 0 265,0 0-265,-25 50 16,0-50-16,0 25 31,0 49-31,0-49 0,0 49 15,0-24-15,0 0 32,0 49-32,0-50 15,0-24-15,0 25 0,25-25 16,-25-1-16,0 26 15,0-50 1,0 50-16,0-26 31,0-24-31,25 25 16,-25 0-16,0 0 31,0-25-15,0 25 15,-25-25 62,25 0-77,-25 0-16,-49-50 16</inkml:trace>
  <inkml:trace contextRef="#ctx0" brushRef="#br0" timeOffset="107927.17">10542 7317 0,'-25'0'63,"25"25"-32,0 0-31,0 49 0,0 1 31,-49 123-31,49-173 47,0 124-47,0-124 15,0-1-15,0-24 32,0 25 108,0 0-109,0 25-31</inkml:trace>
  <inkml:trace contextRef="#ctx0" brushRef="#br0" timeOffset="109823.28">10096 7491 0,'-25'0'78,"25"0"-78,-25 25 0,25 0 31,-50 24-31,50-49 15,-25 25-15,25 0 16,0 0 0,-24-25 30,-1 24-14,0-24-32,25 50 62,0-50 0,0 0-46,25 0-16,24 0 16,-24 0-16,-25 0 0,25 0 46,-25 0-46,25 0 32,0 0 124,-25-25-141,0 25-15,25-25 31,-25 25-31,24-49 16,-24 74 234,0-25-219,0 24-31,0-24 0,0 50 31,0-50-31,0 25 16,0-25-1,0 49 94,0-49 16</inkml:trace>
  <inkml:trace contextRef="#ctx0" brushRef="#br0" timeOffset="111487.37">11584 7541 0,'0'0'78,"25"0"-62,49 0-1,-49 0 1,24 0-16,-24 0 15,50 0-15,-51 0 0,26 0 32,49 0-32,-99 0 0,25 0 31,0 0-31,0 0 0,-25 0 15,49 0-15,-24 0 16,-25 0-16,25 0 0,25 0 31,-50 0-31,49 0 0,1 0 16,-50 0-16,49 0 0,-49 0 15,25 0 1,25 0-16,-50 0 16,25 0-16,-25 0 15,49 0-15,-24 0 31,74 0-31,-24 0 16,-51 0-16,26 0 0,-25 0 47,0 0-47,-1 0 62,1-25-46</inkml:trace>
  <inkml:trace contextRef="#ctx0" brushRef="#br0" timeOffset="112330.42">12923 7342 0,'0'0'32,"-25"0"-32,25 0 15,0 25 1,0 0-16,0 0 15,0-25-15,0 49 32,0-24-32,0-25 0,25 50 31,-25-26-31,0 1 0,0 0 31,0-25-31,0 25 16,0 0 15,0-1-31,0-24 47,0 25 15,0 0-31,0 25 47,0-50-31,-25 0-16,1-25-31</inkml:trace>
  <inkml:trace contextRef="#ctx0" brushRef="#br0" timeOffset="113447.48">12923 7367 0,'0'0'78,"25"0"-78,0 0 0,0 25 32,24 24-32,-49-24 15,25 0 16,0 0 16,-25-25 125,0 49-157,0-49 1,-25 0-16,0 25 0,-24 0 16,24 0-1,-50 0 16</inkml:trace>
  <inkml:trace contextRef="#ctx0" brushRef="#br0" timeOffset="115399.6">13295 7094 0,'0'25'94,"0"25"-78,0 24-16,0-49 31,0 0-31,0 49 0,0-24 15,0-1-15,0 1 32,0-1-32,0 1 31,0-25-31,0-25 0,0 25 31,0-1-15,0 1-16,0-25 31,0 25-31,0 0 0,0 24 31,0-24-15,0 0-1,0-25 16,0 25-31,0 0 16,0-1-16,0-24 16,0 25 15,0 25-31,0-50 31,0 25-15,0 0-16,0-1 15,50 1 157,-25-25-157,49 0 1,1-25-16,24 1 31,-74 24-31,74-25 0,-25 0 16,-49 25-16,25 0 15,-26 0-15,-24 0 16,50-25-16,0 25 16,-1 0-1,-49 0 1,25 0-16,25 0 47,74 0-47,-100 0 15,-24 0-15,25 0 16,0 0-16,25 0 15,-25 0-15,24 0 16,-24 0 0,25 0-16,-26 0 0,26 0 31,-50 0-31,25 0 15,49 0-15,-49 0 16,25 0-16,24 0 16,-24 0-16,24 0 0,-49 0 15,0 0-15,-1 0 16,-24 0-16,25 0 31,0 0-31,25 0 0,-1 0 16,50 0-16,-49 0 31,0 0-31,-25 0 0,-1 0 15,1 0-15,-25 0 16,50 0 0,-25 0-1,74 0-15,-74 25 16,24-25-1,26 0-15,-51 0 0,1 0 16,25 0-16,-25 0 16,-25 0-16</inkml:trace>
  <inkml:trace contextRef="#ctx0" brushRef="#br0" timeOffset="117542.72">13419 7094 0,'-24'0'16,"24"0"31,74 0-32,25 0-15,0 0 16,100 0-16,-100 0 15,-74 0 32,347 0-47,-322 0 0,98 0 31,-73 0-31,-26 0 0,51 0 16,24 0-16,-50-25 31,25 25-31,-24 0 31,24 0-31,-99 0 32,49 0-17,-24 0 16,0 0-31,0 0 16,25 0-16,-26 0 47,-24 0-32,50-24-15,-25 24 32,0 0-32,-25 0 0,24 0 15,1 0 16,25 0-15,24 0 15,-49 0-31,25 0 16,-50 0 15,24 0 0,1 0-15,0 0 31,0 0 93,-25 24-124,0 1 15,0-25-31,0 50 0,0-25 15,0-25-15,0 24 0,0 1 32,0 0-32,0 0 0,0 24 15,0-24-15,0 25 16,0-50-16,0 25 15,0-25-15,0 49 16,0-49-16,0 25 16,0-25-1,0 50-15,0-50 16,0 24-16,0-24 31,0 50-31,0-50 16,0 25-16,0-25 15,0 49 1,0-49-16,0 25 15,0-25-15,0 50 16,0-50-16,0 25 31,0-25-31,0 49 31,0-49-31,0 25 47,0-25-31,0 50 15,0-26-31,0-24 0,-25 50 31,25 0-31,-25-50 94,0 0-63,1 0-31,-26 0 16</inkml:trace>
  <inkml:trace contextRef="#ctx0" brushRef="#br0" timeOffset="118711.78">14908 7119 0,'24'0'63,"-24"25"-63,0 0 15,0 49 1,0-49-1,0 24-15,0-24 0,0 50 16,0-51-16,0 51 16,0-26-16,0-24 15,0 0 1,0 0-16,0 0 0,0-25 15,0 24 17,0 1-32,0 0 31,0-25 0,0 50-31,0-26 0,0-24 16,0 50-16,0-25 15,0 0 94,0-25-46</inkml:trace>
  <inkml:trace contextRef="#ctx0" brushRef="#br0" timeOffset="120267.87">13816 7317 0,'25'0'78,"-25"0"-47,25 0-15,-25 0-16,25 0 0,-1 0 15,1 0-15,-25 0 16,25 0-1,0 0-15,-25 0 32,25 0-1,24 0-16,-24 0-15,-25 25 47,0 0-47,0-25 0,0 25 31,0 0-31,0 24 32,-25-49-32,0 0 0,1 0 31,-1 0-31,0 0 109,0 0-93,25 0 93,25 0-94,0 0-15,-25 0 32,25 25-32,-1 0 15,-24-25-15,0 25 16,0-25-16,0 24 31,50 51-31,-50-75 31,0 49-15,0-49 15,0 25-31,-25 0 0,25 0 47,0-25-16,-25 25-15,1-25-16,-26 0 0,25 24 31,0-24-31,1 0 0,-1 0 31,0 0-31,0 0 0,-24 0 16,24 0-1,-25 0-15,1 0 31,24 0-31,25-24 32,0 24-32,-25-25 0,25 0 15</inkml:trace>
  <inkml:trace contextRef="#ctx0" brushRef="#br0" timeOffset="124968.14">3671 8136 0,'0'0'62,"0"0"-31,25 0-31,0 0 31,0 0-31,24 0 32,50 0-32,-49 25 0,0-25 15,-26 0 1,1 25-16,25-1 0,-25-24 15,-1 0-15,1 0 32,0 0-32,0 25 15,-25-25-15,25 0 0,-25 25 31,74-25-31,-49 0 16,24 0-16,-24 50 0,0-50 16,-25 0 15,25 0-16,0 0-15,-1 0 47</inkml:trace>
  <inkml:trace contextRef="#ctx0" brushRef="#br0" timeOffset="125623.18">4539 8111 0,'0'25'47,"0"25"-32,0 24 1,0-49 0,0 49-16,0-24 0,0-25 46,0 49-46</inkml:trace>
  <inkml:trace contextRef="#ctx0" brushRef="#br0" timeOffset="126719.24">4564 8086 0,'0'0'31,"25"0"-31,24 25 31,-49 0-31,25 0 0,-25 0 32,75 74-32,-75-99 31,0 25-31,24-1 0,-24 1 15,0-25 17,25 25 46,-25-25 46,0 25-108,0 0 15,0-25-15,-25 24-16,25-24 0,-49 25 15,49 0 1,-25-25 171,0 0-156</inkml:trace>
  <inkml:trace contextRef="#ctx0" brushRef="#br0" timeOffset="128602.35">5035 8062 0,'0'0'78,"-24"0"-47,24 0 0,0 0-15,0 24-1,0 26-15,0 0 0,49 74 31,-49-100-31,0 51 16,0-75 15,0 25-31,25-1 16,-25 1-16,0-25 15,0 25-15,0 0 32,0 0-32,25-1 15,-25 1-15,0 0 16,0-25-16,0 25 31,25 0-31,-25 24 16,0-49-16,0 25 15,0 0 1,0 0 62,0-25-63,0 49-15,0 1 16,0-50 140,49 0-125,50 0-31,-74 0 16,50 0-16,24 0 15,0 0-15,-25 0 0,-49 0 16,25 0-16,-1 0 16,1 0-16,0 0 15,-1 0 1,51-25-16,-51 25 15,1 0-15,24 0 0,50 0 16,-74 0 15,-25 0-31,-1 0 0,-24 0 16,25 0-1,25 0-15,24 0 16,-24 0-16,-1 0 0,51 0 16,-26 0-16,1 0 31,-1 0-31,0 0 0,1 0 15,-75 0-15,49 0 16,-24 0 0,25 0-16,-25 0 0,49 0 15,-24 0-15,-1 0 16,-24 0-1,74 0-15,-74 0 16,0 0-16,0 0 16,-25 0-16,24 0 0,1 0 31,0 0-31,-25 0 15,50 0-15,-50 0 16,24 0-16,-24 0 0,25-25 156</inkml:trace>
  <inkml:trace contextRef="#ctx0" brushRef="#br0" timeOffset="130886.48">5209 8136 0,'0'0'31,"0"-25"1,0 25-1,25 0 31,124 25-62,-125 0 16,100 0-16,-24-25 15,24 49-15,-25-49 32,124 0-32,-148 0 0,-26 0 31,50 0-31,-74 0 0,25 0 15,-25 0 17,99 25-32,-75-25 0,-24 0 15,49 0-15,1 0 0,-1 0 31,-24 0-31,0 0 16,24 0-16,-49 0 0,0 0 31,24 0-31,-24 0 16,25 0-1,-50 0-15,49 0 0,26 0 16,-1 0-16,0 0 16,-24 0-1,0 0-15,-26 0 0,26 0 31,-25 0-31,0 0 0,-1 0 16,-24 0 0,25 0-1,0 0 1,0 0-16,-25 0 15,49 0-15,-24 0 32,0 0-1,0 0-31,0 0 0,-1 0 15,-24 0-15,25 0 47,0 0 94,0 0-110,-25 25-16,0 0-15,0 24 0,0-24 47,0 124-47,0-124 31,0-1-31,0 1 16,25-25 31,-25 25-16,0 0 16,0-25-32,0 25 1,0-1 31,0 1-47,0 0 15,0 0 17,0 0 14,0-1 17,-25-24-48,0 0-15,-25 0 0,26 0 16,-26 0-16,-24 0 31,-26 0-31,76 0 16</inkml:trace>
  <inkml:trace contextRef="#ctx0" brushRef="#br0" timeOffset="132328.56">6921 8310 0,'0'0'31,"0"24"-15,0 1-1,0-25-15,0 25 16,0 25 0,24 49-16,-24-99 15,0 25-15,0 49 0,0-74 16,0 74-1,25-74-15,-25 25 16,25 0 15,-25 0 0,0-25-31,0 25 16,0-1 0,0 1-16,0-25 171,0 25-62</inkml:trace>
  <inkml:trace contextRef="#ctx0" brushRef="#br0" timeOffset="138581.91">5879 8508 0,'0'-50'31,"49"26"78,-49 24-78,25 0-31,-25 0 16,25 0-16,0 0 31,0 0 0,-25 0 0,24 0-31,-24 0 0,25 0 32,0 24-32,-25 1 46,0 0-30,0 0 15,-25 0-15,25-25-1,-49 49 1,49-49-16,-50 50 31,25-25-15,25-25-16,-25 0 15,25 24-15,-49 1 141,74-25-16,24 0-110,-24 0-15,0 0 16,0 0-1,-1 0-15,26 0 0,-50 0 16,25 0-16,-25 0 16,49 0-16,-49 0 46,25 0-14</inkml:trace>
  <inkml:trace contextRef="#ctx0" brushRef="#br0" timeOffset="139821.99">8111 8582 0,'25'0'46,"-25"0"-14,99 0-32,-74 0 0,0 0 15,24 0 1,-49 0-16,25 0 15,25 0-15,-1 0 0,1 0 47,-25 0-31,0 0 15,-25 0-31,24 0 0,1 0 31,0 0 16,0 0-16,24 0-31,-49 0 31,25 0 16</inkml:trace>
  <inkml:trace contextRef="#ctx0" brushRef="#br0" timeOffset="140806.04">8706 8384 0,'0'0'47,"0"50"-47,0-26 16,0 1-16,0 25 0,0-25 15,0-1 1,0 1-16,0-25 15,0 25 1,0 0-16,0 0 47,0-25-32,0 24 1,0 1 187,0 0-188,25 0 1,-25 0-16,25-1 16</inkml:trace>
  <inkml:trace contextRef="#ctx0" brushRef="#br0" timeOffset="142064.12">8706 8434 0,'0'0'78,"25"0"-78,-25 0 0,25 0 31,-25 24-31,25 1 0,-25-25 15,0 25-15,25-25 16,-25 25 15,0 0 0,24-1 1,1-24-17,-25 25 126,0 0-110,-25-25-31,25 25 0,-24 0 31,-26-1-31,0 26 0,50-50 16,-24 25-1,24-25 1,0 25-1,-25-25-15,0 24 94,25-24 31</inkml:trace>
  <inkml:trace contextRef="#ctx0" brushRef="#br0" timeOffset="143486.2">9054 8161 0,'0'0'16,"0"0"-16,0 25 15,0-1-15,0 1 32,0 0-32,0 25 15,0-26-15,0 26 0,0-25 16,0 24 15,0 150-31,0-174 16,0 24-1,0-24-15,0 0 0,0 24 16,0-24-1,0 0-15,0 0 16,25 0 0,-1 24-1,-24-49 1,0 25-16,0 0 15,0 0-15,0-25 0,0 25 16,0-1-16,0 1 31,25-25-31,-25 25 141,0-25-95,25-25-30,25 25-16,24 0 16,-24-25-16,24 25 15,0 0-15,-49 0 16,50 0-1,24 0-15,-50 0 32,-24 0-32,50 0 0,-75 0 31,74 0-31,-74 0 15,124 0-15,-49 0 0,-1 0 32,0 0-32,-24 0 0,0 0 15,-26 0 1,-24 0-16,50 0 0,-50-24 31,25 24 109</inkml:trace>
  <inkml:trace contextRef="#ctx0" brushRef="#br0" timeOffset="145247.29">9153 8235 0,'0'0'62,"25"0"-46,0 25-16,74-25 16,0 0-16,0 25 15,-49-25 1,49 0-16,25 25 0,-99-1 31,74-24-31,0 0 0,-24 0 16,-1 0-16,1 0 0,24 0 31,-74 0 0,49 25-31,-24-25 16,-1 0-16,1 0 0,-25 0 15,24 0-15,1 0 16,-1 0-1,-49 0-15,25 0 16,0 0-16,0 0 31,0 0-15,-1 0-16,26 0 0,-50 0 31,74 0-31,-74 0 0,25 0 16,0 0 15,0 0 0,0 0 78,-1 50-78,-24-25-15,25 49-16,0 0 31,-25-49-31,0 50 0,25-26 16,-25 1-16,0-25 15,0 24-15,0-24 32,25-25-32,0 25 15,-25-25-15,0 25 31,0-1-15,0-24-16,0 25 16,0 0 62,-25 0-78,25-25 31,-25 25 0,0 0-15,0-25 15,-24 24-16,24-24-15,-50 0 16,26 0 0,24 0-16,0 0 15,0 0 16,1 0-31,-51 0 16,50 0-16,1 0 0,-26 0 47,-24 0-47,74 0 15</inkml:trace>
  <inkml:trace contextRef="#ctx0" brushRef="#br0" timeOffset="146143.34">10368 8434 0,'0'0'47,"0"24"-47,0 51 31,0-50-31,0 24 0,0-24 16,-24 49-16,24-49 15,0 50 1,0-51-16,-25 51 31,25-1-31,0-74 16,0 25-1,0 0 1,0 0-1</inkml:trace>
  <inkml:trace contextRef="#ctx0" brushRef="#br0" timeOffset="147776.44">9798 8582 0,'-25'25'31,"0"0"-15,0 0-16,1 0 16,-1 24-16,25-49 31,-50 50-31,50-50 15,-25 49 32,25-49 31,0 0-47,50 0-31,-50 0 16,50 0-16,-1 0 0,-49 0 16,25 0-16,0 0 15,0 0 1,-25 0-16,24 0 31,1 0-31,0 0 16,0-24 46,0-1-31,-1 0 47,-24 0-31,0 0-31,0 25 77,0 25-77,0 50-16,0-51 15,0 1-15,0 25 32,0 24-32,25-74 15,-25 25-15,0-25 47</inkml:trace>
  <inkml:trace contextRef="#ctx0" brushRef="#br0" timeOffset="149081.51">11261 8731 0,'0'0'78,"25"0"-62,25 0-16,-1 0 31,26 0-31,-1 0 0,-24 0 15,-25 0 1,-1 0-16,1 0 16,25 0-1,-1 0-15,-49 0 31,25 0-31,-25 0 32,25 0-17,25 0-15,-26 0 31,-24 0-31,25 0 0,0 0 16,0 0 0,-25 0-1,25 0 1,-1 0-16,1 0 31,-25 0-31,25 0 31,0 0 94</inkml:trace>
  <inkml:trace contextRef="#ctx0" brushRef="#br0" timeOffset="149795.56">11906 8533 0,'0'0'31,"0"25"-15,0 24-1,0-24 16,25 25-31,-25-1 0,0 1 32,25-25-32,-25-1 0,0 1 31,0 25-31,0-25 15,25-25 17,-1 24-1</inkml:trace>
  <inkml:trace contextRef="#ctx0" brushRef="#br0" timeOffset="150949.63">11857 8434 0,'0'0'15,"24"0"17,26 74-32,-50-49 15,25-25-15,0 25 0,-25-25 31,49 24-31,-49 1 32,25-25-32,0 25 0,-25-25 93,25 0 1,-1 0-63,26 50-31,-50-26 47,25-24 0,0 0 77,-25 25-108,0 0 0,-25 25-16,25-26 31,-50 1-31,25 50 15,1-75 1,-1 49-16,0-49 156</inkml:trace>
  <inkml:trace contextRef="#ctx0" brushRef="#br0" timeOffset="152384.71">12229 8458 0,'0'0'46,"0"0"-30,0 50-16,25-25 16,-1 24-1,26 26-15,-50-50 31,25 74-31,-25-25 0,0-49 16,49 25 0,-49-26-16,0 1 15,0 25-15,0-25 0,25-25 31,-25 49-31,0-24 16,0 0 15,0 25-31,0-50 16,0 24-1,0 1 1,0 0 0,0-25 15,0 25-31,0 0 93,0-1-77,50-24 0,-25 0-16,123 0 15,-73 0-15,-26 0 16,26 0-16,24 0 31,-49 0-31,24 0 0,-24 0 16,-26 0-16,26 0 0,-25 0 31,0 0-31,49 0 0,1 0 15,24 0-15,-25 0 32,1 0-32,49 0 0,0 0 15,-25 0-15,25 0 16,99 0-1,-198 0 48,-25 0-48,0 0 126,25-24-79</inkml:trace>
  <inkml:trace contextRef="#ctx0" brushRef="#br0" timeOffset="154312.81">12378 8434 0,'0'0'94,"49"0"-78,50 0-16,-49 0 31,99 0-31,-50 0 31,25 0-31,-74 0 16,24 0-16,-24 0 15,-26 0 1,1 0-16,0 0 15,25 0-15,-25 0 0,49 0 16,-24 0-16,24 0 16,0 0 15,100 0-31,-124 0 0,24 0 31,50 0-31,-99 0 31,49 0-31,-49 0 0,25 0 16,-1 0-16,1 0 15,24 0 1,1 0 0,49 0-16,-99 0 31,-1 0 16,26 0-32,24 0 141,-74 0-125,50 24-15,-50 26-16,25 24 16,-25-49-16,25 0 0,-25 49 31,0-24-31,24 24 0,-24 1 15,75-1-15,-75-24 32,25 24-32,-25-49 0,0 25 15,0-50-15,49 49 31,-49 1 1,0-25-32,0 0 15,0-1-15,25-24 31,-25 25 110,-50-25-126,-24 0-15,0-49 16,-75-1-16,50 50 16,-25-50-1,49 50-15</inkml:trace>
  <inkml:trace contextRef="#ctx0" brushRef="#br0" timeOffset="155987.91">13841 8533 0,'-25'0'78,"25"25"-47,0 49-31,0-49 31,0 49-31,25 1 0,-25-51 31,0 51-31,25-75 16,-25 99-16,0-99 31,0 25-31,0 0 0,0 0 16,0 24-16,0-49 0,25 25 15,-25 0-15,24 0 32,-24-25-32,0 24 46,0 26-30,0-50 0,25 50-1,-25-26 32,0-24-31,0 0 62,0 0-63,-25 0-15,25-49 31,-99-75-31</inkml:trace>
  <inkml:trace contextRef="#ctx0" brushRef="#br0" timeOffset="157710.01">13320 8607 0,'0'0'78,"-25"0"-63,1 0-15,-1 0 16,0 0-1,0 0-15,25 0 16,-25 0 15,-24 0-31,24 0 0,-25 0 31,25 0-31,-24 0 16,24 25 218,25-25-218,0 50-16,0-50 15,0 24-15,0 1 0,0 25 16,0-25-16,0-25 31,0 49-31,0-49 0,0 0 172,25-25-157,49 1 1,-49-26-16,0 50 0,0 0 15,-1 0 32,1 0-16,0 0-31,0 0 16,0 0-16,0 0 31,-1 25-15,-24-25 15,50 74-31,-50-49 16,0-25-16,0 25 0,25 24 31,-25-49 0,0 50-15,0-50-16,0 0 31,-25 25-31,-25-25 15,-24 25-15,24-25 16,50 0 31,-74 0-47,24 0 31,50 0-31,-49 0 0,24-25 16,0 25-16,0-25 31</inkml:trace>
  <inkml:trace contextRef="#ctx0" brushRef="#br0" timeOffset="159598.12">3721 9079 0,'0'0'46,"0"0"-30,49 0-16,-49 0 16,50 24-16,-25-24 15,24 0 1,1 25-16,49-25 0,-49 25 15,-1-25-15,-24 0 16,-25 0 0,25 0-16,0 0 15,0 25-15,-25-25 16,74 0-16,-24 0 15,-1 0 1,1 0 0,-25 0-1,49 0-15,-24 0 16,-26 0-1</inkml:trace>
  <inkml:trace contextRef="#ctx0" brushRef="#br0" timeOffset="160222.16">4663 9004 0,'0'0'62,"0"124"-62,0-74 0,0-1 16,0 1 15,0 49-31,25-74 31,0 0-15,-25 0 0,25 24 15,-25 26-31,0-75 93,-25-25-77</inkml:trace>
  <inkml:trace contextRef="#ctx0" brushRef="#br0" timeOffset="161289.22">4738 9079 0,'74'0'109,"-49"0"-62,-25 49-47,0-24 15,25 0 1,-25 0-1,0-1 1,0-24-16,25 25 16,-25 0-1,0 0-15,0-25 16,0 25 31,0-1 62,0 1-78,-25-25-31,0 25 16,0 0-16,-25 0 15,50-25-15,-49 24 31,24-24-31</inkml:trace>
  <inkml:trace contextRef="#ctx0" brushRef="#br0" timeOffset="162859.31">5035 9054 0,'0'0'62,"0"0"-46,0 49-16,0-24 31,0 99-31,50-99 16,-50 0-16,0 49 0,0-74 31,0 50-31,0-1 0,25 51 31,-25-100-31,0 49 16,0-49-16,25 25 15,-25-25 48,0 50-32,0-50-31,0 24 16,0-24-1,0 50 1,0-50-16,0 25 47,0-25-16,0 25 109,99-25-140,-50 0 0,26 0 47,272 0-47,-297 0 16,99 0-1,-75 0 1,50 0-16,-50 0 31,125 0-31,-125 0 31,149 0-31,-123 0 16,-26 0-1,1 0-15,-26 0 16,75 0-16,-74 0 16,24 0-16,-24 0 0,-1 0 31,75 0-31,0 0 0,-49 0 15,-1 0-15,1 0 32,-75 0-32,49 0 0,-24 0 15,-25 0 1</inkml:trace>
  <inkml:trace contextRef="#ctx0" brushRef="#br0" timeOffset="164551.41">5135 9079 0,'0'0'62,"49"0"-46,1 0-16,24 0 0,100 0 31,-50 0-15,49 0-16,1 0 0,-25 0 15,-25 0-15,-25 0 16,25 0 0,99 0-1,-223 0 48,422 0-63,-248 0 15,-75 0-15,-49 0 0,24 0 31,-24 0-31,-26 0 16,26 0 0,0 0-16,-50 0 62,49 0-31,-24 0-31,0 0 0,0 0 31,74 0-31,-74 24 188,-1 1-173,-24-25-15,25 50 0,0-1 16,0 26-16,-25-75 47,0 124-47,50-99 0,-50-1 15,0 1-15,0 25 16,0-50-16,0 25 15,0-25 1,0 49-16,0-49 16,0 25-16,0-25 31,24 25-31,-24-25 31,0 25-15,0-1 15,0-24-31,0 25 0,0 0 47,0 0-16,0-25 0,0 0-31,-24 0 31,-51 0-31,25-50 16</inkml:trace>
  <inkml:trace contextRef="#ctx0" brushRef="#br0" timeOffset="165410.46">6945 9178 0,'0'0'78,"25"0"-47,-25 74-31,50-24 0,-25-1 32,-25 26-32,0-26 0,0 26 15,0-1-15,0-74 16,0 25-1,0 25-15,0-50 16,0 24 15,0 1 16,0 0 62</inkml:trace>
  <inkml:trace contextRef="#ctx0" brushRef="#br0" timeOffset="170838.77">6152 9252 0,'-25'0'109,"50"223"-109,-25-198 62,24 25-31,-24-25-31,0-1 32,25 1 108</inkml:trace>
  <inkml:trace contextRef="#ctx0" brushRef="#br0" timeOffset="172877.87">8260 9649 0,'0'0'78,"25"25"-47,-25-25-31,25 0 16,-25 25 0,0-1-16,0 1 0,0 0 15,0 0 16,24-25-31,-24 0 32,50 0-32,-25 0 31,0 25-16,-25-25 17,49 0-1,1 0-31,-1 0 15,-24 0-15,0 0 188,0 0-157,-25 0 47,25 0-63,-1 0-15,26 0 32,-50 0-32,25 0 0,0 0 15,-1 0 32,1 0-47,50-50 16,-26 50 15,-49 0-31,25 0 0</inkml:trace>
  <inkml:trace contextRef="#ctx0" brushRef="#br0" timeOffset="173577.92">8855 9723 0,'0'0'15,"0"0"17,0 0-32,50 25 15,-50 0-15,0 0 16,0-25-16,0 25 31,0 24-31,0-49 0,0 25 31,25 25-31,-25-26 31,0 1-31,24 0 16,-24-25 0,0 25 124</inkml:trace>
  <inkml:trace contextRef="#ctx0" brushRef="#br0" timeOffset="175832.05">8830 9649 0,'25'0'47,"0"0"-47,25 0 16,-26 0-16,-24 0 31,25 0-31,-25 25 0,50 0 15,-50-25 17,25 0-17,0 0 17,-1 0-32,-24 0 15,50 49-15,-25-49 31,-25 25 63,25-25-78,-25 25-1,24-25 16,-24 25 47,0-1-46,0-24-17,0 25 16,0-25 1,0 25-1,0 25-31,0-50 0,0 24 15,-49 1 110,24-25-109,0 0-16,25 0 31,-49 25 16,49 0-47,0-25 62,0-25-46</inkml:trace>
  <inkml:trace contextRef="#ctx0" brushRef="#br0" timeOffset="177245.13">9351 9426 0,'0'0'62,"0"49"-46,0-49-16,0 50 15,0 0-15,0-50 16,25 49-1,-25 1-15,0-1 0,0-49 32,0 100-32,0-51 0,0-49 15,0 25 1,25 25-16,-25-50 15,25 49 1,-25-24 0,25 25-16,-25-50 31,24 25-31,-24-1 15,0 1-15,0-25 16,0 50-16,0-25 31,0-25-31,0 24 172,50-24-157,24 0-15,1 0 32,-26 0-32,51 0 0,-76 0 15,76 0-15,-1-49 0,0 49 31,50 0-31,-124 0 16,-25 0-16,49 0 0,-49 0 31,25 0-31,50 0 16,-1 0-16,0 0 0,1 0 15,-1 0-15,-74 0 0,25 0 32,25-25-32,-50 0 187</inkml:trace>
  <inkml:trace contextRef="#ctx0" brushRef="#br0" timeOffset="178762.22">9599 9475 0,'0'-24'32,"0"24"-32,75 0 31,24 0-31,0 0 0,-24 0 31,173 0-31,-174 0 31,25 0-31,-74 0 0,124 0 16,-149 0-16,25 0 31,-25 0-31,49 0 31,1 0-31,24 0 0,26 0 31,48 0-31,-98 0 16,24 0 31,26 0-32,-26 0-15,-24 0 0,-1 0 16,-24 0-16,-25 0 16,25 0 155,-25 49-155,50-24-16,-26 0 0,-24 49 31,100 75-31,-51-99 16,-123 74-1,74-75-15,0 1 16,0-50-1,0 25 1,0 0-16,0-25 31,0 24-31,0 1 47,0 0-16,0-25-31,0 25 16,0 0 46,-25-1-46,0 1-16,-24-25 15,-51 0-15,26 0 16,24 0 0,-99 0-16,100 0 15,-174 0-15,173-49 31,0 24-31,1 25 0</inkml:trace>
  <inkml:trace contextRef="#ctx0" brushRef="#br0" timeOffset="179605.27">10567 9376 0,'25'0'15,"-1"0"-15,26 25 0,-25 0 32,-25 49-32,0-24 0,0 74 15,0-99 16,25 148-31,-25-123 32,0-1-32,0-24 31,0 0-31,0-25 0,0 25 15,0 0 1,0 0-16,0-25 16,0 24-1,0 1 16,0 0-31,0 0 16,0 0-16,0-1 31,0-24-31,0 25 0,0 0 78,-25-25-62,-50 0 15</inkml:trace>
  <inkml:trace contextRef="#ctx0" brushRef="#br0" timeOffset="182133.41">9847 9773 0,'0'-25'46,"0"25"1,0-25-16,0 1 1,25-1-1,-25 25-16,25 0-15,-25 0 47,25 0-47,24 0 16,-49 0-16,25 0 15,0 0 1,25 0-16,-50 0 31,25 74-31,-25-49 47,0 0-47,0 0 16,-25 49-1,-50-49 1,26-25 62,49 25 156,0-25-203,49 0-15,-24 0-16,0 0 0,0 0 15,-25 0 172,25 0-140,24 0 78,-49 0 296,50 0-265,-50 0-125,25 0-31,24 0 32,-49 0-1,75 0 0,-51 0-31,1 0 16,0 0-16,0 0 0</inkml:trace>
  <inkml:trace contextRef="#ctx0" brushRef="#br0" timeOffset="183185.47">11708 9847 0,'0'25'47,"0"-25"-16,25 0-31,-1 25 16,100 0-16,-74-25 31,74 0-31,-50 0 0,-49 0 31,25 0-31,-25 0 0,24 0 16,-49 0-16,25 0 15,25 0 1,-50 0 109</inkml:trace>
  <inkml:trace contextRef="#ctx0" brushRef="#br0" timeOffset="183797.51">12427 9773 0,'0'0'31,"0"0"0,0 99-31,0-99 16,0 50-16,0-1 0,0 1 31,0 0-31,0-1 16,0-49-1,0 50 32,0-50-31,0 25-16,0-25 15,0 0 48,0 0-48,0 0 16</inkml:trace>
  <inkml:trace contextRef="#ctx0" brushRef="#br0" timeOffset="184791.56">12427 9748 0,'0'-25'31,"0"25"-15,0 0-16,25 0 15,0 0-15,0 25 16,-1 25-1,1-50-15,-25 25 32,50 49-32,-50-74 0,25 25 15,-1-25 1,-24 25-16,0-25 47,25 0-16,-25 24 125,-49 26-141,-1 0-15,0-1 0,26-24 16,-1 0 15,0-25 94,0 0-109,25 0-1</inkml:trace>
  <inkml:trace contextRef="#ctx0" brushRef="#br0" timeOffset="186503.66">12725 9624 0,'0'0'47,"0"25"-16,0 25-31,0-26 16,0 26-16,0 0 15,0 49-15,0-74 0,0 74 32,49 25-32,-49-124 0,0 50 15,0-26 1,0-24-1,0 25-15,25 25 16,0-50 0,-25 49 15,0-49-31,25 25 15,-25-25 17,0 50-1,0-50-31,25 25 15,-25-25 1,49 24 109,50-24-110,50 0-15,-49-49 16,48 24-16,-24 0 0,-49 25 16,-1 0-16,-49 0 15,173-49 16,-173 49-15,25 0-16,-1 0 0,-24 0 16,25 0-16,-1 0 15,26 0 1,-75 0-16,49 0 15,-49 0 17,75 0-32,-50 0 15,74 0-15,-99 0 31,50 0 172,-1 0-172,100 0-31,0 49 16,74 50-16,-173-99 16,-1 0-16,-49 0 15,25 25-15,-25-25 94,0-25-79,0 25 17,0-24-32,0-1 0,0-25 15</inkml:trace>
  <inkml:trace contextRef="#ctx0" brushRef="#br0" timeOffset="188431.77">12849 9649 0,'0'0'47,"49"0"-31,51 0-1,-76 0-15,76 0 0,-26 0 16,1 0-16,-26 0 15,26 0 1,-26 0-16,1 0 16,24 0-16,-49 0 0,49 0 15,26 0-15,-1 0 16,74 0-1,-123 0-15,24 0 47,150 0-31,-199 0-16,-25 0 31,24 0-31,1 0 31,0 0-31,25 0 0,-1 0 0,1 0 31,49 0-31,-74 0 0,-25 0 16,25 0 78,-1 0-79,1 0-15,25 0 47,-1 0-31,26 0-1,-26 0-15,-24 0 16,-25 0 15,25 0-15,0 0-16,0 0 31,-25 0 0,49 0-15,-24 0-1,0 0 16,0 0 47,-25 25-62,24 0-16,-24 24 31,0 1-31,0-1 0,25-49 16,-25 75-16,0-50 15,0 148 1,0-98 0,25-50-16,-25-1 0,0 26 31,0-50-31,0 25 0,0 0 15,0-1-15,0-24 0,0 25 32,25-25 92</inkml:trace>
  <inkml:trace contextRef="#ctx0" brushRef="#br0" timeOffset="189599.84">14312 9748 0,'0'0'78,"0"99"-78,0-49 47,0 173-47,0-173 0,0 0 16,0-26-16,0 1 31,0 25-31,0-25 0,0-1 15,0 26-15,0-50 172,0 50-141</inkml:trace>
  <inkml:trace contextRef="#ctx0" brushRef="#br0" timeOffset="192302.99">13568 9922 0,'0'0'31,"0"-25"0,0 0-31,0 25 16,0-25 30,25 25-14,49 0-1,-49 0-31,-25 25 31,0 0 16,0 49-47,0-74 0,0 50 31,0-50-31,0 25 47,0-25-32,-25 0 1,25 0-16,-24 0 47,-1 0-47,50 0 140,-1 0-93,1 0-47,0 25 0,0 0 31,-25-1-15,0 26 15,0-25-31,0 0 0,-149 24 47,99-49-47,1 0 15,-125 0 32,149 0 0,-74-49-47,74 24 0</inkml:trace>
  <inkml:trace contextRef="#ctx0" brushRef="#br0" timeOffset="193470.06">15453 9996 0,'50'0'47,"0"0"-31,24 0-16,-49 0 15,24 0-15,-24 0 0,0 0 16,0 0-16,-25 0 16,49 0-16,1-25 31,-25 25-31,24 0 0,100 0 15,-99 0-15,-50 0 16,25 0-16,-1 0 47,26 0-32,-50 0 1,50 0 46</inkml:trace>
  <inkml:trace contextRef="#ctx0" brushRef="#br0" timeOffset="194169.1">16321 9748 0,'0'0'16,"0"25"-16,0 25 15,0-1-15,0 1 32,0-1-32,0 1 15,25 25-15,-25-51 31,0 26-31,0-25 0,25 0 16,-25-25 171,0-25-156</inkml:trace>
  <inkml:trace contextRef="#ctx0" brushRef="#br0" timeOffset="195113.15">16396 9922 0,'25'0'47,"24"0"-32,-49 0 1,0 25-16,25-1 0,-25 26 16,0-50-16,25 25 46,74 74-46,-74-74 32,99 25-32,-99-50 15,-25 24 1,0-24 77,0 0-15,0 0-62,-75 0 15,1 50-31,24 0 31,1-26-31,24 1 0,-25 0 16,26-25 15</inkml:trace>
  <inkml:trace contextRef="#ctx0" brushRef="#br0" timeOffset="196493.23">17016 9525 0,'0'0'16,"0"50"0,0-1-1,50 125-15,-26-149 16,-24 24-1,0 50-15,0-74 0,25 50 32,-25 24-32,0-25 15,0-49 1,0 25-16,0-25 15,0-1-15,0 1 0,0-25 32,0 25-32,0 0 15,0 0-15,0-25 63,0 24-32,0 26-31,0-25 31,0-25 78,25 25-62,49-25-16,174 0-31,-123-25 16,-26 25-16,-25-25 15,1 25 1,-26 0-16,1 0 0,74-25 16,-50 25-1,-74 0 1,25 0-16,0 0 15,0 0-15,49 0 0,25-49 32,-74 49-32,49 0 15,-49 0 126,0 0-95</inkml:trace>
  <inkml:trace contextRef="#ctx0" brushRef="#br0" timeOffset="198289.34">17041 9599 0,'0'0'63,"25"0"-48,49 0-15,-49 0 16,74 0-16,0 25 31,75-25-31,-100 0 16,1 0-1,-26 0-15,-24 0 0,50 0 32,24 0-32,-74 0 0,74 0 15,-25 0 1,25 0-1,-24 0 1,24 0-16,-25 0 31,1 0-31,-50 0 16,124 0-1,-75 0-15,-24 0 32,-1 0-32,1 25 234,-50 0-203,0 0-31,0 74 15,0-25-15,0 1 16,0 24-16,74-49 31,-74-1-31,0-24 0,0-25 31,0 25-31,0 24 0,0-24 32,25 25-32,-25-25 15,25 24 1,-25-24-16,0 0 31,0 0-15,0-25-16,0 49 31,25-24-31,-25-25 31,0 25-15,0 0 15,-25 24 47,-25-49-63,-49 0-15,49 0 32,-272 0-32,223 0 15</inkml:trace>
  <inkml:trace contextRef="#ctx0" brushRef="#br0" timeOffset="199223.39">18132 9723 0,'25'0'16,"-25"25"-16,25 50 0,0-26 31,-25-24-31,0 74 16,24 50-16,1-74 15,-25-51 1,0 76-16,0-100 16,0 24 15,50 26-31,-50 0 15</inkml:trace>
  <inkml:trace contextRef="#ctx0" brushRef="#br0" timeOffset="200786.48">17711 9897 0,'0'0'47,"0"0"-16,0 0-15,-25 0-16,0 0 0,25 0 31,-50 0-31,26 0 31,24 0 16,-25 0 0,0 0 62,25 25-78,0 24-31,0-24 0,0 50 16,0-50-16,0-1 31,0 1-31,0 0 78,25-25 15,-25-25-77,25 0 15,-1 1-31,1-1 0,25 0 16,-50 25 31,74 0-16,-74 0-16,25 0-15,25 0 32,-1 0-17,-49 25 1,50 0-1,-50-1-15,0-24 0,0 50 32,0 0-32,0-50 15,0 49-15,0 26 63,0-75-32,-50 0-31,1 0 0,-1 0 15,25 0-15,25 0 0,-25 0 32,1 0-32,-1 0 15,25 0 16,-50 0-15,25 0 0,25 0-16,-24 0 31,24 0-31</inkml:trace>
  <inkml:trace contextRef="#ctx0" brushRef="#br0" timeOffset="208213.9">3597 10220 0,'0'0'46,"24"0"-46,51 0 32,-50 24-32,74-24 15,-49 0-15,24 0 0,25 0 16,-24 25-16,24-25 62,397 75-62,-471-75 31,-1 0-31,1 0 0</inkml:trace>
  <inkml:trace contextRef="#ctx0" brushRef="#br0" timeOffset="208814.94">4837 10195 0,'0'25'16,"0"24"-16,0-24 31,0 49-31,25-49 16,0 50-16,-1-26 15,-24-24 17,0-25-32,25 25 93</inkml:trace>
  <inkml:trace contextRef="#ctx0" brushRef="#br0" timeOffset="209966">4911 10170 0,'0'0'47,"25"0"-31,0 25-16,0 24 0,0-49 31,49 75-31,-24-50 31,-26-1-31,-24 1 0,25-25 16,-25 0-16,25 25 93,-25 0 16,-50 0-93,1-25-16,-1 24 16,25 1-16,1 0 15</inkml:trace>
  <inkml:trace contextRef="#ctx0" brushRef="#br0" timeOffset="211426.09">5234 10096 0,'49'0'78,"-49"24"-78,0 1 0,0 0 15,25 0-15,0 0 0,-25 24 16,0 1-16,0 24 16,25-49-1,-25 25-15,25-26 0,-25 51 31,74 24-31,-74-74 0,0 24 32,50 26-32,-50-50 15,0-1 1,24 51-16,-24-50 0,0 24 15,0 26-15,0-51 16,0 1 0,0 0-16,0 0 15,0 25-15,0-1 0,0-49 16,0 50-16,0-1 15,0-24 1,25 0-16,-25-25 109,50-25-93,-50 25 15,74-49-31,-24 24 0,24 0 16,50 0-16,-49 0 15,24 25-15,-49 0 0,74-24 31,-25 24-31,-50 0 16,1 0 0,-25 0-1,24 24-15,-24-24 16,25 25-16,-1 25 15,-24-25 1,50-25-16,-26 0 16,1 0-16,-25 0 15,-25 0 48,25 0-48</inkml:trace>
  <inkml:trace contextRef="#ctx0" brushRef="#br0" timeOffset="213494.21">5432 10195 0,'0'-25'63,"75"25"-48,-1 0-15,-24 0 16,223-25 0,-100 25-16,1 0 31,272 0-31,-347 0 31,522 0-31,-572 0 16,-24 0-1,25 0-15,-1 0 16,50 0-16,-74 0 15,25 0 1,-50 0-16,49 0 0,-24-25 31,-25 25 141,25 0-157,-25 0 1,25 25 0,0 25-16,-25 24 15,99 100-15,-99-100 16,25-24-16,0-25 15,-25 49 1,0-49-16,0-25 31,24 99-31,1-49 16,-25-50-16,0 49 0,0 1 31,25-1-31,-25 1 16,0-25-16,0-25 31,0 25 31,0-1-46,0 1-16,0-25 47,0 25-32,0 0 16,-25-25-31,-49 0 32,49 0-17,-25 0 1,-24 50-16,24-50 15,1 24-15,24-24 16,-25 0-16,1 0 31,-26 0-31,50-24 31,25-1-31,-74 25 47,74 0-16,-50 0-31,50 0 16,-24 0 0,-26 0-1,50 0-15,-50 0 0,26 0 16,-1 0-1,-50 0 1,1 0 15,49 0-31,-24 0 16,24 0 46</inkml:trace>
  <inkml:trace contextRef="#ctx0" brushRef="#br0" timeOffset="214560.27">7094 10269 0,'0'0'47,"25"0"-31,25 0-16,-1 0 0,-24 0 15,0 99-15,-25-49 16,25 24 0,-25-24-1,24 0-15,-24-1 16,0-24-16,0 0 0,25 24 31,25-24-31,-50 0 0,0 74 47,0-74-32,0-25-15,0 25 16,25 24 0,-25-49 15,0 25-16,0 0-15,0 0 16,0 0 15,0-1-15,0 1 62,0 0-47,0-25-15</inkml:trace>
  <inkml:trace contextRef="#ctx0" brushRef="#br0" timeOffset="-213537.38">6102 10393 0,'99'0'94,"-49"0"-78,-25 0-1,24 0-15,1 0 16,-1 0-16,-49 0 15,25 0-15,-25 0 16,50 0 15,-25 0-31,24 0 16,-24 0-16,-25 0 15,25 0-15,0 25 0,-25 0 47,0-25-31,0 49-16,0-49 0,0 50 31,-50 0-15,25-50-1,0 0-15,1 0 31,24 0 47,0 0 32,74 0-79,-49 0-31,24 0 0,-49 0 15,25 0 17,-25 0-32,25 24 15,0 26-15,-25-25 31,-25 124-31,-49-75 16,-26 25-16,76-49 0,-1-50 16,0 49-16,25-49 46,-74 0 1,24 0-31,-24 25-16,-50 0 31,-25 0-31,124-25 16,25 0-16,-25 0 31,0 0-31,1-25 31,24-25-31,0 50 16,-25-74-16,25 49 0,-25-24 15</inkml:trace>
  <inkml:trace contextRef="#ctx0" brushRef="#br0" timeOffset="-212499.32">8285 10864 0,'-25'0'62,"99"0"-46,26 0-16,48 50 15,-123-50-15,99 25 16,-74-25-1,24 25-15,25-25 0,125 0 16,-175 0 0,51 0-1,-1 0-15,-74 0 31</inkml:trace>
  <inkml:trace contextRef="#ctx0" brushRef="#br0" timeOffset="-211758.28">9475 10790 0,'0'0'62,"0"50"-31,0-26-31,0 26 0,0-25 31,0 49-31,0 1 16,0-51-16,0-24 16,0 25 46,0 0-31,0-25 0,0 25 47,0-25-62,-24 0-16,24 0 16</inkml:trace>
  <inkml:trace contextRef="#ctx0" brushRef="#br0" timeOffset="-210707.22">9451 10765 0,'0'0'16,"24"0"-16,1 0 15,25 25 1,-25 0-1,-1 0-15,1-25 16,0 0-16,25 0 0,-1 24 31,-49 1-31,0-25 16,0 25 31,25-25-16,0 25-16,-25-25 126,0 25-94,0 49-47,-50-49 15,25 24-15,-24-24 16,49 0-1,-25-25 32,25 0-31,-50 25-16,26-25 15,-1 0 110,25 0-94</inkml:trace>
  <inkml:trace contextRef="#ctx0" brushRef="#br0" timeOffset="-208922.12">9847 10567 0,'0'0'62,"0"0"-30,50 49-32,-50 1 62,50 223-62,-50-224 0,0 1 16,0 49-16,49-24 31,-49-75-31,25 49 0,-25-49 47,0 25-47,0 0 31,0 0-31,0 0 0,0 24 15,0-49 1,0 25-16,0-25 16,0 50-16,0-50 15,0 24 1,0-24-16,0 50 31,0-50-31,0 25 16,0 24 15,0-49-16,0 25 17,0-25-32,0 50 15,0-50-15,0 25 16,0-25 15,0 49-31,25-24 0,0 0 62,-25-25 32,25 0-78,-25 0-16,49 0 15,1 0 16,-1 0-31,-24 0 0,25 0 16,-1 0-16,1 0 16,-25 0-16,74 0 15,99 0-15,-74 0 31,-74 0-31,-25 0 0,24 0 16,1 0-16,-25 0 47,99 0-47,-50 0 187,1 0-171,-1 0-16,-49 0 15,0 0-15,0 0 16</inkml:trace>
  <inkml:trace contextRef="#ctx0" brushRef="#br0" timeOffset="-206493.98">10046 10567 0,'99'0'109,"-49"0"-93,49 0 0,0 0-16,-24 0 0,-1 0 31,25 0-31,0 0 0,-24 0 0,24 0 15,25-25 1,-99 25 0,49-50-16,-49 50 0,25 0 31,-1 0-31,-24 0 0,25 0 0,-1-24 31,1 24-31,-50 0 16,50 0-1,-26 0 16,-24 0-15,149 0 15,-124 0-31,0 0 31,0 0-15,24 0-16,1 0 16,-25 0-1,-25 0 1,24 0-16,1 0 62,0 0-46,25 24-16,-26-24 0,26 0 31,-50 0-15,50 0-1,-26 0-15,1 25 31,25 0-31,-25-25 32,-25 0-1,25 25-16,-1-25-15,1 0 16,-25 0 15,25 25 47,0-1-62,-25-24-16,0 25 62,0 149-62,0-125 0,0 26 16,25-1-16,-1-49 15,-24 25 1,0 49-16,0-99 0,25 74 16,-25-74 15,0 75-31,0-75 31,0 25-31,0-1 16,0-24-16,0 25 31,0-25-31,0 50 0,0-25 31,0-25-31,0 49 0,0-24 62,0 0-30,0 0-17,0-25-15,0 24 31,0 1 47,0 25-62,0-50-16,-25 25 47,25-25 15,-24 49-31,-51-49 1,-49 0-17,25 0 1,-75 0-16,125 0 0,-26 0 15,1 0-15,24-49 16,25 49 0,-99 0-16,100 0 31</inkml:trace>
  <inkml:trace contextRef="#ctx0" brushRef="#br0" timeOffset="-204913.89">11261 10567 0,'0'-25'62,"25"75"-62,-25-1 32,0 75-32,0 25 15,0 25 16,0-150-31,0 1 32,0 75-32,0-51 31,0 1-31,0-25 15,0 99 1,0-100 15,0 26-31,0-50 31,0 25-31,25-25 32,-25 49-32,0-24 15,0 0 1,0 0-16,0-25 78,0 25-78</inkml:trace>
  <inkml:trace contextRef="#ctx0" brushRef="#br0" timeOffset="-202748.77">10790 10716 0,'0'0'94,"-50"0"-63,50 0-31,-24 0 15,24 0-15,-50 0 0,25 0 16,-24 0-16,24 0 31,0 0-31,0 0 31,25 0-15,0 0 171,0 0-140,25 49-47,0 1 0,-25-50 31,0 25-15,0-1-16,0 1 15,25-25 79,-25 25-94,0 0 16,0 0-16,0-25 93,0 24-77,49 1-1,-49 0 95,-25-25-79,25 0 0,0-50-31,0 50 62,25-49-46,50 49 78,-75 0-79,24 0 16,-24 0-15,50 25 0,-50-25-16,25 24 31,-25-24-31,0 50 0,25-50 15,-25 25-15,24 0 32,-24-1-32,0-24 15,0 25-15,0 0 31,0 0-15,0-25 0,0 25 15,0 0-31,0-1 15,0 1 32,-49 0-16,49-25-15,-25 0-16,25 0 16,-50 0-1,50 0 1,-24 0-16,24 0 31,-50 0-15,50 0-16,-25 0 0,-24 0 46,49 0-46,-25 0 32,-25-50-32,25 50 15,25-24 1,0-1 15,-24 25-15,24-25-1,0-25-15,0 50 16,0-25-1,0 1-15</inkml:trace>
  <inkml:trace contextRef="#ctx0" brushRef="#br0" timeOffset="-195281.34">0 4961 0,'0'0'94,"50"-74"-78,49-26-16,74 1 15,522-50 16,-472 25-31,25 75 0,0 24 16,-74-25-16,-75 50 31,0-25-31,-24 25 0,98-24 0,-123 24 31,223 0-31,-124 0 0,74 0 32,124 0-32,-24 0 0,49 0 31,372 0-31,-397 0 0,-148-25 0,49 25 31,74 0-31,-148 0 16,-75 0-1,25 0-15,74 0 0,-24 0 16,-75 0-16,100 0 31,247 25-31,-198 24 31,372 1-31,-372 24 16,75-74-16,-75 0 0,198 0 15,51 0-15,73 0 16,472 0 0,-571 0-16,248 0 31,-446 0-31,-25 0 15,298 0-15,-199 0 32,25 0-32,199 25 0,520 49 15,-818-24 1,50-25-16,24 24 15,-124 1-15,0 24 16,-74-49 0,0 0-16,-75 0 0,100 0 15,24 24 1,-98 26-16,98-1 15,-49 1-15,49 49 16,50-50-16,-148-24 0,73 24 16,-49-24-16,50 49 31,0 0-31,-26-49 0,-73 24 31,-50 1-31,74 24 0,-74-50 16,74 75-16,-25-24 0,26 24 31,-26 99-31,100-99 15,98 99-15,-197-74 16,24-124-16,-25 99 0,-24-50 31,-25-24-31,24 74 16,76 149-16,-51-125 0,-24 26 31,24-25-31,0 25 0,-24-50 16,-25-25-1,0 25-15,-1-25 16,-24-25-16,0 1 0,0 24 15,0-24-15,0 49 16,0-25-16,0 0 16,0 75-1,0-75-15,0 0 0,0-25 31,-99 100-31,25-50 0,-50 50 16,25-25 15,49-50-31,25 25 0,-74 49 16,99-123-16,-75 74 0,-49 25 15,75-124 17,-75 74-32,49-25 31,-123 150-31,99-125 15,49-74-15,-24 49 16,24 0-16,-49 26 16,74-76-1,-74 101-15,0-51 0,-1 0 16,-48 1-16,-1-26 15,50 51 1,-149-51-16,248 1 47,-521 173-32,322-124-15,100-99 16,25 75-16,-1-51 16,-24 76-16,49-75 15,-247 99 1,173-100-16,-50 26 15,-24-25-15,24 24 16,25 1-16,-25 0 0,-24 24 31,124-49-31,-26 0 0,-272 74 16,248-74-1,-99-1-15,49 1 16,50 25 0,-99-25-16,-25-1 0,-25 26 31,100 0-31,-75-50 0,124 24 15,-25 26-15,-75-25 16,125-25-16,25 0 0,-25 0 16,-75 0-16,-24 0 31,-1 0-31,-49 0 0,25 0 15,0 0-15,49 0 0,25 0 32,-25 0-32,26 0 0,24 0 15,-224 0-15,200 0 16,-299 0-1,149 0 1,1 0-16,-1 0 0,25 0 31,25 0-31,124 0 0,-99 0 16,124 0-1,-100 0 1,125 0-16,-25 0 16,-75 0-16,-49 0 15,-50-50-15,50 25 16,-125-49-1,26 49-15,49 0 16,-25 1-16,1-51 31,-199 26-31,297-26 0,26 50 31,-224-49-31,149 0 16,-323-75-16,348 50 31,-100-1-31,26 76 16,-199-175-16,272 125 0,51 24 15,-1-49-15,-49 0 32,49 24-32,-24 1 0,24-50 31,-173-75-31,173 100 0,-74-25 15,-49-25-15,49 0 16,74 25 0,50 50-16,223 24 0,-223 26 15,273-1-15,-149 0 16,0-49-16,0-1 15,0 50 1,-74-148-16,148 98 16,-148-49-1,98 25-15,-24 25 16,50-50-16,-75 49 0,50 1 15,-25-75-15,0 50 32,0 24-32,0-49 0,0 50 15,0-174-15,0 99 16,-25 25 15,50-422-15,-25 447-1,0 0-15,0-25 0,0 25 16,0-1-16,0 1 15,0 50-15,0-26 16,0-24 0,0 24-16,0 26 0,0-1 15,0-99 1,0 75-1,0 0-15,0-1 0,0 1 16,0 24-16,0 1 31,0-51-31,0 51 0,0-1 16,0-24-16,0 24 0,25-24 15,-25 24-15,0-24 16,25-75 15,-1 124-31,1 0 16,-25-24-16,75-1 0,-51 25 15,26-49-15,-25 24 32,-25 25-32,0-24 0,25-26 15,24 51-15,-49-51 16,25-24-1,0 74-15,-25-24 32,0 49-32,0-25 15,25-50-15,-1 75 0,-24-25 16,0-24-16,0 24 15,0-25 1,25-24-16,-25 49 16,0-49-1,0 49-15,0-25 16,0-24-16,0 49 15,0-24-15,0 24 16,0-25 0,0 25-1,0 1-15,0-1 0,0 0 16,0 0-16,0 0 31,0 1-31,0 24 31,25-75 32,-25 50-48,0 25 16,0-49-31,0 24 32,0 25-32,0-50 46,0 50-30,0-25-16,0 25 16,0-49-1,0 49 48,0-25-32,0 25-31,0-50 15,0 26-15,0-1 16,-25-25 0,25 25-16,-49-24 0,49 24 31</inkml:trace>
  <inkml:trace contextRef="#ctx0" brushRef="#br0" timeOffset="86181.76">24581 9699 0,'-49'0'109,"-1"0"-94,25 0-15,-49 0 32,-75 49-32,75-24 31,-199 74-31,248-74 15,0-25-15,0 25 0,-24 0 32,49 49-17,0-74 1,0 25-16,0 0 31,0 0-31,0-1 31,25 1-15,-25-25-16,24 0 15,26 0 1,0 0 15,-25 0-31,49 0 0,-24-49 16,-26 49-16,1 0 0,0 0 31,25 0-31,-26 0 0,1 0 16,-25 0-16,25 0 15,0 0 16,-25 0-31,25 0 16,-1 0 0,1 0-16,-25 0 15,25 0-15,25 0 47,24 24-47,-74 1 16,25-25-16,-25 25 15,25 25 1,-25-26-1,0-24-15,0 25 16,0-25 0,0 50 30,-348 74-46,224-99 16,0-1-16,50-24 31,-1 25-31,51-25 0,24 0 16,-50 0-16,50 0 15,-25 0-15,25-25 32,-49 25-17,49-24 1</inkml:trace>
  <inkml:trace contextRef="#ctx0" brushRef="#br0" timeOffset="87445.83">24780 10120 0,'0'0'63,"0"50"-63,0 0 15,25-26-15,-25 1 16,0 25-16,24 24 31,1 75-31,-25-99 31,0 74-31,0-75 16,0 1-1,0-50-15,0 25 32,0-25-32,0 49 31,0-49 47</inkml:trace>
  <inkml:trace contextRef="#ctx0" brushRef="#br0" timeOffset="88748.9">24904 10145 0,'25'-25'78,"-25"25"-63,25 0 17,-1 0-32,-24 0 15,25 0-15,-25 0 16,25 0-1,-25 0 1,25 25-16,0-25 16,-25 0-1,24 0 1,1 25-16,-25 0 15,25 0 1,0-25-16,0 49 31,-25-49-15,0 50-1,0-50 17,0 25-32,0-25 31,0 24-31,-25-24 31,25 25-31,-25 0 0,0-25 16,0 0 15,1 0-31,-26 0 0,25 0 15,-24 0-15,24 0 0,-25 0 32,50 0-32,-50 0 0,26 0 15,-1 0-15,0 0 16,0 0-1,0-25-15</inkml:trace>
  <inkml:trace contextRef="#ctx0" brushRef="#br0" timeOffset="90885.03">25499 10145 0,'-49'0'172,"49"25"-141,0-25-31,0 25 16,-25 24-16,25-49 31,0 25-31,0 0 47,0 0-16,0 0-31,0-1 47,25-24-16,-1 0-31,-24 25 31,25-25 16,25 0-16,-25 0-31,49-25 0,-49 1 16,-25 24-16,49-25 0,-49 0 31,0 0 62,0 0-46,0 25-31,0-24 15,0-1-15,-24 25-16,24-25 31,-25 0-31,0 0 31,25 25 109,0 0-124,50 0-16,-1 0 31,-49 25-31,50 0 16,-25 0-16,-1 49 0,-24-74 31,75 99-31,-75-74 16,0 0-16,25-25 0,-25 25 31,25-25-16,-1 25-15,-24-1 0</inkml:trace>
  <inkml:trace contextRef="#ctx0" brushRef="#br0" timeOffset="92150.1">26293 10170 0,'0'0'47,"0"0"-1,-25 0-30,0 0-16,1 0 16,24 0-1,-25 0-15,25 25 31,0 0-31,0-1 16,0-24 0,0 25-16,0-25 31,-25 50-31,0-25 0,25-25 31,0 49 0,0-49 0,0 25-31,0 0 32,25 0-17,-25-25 16,25 0-15,-25 0 0,25 0-1,-1 0-15,1 0 16,25 0-16,-25 0 0,24 0 31,1 0-31,-50 0 78,25 0-62,-25 0 15</inkml:trace>
  <inkml:trace contextRef="#ctx0" brushRef="#br0" timeOffset="95277.28">26715 10220 0,'0'0'62,"49"0"-46,-49 0-16,25 0 15,-25 0 17,50 0-32,-50 0 0,24 0 0,26 0 15,-50 0 1,25-25-16,0 0 31,-25 0-31,24 0 31,1 25-15,-25-24-16,0 24 31,0-25 47,0 25-47,-25 0 16,1 0-16,24 0 0,-50 0-31,0 0 32,26 0 92,-1 25 1,25-25-94,0 24-15,-25-24-16,25 25 16,0-25-16,-25 25 31,25 0 0,0 0-15,0-25 15,0 24-16,0 1 17,0-25-32,0 25 0,0-25 46,0 25-30,0 0-16,0-25 47,25 24-32,-25-24 17,50 25-1,-50-25 31,24 0-31,-24 0 1,50 0-17,-50 0-15,25 0 31,-25 0 16</inkml:trace>
  <inkml:trace contextRef="#ctx0" brushRef="#br0" timeOffset="96829.37">28004 9649 0,'-24'0'16,"-1"0"108,0 0-108,0 0-16,0 0 16,1 0-1,-1 0-15,0 0 0,0 0 31,25 0-31,-25 0 16,-24 0 0,49 0-1,0 25 16,0 0 1,0-1-32,0 1 15,0 0 1,0 0-1,0-25-15,0 25 0,0-1 16,0 1 15,0 50-31,0-75 16,0 49-16,0-49 15,0 25 1,0-25-16,0 50 0,0-50 16,0 25 15,0-1-16,0 1 32,25-25-47,-25 25 63,24 0-63,1-25 31,25 49-31,-25-49 15,-25 0 1,49 25 0,-49-25-1,25 0 1,0 0-16,0 0 218,-1 0-187,1 0 1</inkml:trace>
  <inkml:trace contextRef="#ctx0" brushRef="#br0" timeOffset="98276.45">28253 10071 0,'0'-25'62,"0"0"32,0 25-79,-25 0 16,25 0-15,0 0 0,0 25-1,0 0 1,0 0 15,0-25-31,0 24 16,0 1 15,0 0-16,0 0 17,0 0-32,25-25 0,-1 24 46,-24-24 32,25 0-46,-25 0 14,50 0-30,-25-24 46,-25-26-15,0 50-31,0-25-16,0 0 78,0 1-63,0 24 17,0-25-17,0 0 16,-25 25-15,25-25-16,0 25 16,-25 0 62</inkml:trace>
  <inkml:trace contextRef="#ctx0" brushRef="#br0" timeOffset="100065.55">28476 10021 0,'25'25'78,"-25"-25"-62,49 50-1,-49-50-15,25 49 31,-25-24-15,0 25-16,0-50 47,0 24-47,0-24 93,-25 0-61,25-24-32,0-51 15,0 50-15,0-49 0,0 74 31,0-50-31,0 25 0,50 1 63,-50 24-32,25 0-31,-25 0 31,24 0-15,1 0-16,0 0 31,-25 0-31,25 0 0,-25 49 16,0-24-16,0 0 0,0 0 31,0 24-31,0 26 0,25-50 31,-1 24 0,-24-49-15,0 25 93,0-25-78,0-50-31,0 26 0,0-26 31,0 25-31,0 0 63,25-24-63,0 49 47,-25 0-32,25 0 1,0 0 15,-25 0-31,24 0 78,1 0-31,0 0-16,-25 0-15,25 0 15,-25 0-16,25 25 1,-25 24 31,0-24-47,0 0 15,0 0 1,0-25-16,0 24 31,0 1-31,0 0 94,0-25-63,-25 0-31</inkml:trace>
  <inkml:trace contextRef="#ctx0" brushRef="#br0" timeOffset="100936.59">29170 9971 0,'0'0'31,"50"25"-16,-50-25-15,0 25 32,0 0-32,25 25 0,-25-1 31,0 26-31,0-26 0,0 1 15,25-25-15,-25-1 0,0 26 16,24 0 15,-24-1-15,0-24-16,25 25 15,-25-50 17,0 24-17,25-24-15,-25 25 109</inkml:trace>
  <inkml:trace contextRef="#ctx0" brushRef="#br0" timeOffset="101940.66">29245 10120 0,'0'0'31,"0"-24"1,0-1-1,0 0-31,0 25 15,0 0 17,49 0-32,-49 0 0,25 0 15,-25 0 16,25 0-31,0 50 16,-25-50-16,25 24 16,-25 1-16,0 0 15,0-25 16,0 25 1,0 0-1,-25-1-31,0-24 31,25 0 0,-50 0-15,1 0-16,49 0 62,-25 0-46,25-24 15</inkml:trace>
  <inkml:trace contextRef="#ctx0" brushRef="#br0" timeOffset="102956.71">29567 9773 0,'-25'25'78,"25"0"-62,0-1-16,0 1 0,0 0 31,0 49-31,0 1 16,0-50-16,0 24 0,0-24 31,0 25-31,0-50 0,0 25 15,0-25-15,0 49 16,0-49-16,0 25 16,0-25-1,0 50 79</inkml:trace>
  <inkml:trace contextRef="#ctx0" brushRef="#br0" timeOffset="115880.45">29716 10071 0,'0'0'31,"0"0"-16,50 0 17,-26 0-17,26 0 1,0 0-1,-1 49-15,-24-49 32,0 0-32,0 0 15,-1 25-15,1-25 47,0 0-31,-25 0 30,0 0-46,0-25 0,0 25 32,0-24-32,0-1 31,0 0 0,0 25-31,0-25 31,-25 25-31,25 0 0,-25 0 63,1 0-48,-1 0 16,-25 0 16,1-25-31,24 0-16,25 25 171,-50 0-155,50 0 15,-25 0-31,25 0 16,0 50 15,0-25-31,-24 0 31,24 0-15,0-25 15,0 24-31,0 1 31,0 0-31,0 0 16,0 0-16,0-25 31,24 24-31,-24 1 16,0 0-16,25-25 31,0 0 0,0 25 16,-25-25-47,25 0 31,-1 0-15,1 0 15,-25 0-31,25 0 31,0 0 31</inkml:trace>
  <inkml:trace contextRef="#ctx0" brushRef="#br0" timeOffset="123617.9">30262 10071 0,'0'0'219,"0"0"-204,0 0-15,0 25 16,0 24-16,0-49 31,0 25-31,0 0 94,0 0-32,-25-25-46,0 24 77,25-24 1,0 25 187,25-25-235,273-74-14,-274 74-1,1-25-16,-25 25 17,0-25-17,0 0 32,0 1-31,0 24-1,0-25-15,0 0 16,0 25 202,0 0-202,-25 0-16,25 25 31,-49 0 0,49-1 16,0 1-16,0 0 0,0-25-31,0 25 47,0 0-47,0-1 16,0-24-16,25 50 31,-1-25-15,1-25-1,-25 0 63,25 0-62,0 0-16,0 0 125,-25 0-110</inkml:trace>
  <inkml:trace contextRef="#ctx0" brushRef="#br0" timeOffset="124364.93">30832 10071 0,'25'0'47,"-25"0"-32,0 74-15,0-74 16,0 25-16,0 25 31,0-50-31,0 24 0,25 1 16,-25 0-1,25-25 32,-25 0 109</inkml:trace>
  <inkml:trace contextRef="#ctx0" brushRef="#br0" timeOffset="124718.95">30683 9649 0,'0'0'46,"25"0"-46,0 25 32</inkml:trace>
  <inkml:trace contextRef="#ctx0" brushRef="#br0" timeOffset="125667.02">31179 9798 0,'0'0'63,"0"99"-63,0 0 31,0-49-31,50 0 0,-25 49 16,-25-74-1,25 49-15,0-49 31,-25 0-31,0-25 32,24 24 77,-24-24-78,25-49-31,0 24 0,-25 0 31,25-24-31,-25 24 16,0 25 15</inkml:trace>
  <inkml:trace contextRef="#ctx0" brushRef="#br0" timeOffset="126171.05">31130 10021 0,'0'0'31,"0"0"0,25 0-31,24 0 0,-24 0 31,0 0-31</inkml:trace>
  <inkml:trace contextRef="#ctx0" brushRef="#br0" timeOffset="127521.12">31552 10071 0,'0'25'31,"0"-1"-31,49 1 31,-49 0-31,0-25 0,25 25 0,-25-25 47,50 0-31,-50 0 15,24 0-31,1 0 0,0 0 16,25 0 30,-26-25-30,-24 25 15,0-25-31,0 0 16,0 1 15,0-1-31,0 25 16,-24 0 140,24 25-141,0 49-15,0-24 0,0 24 31,0 0-31,0 1 16,0-26-16,0 1 0,24 24 31,1 50-31,-25-124 0,0 25 16,0 0-1,0 0 1,-49-25 78,-26 0-94</inkml:trace>
  <inkml:trace contextRef="#ctx0" brushRef="#br0" timeOffset="128623.19">23217 12055 0,'0'-25'31,"0"25"-31,50 0 31,74 0-31,-124 0 16,124 0-16,-99 0 31,-1 0-31,-24 0 0,25 0 47,0 0-16</inkml:trace>
  <inkml:trace contextRef="#ctx0" brushRef="#br0" timeOffset="129575.24">23292 12378 0,'-25'0'31,"50"-25"-15,24 25-16,-24-25 0,25 25 31,-26 0-31,-24-25 15,50 25-15,-50 0 94,25 0-63,-25 0 94,49 0-109,-49 0-1,25 0 63,-25 0-62,25 0 15,0 0-31,-25 25 16</inkml:trace>
  <inkml:trace contextRef="#ctx0" brushRef="#br0" timeOffset="130907.32">24532 11807 0,'-50'0'94,"50"0"-79,-49 25-15,49-25 0,-25 0 32,25 0-32,-50 25 0,25-1 15,25-24 16,0 25-31,0 25 16,-24-25-16,24-1 16,0 1-16,0 0 15,-25-25 1,0 25-16,25 0 31,0-1-15,0-24-1,0 25 1,0-25-16,0 25 0,25 0 15,-25 0 1,49-25 0,-24 25-16,-25-1 15,25-24 1,-25 25-16,99-25 15,-99 0-15,75 0 32,-75 0-32,49 0 15,1 0 1,-1 0-16,-24 0 0,0 0 31,0 0-31,0-25 31,-25 25 16,0-24-31,0-26-1,0 25 1,-25 0-16</inkml:trace>
  <inkml:trace contextRef="#ctx0" brushRef="#br0" timeOffset="131980.37">24631 11832 0,'0'-25'63,"0"25"-48,25 0-15,0 0 16,-1 0 0,51 50-16,-50-50 31,-1 24-31,1 1 0,0-25 15,0 50-15,-25-50 32,0 25-1,0-1-16,0 1-15,25-25 32,-25 25-1,0 0-31,0 0 31,0-25-31,0 24 16,0 26 15,-25-50-16,25 25 17,-25 0 14,25-25-30,-25 25-16,25-25 62,-25 0-30,1 0-1,-1 0-31</inkml:trace>
  <inkml:trace contextRef="#ctx0" brushRef="#br0" timeOffset="133108.44">24656 11807 0,'0'0'110,"0"0"-79,0 50-31,0-50 0,0 24 15,0-24 1,0 50 15,0-50-31,0 25 31,0-25-31,0 49 32,0-24-17,0 0-15,0 0 16,-25-25 15,25 25-31,0-1 16,0 1 15,0-25-16,0 25 1,0 0 15,0 0-15,0-25-1,0 25 17,0-1-32,0-24 46</inkml:trace>
  <inkml:trace contextRef="#ctx0" brushRef="#br0" timeOffset="135452.57">25623 11559 0,'-25'0'16,"1"0"108,-1 0-108,0 25 0,0-25-1,0 49 1,1-24-16,-1-25 15,25 0 1,0 25 0,0-25 15,-25 50-31,25-50 15,-25 49 17,0-24-1,25 0 0,0-25-15,-24 25-16,24-25 46,0 49-14,0-24-32,0 25 15,0-50 1,0 24-1,0 1 1,0 0-16,0-25 0,0 25 16,0-25-16,0 49 31,0-24-31,0-25 31,0 25-15,0 0-16,0 0 31,0 0-16,24-25 1,-24 24-16,0-24 0,0 25 31,0 0-31,0 0 31,0-25-15,0 25 15,0-25-15,0 49 15,25-49-31,0 25 16,-25-25-1,25 25 48,-25 0-48,0-25-15,25 24 312,-1-24-296,-24 0 15,25 25 31,25 0-46,-50-25-16,25 50 16,-1-26-16,1 1 15,0-25 63</inkml:trace>
  <inkml:trace contextRef="#ctx0" brushRef="#br0" timeOffset="137898.71">1488 15701 0,'25'0'15,"-25"0"-15,50 25 16,-26-25-1,-24 50-15,25 24 16,-25 1-16,0-26 0,0-24 31,0 25-31,0-1 0,0 1 16,0 24-16,0-49 31,0 25-31</inkml:trace>
  <inkml:trace contextRef="#ctx0" brushRef="#br0" timeOffset="138670.76">1538 15776 0,'49'-25'15,"-49"25"1,25 0-1,25 0-15,-50 0 16,50 0-16,-26 25 16,1 24-1,25 26-15,-1-26 47,26 150-47,-50-150 0,-25-24 16,0 25-1,24-50-15</inkml:trace>
  <inkml:trace contextRef="#ctx0" brushRef="#br0" timeOffset="139116.79">2059 15577 0,'0'0'31,"0"100"-31,0-1 31,0 149-31,0-223 31,0 49-31,0-49 47</inkml:trace>
  <inkml:trace contextRef="#ctx0" brushRef="#br0" timeOffset="140281.84">2604 15949 0,'-24'0'16,"-1"0"0,0 0-16,25 0 31,-50 0-31,26 0 0,24 0 15,-50 0 17,25 0-32,0 0 15,-24 25 32,24 0-31,-25 0 15,50 0-31,0-25 15,0 24 1,0 1 0,0 0-16,0-25 15,0 50 1,0-26-16,0 26 15,0-50-15,25 25 16,-25-25 15,25 0-15,0 0-1,0 0-15,24 0 32,-49 0-32,25-25 0,-25 0 15,50 0-15,-50 25 31,0-24-15,0-1 0,0 0-16,0 0 31,0-24-31,0-1 15,0 0-15,0 50 16,0-24-16,0-1 16,0 0 108,0 25-108</inkml:trace>
  <inkml:trace contextRef="#ctx0" brushRef="#br0" timeOffset="141444.91">3349 15825 0,'0'0'31,"0"0"-31,-25 0 31,0 0-31,0 0 0,-24 0 16,49 0 15,-25 0-31,-25 75 0,25-75 31,25 25-31,-24-1 0,24-24 31,0 25-15,0 0 0,0 0-1,0 24 1,0-24 15,0 0-15,24-25-1,-24 0 16,25 0 1,25 0-32,-25 0 0,-1 0 15,1 0-15,-25 0 31,0 0-15,0-25-16,0 25 16,0-25-16,0-24 0,0 24 31,0 0-31,0-49 31</inkml:trace>
  <inkml:trace contextRef="#ctx0" brushRef="#br0" timeOffset="141980.94">3820 15627 0,'0'0'32,"-25"25"-32,25 0 0,0 49 15,0 25-15,0-49 16,-49 74-16,49-50 31,-25-24-31,25-25 0,0-1 16,0 1-16,0 0 62,0-25-31,0-25 0,0 0-31</inkml:trace>
  <inkml:trace contextRef="#ctx0" brushRef="#br0" timeOffset="142702.99">3671 15652 0,'0'-25'31,"0"0"-15,0 25 15,25 0 0,25 0-15,-26 25-16,1 25 15,0 24 1,-25-74-16,0 50 16,0-26 108,50 51-124</inkml:trace>
  <inkml:trace contextRef="#ctx0" brushRef="#br0" timeOffset="143524.04">3845 15652 0,'25'-25'47,"-1"0"-16,1 0-31,-25 25 15,50-49 1,-25 49-16,24-25 16,-24 25-1,149-50-15,-150 50 16,125 0-1,-149 0 1,50 0-16,-50 25 0,0 0 47,49 99-47,-73-99 31,24 0-31,0-25 16,-25 0 15,0 0-31</inkml:trace>
  <inkml:trace contextRef="#ctx0" brushRef="#br0" timeOffset="144069.07">3721 15925 0,'25'0'93,"24"0"-77,1 0 0,-50 0-16</inkml:trace>
  <inkml:trace contextRef="#ctx0" brushRef="#br0" timeOffset="144703.11">4341 15949 0,'0'0'62,"25"0"-46,99 0-16,-50 0 31,75 0-31,-124 0 31,49 0-31</inkml:trace>
  <inkml:trace contextRef="#ctx0" brushRef="#br0" timeOffset="146221.19">4638 15453 0,'0'0'31,"0"25"-16,0 74-15,0-49 0,0 24 32,0-49-32,25 99 31,-25-99-16,0-25-15,0 25 0,0 0 32,0-1-1,0 1-16,0 0 17,25 0-32,25-25 93,-26 0-62,51-25-31,-1 25 0,26 0 16,-26 0-16,0 0 16,-74 0-1,50 0 32,-25 0-31</inkml:trace>
  <inkml:trace contextRef="#ctx0" brushRef="#br0" timeOffset="147061.24">5507 15528 0,'0'-25'47,"24"50"-31,-24 0-16,0 49 0,0 0 31,0-24-31,0 24 0,0 1 15,0-26-15,0 1 32,25-50 108,0 0-124,0 0-16,0 0 31,24 0-31,-24 0 62,-25 0-31,50 0-31,-50 0 16</inkml:trace>
  <inkml:trace contextRef="#ctx0" brushRef="#br0" timeOffset="147739.28">6226 15652 0,'0'0'16,"25"0"0,0 0-16,49 25 31,100-1-31,-125-24 15,50 25-15,-24-25 16,-1 0-16,-74 0 78,25 25-62,-25 0-16</inkml:trace>
  <inkml:trace contextRef="#ctx0" brushRef="#br0" timeOffset="148583.31">6276 15949 0,'24'25'125,"51"-25"-94,222 75-31,-197-75 0,-1 0 15,-74 0-15</inkml:trace>
  <inkml:trace contextRef="#ctx0" brushRef="#br0" timeOffset="149296.37">7541 15801 0,'0'0'63,"0"49"-63,0 1 15,0-1-15,0 1 0,0-25 47,0 74-47,0-74 0,0 0 16,0-1-16,0-48 140</inkml:trace>
  <inkml:trace contextRef="#ctx0" brushRef="#br0" timeOffset="150597.44">7565 15825 0,'0'0'46,"0"0"-30,50 25 15,-25 0-31,0 0 16,-1 0-16,1-1 0,0 26 15,-25-50 1,25 25-16,0 0 16,-25-25 46,24 24-31,1-24-31,0 0 281</inkml:trace>
  <inkml:trace contextRef="#ctx0" brushRef="#br0" timeOffset="151829.51">7863 15503 0,'25'0'31,"-25"25"16,0 124-47,0-125 15,0 51-15,0-50 0,0-1 32,0 26-32,0-25 15,0 0-15,0-1 31,0-24 1,0 25-1,0-25-31,0 25 31,0-25 31</inkml:trace>
  <inkml:trace contextRef="#ctx0" brushRef="#br0" timeOffset="153056.57">8086 15801 0,'0'0'109,"0"24"-93,0 26-16,0-50 0,-24 50 15,24-50-15,-25 24 32,25 26-32,0-50 15,-25 50 16,25-26 1,0 26-17,0-50 1,25 0 62,173-25-47,-198-49-31,0 49 47,0 0-16,0 0-15,0 1 15,0-26-31,0 50 0,0-50 187</inkml:trace>
  <inkml:trace contextRef="#ctx0" brushRef="#br0" timeOffset="155084.7">8756 15801 0,'0'0'249,"-25"198"-249,25-173 16,0 24 15,25 1-31,0-50 16,0 0 31,49 50-47,-49-26 0,24 1 46,-49-25 1,75 0-47,-75 0 31,50-25-31,-50 1 16,0 24 15,0-75-31,0 75 0,0-49 31,0 24-15,0 25-16,-25-50 62,25 25-46,-75 1 0,26-26-1,-1 25-15,50 0 16,-25 25 46,0 0-46,1 0-1,24 0 32</inkml:trace>
  <inkml:trace contextRef="#ctx0" brushRef="#br0" timeOffset="156132.76">9153 15528 0,'0'25'31,"25"-1"-31,-25 1 31,25 50-31,-1-51 0,-24 51 16,25-50-16,-25 24 15,25 1-15,-25-1 31,0 1-31,0 0 0,0-50 32,25 49-32,-25-24 0,0 25 31</inkml:trace>
  <inkml:trace contextRef="#ctx0" brushRef="#br0" timeOffset="157004.81">9203 15553 0,'0'-25'93,"0"0"-77,24 25 15,1 0-31,-25 0 0,50 0 31,-25 0-15,-1 0-16,-24 0 0,0 25 31,50 24-31,-50-24 31,0-25-31,0 50 47,0-50-47,0 25 16</inkml:trace>
  <inkml:trace contextRef="#ctx0" brushRef="#br0" timeOffset="158415.87">9178 15925 0,'0'0'47,"25"0"-16,-1 0 63,1 0-32,-25 0-46,25 0-16,0 0 15,0 0 32,-1 0-47,1 0 63,0 0-63,-25 0 62,25 0 0</inkml:trace>
  <inkml:trace contextRef="#ctx0" brushRef="#br0" timeOffset="167849.43">9748 15875 0,'0'-25'31,"0"25"-15,25 0-16,0 0 31,-25 0 0,25 75-31,-25-51 47,0 51-47,0-75 0,0 49 16,0-49-16,0 25 31,0-25-16,0 50 32,0-50 47,0-25-79,0 0-15,0 0 16,0-24 31,74-1-47,-49 25 31,-25 1 63,25 24-63,-25 0-31,49 0 15,-49 0 17,25 0-17,-25 0 32,0 0-31,25 0-16,-25 24 15,0 1 1,0 0-1,0 0-15,0 0 32,0-1-32,0-24 0,0 25 31,25 0-31</inkml:trace>
  <inkml:trace contextRef="#ctx0" brushRef="#br0" timeOffset="169164.51">10443 15974 0,'-25'0'16,"-25"0"-1,50 0 1,-24 0-16,24 0 47,-50 0-32,50 0-15,-25 0 32,0 25-1,1-25-31,24 0 15,-25 25-15,25-25 16,0 25 15,0-1 0,0-24-15,0 25 0,0 0-1,0 0 1,0 0-16,25-25 31,-1 24 0,-24-24-31,25 0 16,-25 0 15,25 0-31,0 0 0,0 0 16,-25 0-16,24 0 15,-24 0 32,0-24-16,0-1-15,0 25 15,0-25-15,0 0-16,0 25 0,25-25 31,0 1-31,-25-1 47,0 25-32,0-25 16,0 0 47,0 25-62</inkml:trace>
  <inkml:trace contextRef="#ctx0" brushRef="#br0" timeOffset="170607.58">10765 16024 0,'0'-25'16,"-25"25"-16,25 0 15,-24 0 1,-51 0-1,75 0 1,-25 0 0,1 0-1,-1 0 1,25 0-16,0 50 31,0-26-15,0 1-16,0 0 31,0 0-16,0-25-15,0 25 16,0-1-16,25 1 31,-1-25 0,-24 0-31,25 0 32,50 0-32,-51 0 15,1 0-15,0-49 16,-25 49 15,0-50-31,25 0 16,-25 50-1,25-49 1,-1-1-16,-24 50 15,0-74-15,0 49 16,0-25-16,0 50 16,0-74-1,25 49-15,-25-49 31,25 24-31,-25 50 16,0 0 93,0 25-93,0 25-16,0 24 31,0 50-31,0-74 31,0 98-31,0-123 31,25-25-15,-25 0 62</inkml:trace>
  <inkml:trace contextRef="#ctx0" brushRef="#br0" timeOffset="171810.66">11237 16049 0,'24'0'32,"-24"0"-1,25 0-31,-25 0 0,50 0 31,24 0-31,-74 0 0,25 0 31,0 0 16,24-25-31,-49 0-1,0 0-15,0 0 47,-24 1-16,-26 24-15,50 0-1,-74 0-15,24-50 0,25 50 32,25 0-32,-25 0 15,1 0 1,-1 0-16,25 0 15,-50 0-15,50 0 32,0 50-32,0-50 15,-25 24 1,0 1-16,25 0 0,0 0 15,0-25-15,0 25 16,0-1-16,0-24 16,0 25-1,0-25-15,0 50 16,0-50-1,0 25-15,25-25 16,-25 49 0,0-49-16,25 25 15,-25-25-15,25 0 47,25 0-47,-50 0 16,24 0-16,1 0 0,25 0 15,-25-25 16,-1 25-15,1 0 78,-25-25-79,25 25 1</inkml:trace>
  <inkml:trace contextRef="#ctx0" brushRef="#br0" timeOffset="173700.77">12030 15875 0,'-25'0'16,"1"0"-16,24 0 16,-25 0-16,0 0 31,0 0-31,-24 0 62,-1 25-62,25 0 0,25-25 31,-25 24 1,1-24-1,24 0-31,-25 25 0,25-25 15,0 25-15,-25 0 32,25-25-17,0 25 16,0-1-31,0 1 16,0-25 0,0 50 62,25-50-47,0 0 0,-1 0-31,26-25 31,-25 25 0,-25 0-15,25 0 15,-25 0 32,0 0-32,0 25 0,0-25 0,0 25-15,0 24-16,0-24 15,0-25 17,0 25-1,0-25-16,0 25-15,-25-1 32,0-24 46,0 0-63,25 0 1,-25 0 62,1 0-47,-1 0-15,25 0 202,-25 0-187</inkml:trace>
  <inkml:trace contextRef="#ctx0" brushRef="#br0" timeOffset="-210828.4">25946 12005 0,'25'-24'94,"-1"24"-78,-24 0-16,50 0 0,0 0 31,-26 49-31,26-24 15,-25 25-15,24-26 16,-24 26 0,-25-25-1,0 25 16,25-50-31,-25 24 32,0 26-32,0-25 31,0 0-31,0-25 156,0-50-141,0 25-15,0-49 16,0 74 0,0-50-16,0 25 31,0-24-31,0 49 0,25-50 15,0 50 32,-25-25 0,0 0-31,49 1 15,-49-1-31,25 0 0,-25 0 31,50 0 0,-26 1 32,1 24-32,25 0-16,-50 0 17,49 0-32,-24 24 15,0 1 1,-25-25-1,0 50-15,25-25 32,0-1-32,-25 1 31,24 25-31,-24-25 31,50 74-15,-50-74-16,0 24 31,0-24-31,0 25 0,0-50 31,0 25-31,25 24 0,-25-49 16,25 25 15,-25-25 62,-25 0-61</inkml:trace>
  <inkml:trace contextRef="#ctx0" brushRef="#br0" timeOffset="-209525.32">27508 11832 0,'25'0'78,"-25"0"-63,25 25 1,-25-1-16,25 51 15,0-50-15,-25-1 16,0 51 0,24-50-16,1 74 15,-25-74-15,25 24 16,-25-24-1,25 25 17,-25-25-32,0 24 0,25 1 31,-1-25-16,1-1-15,-25 1 63,0-25 46,0-25-78,0-24-31,0-1 0</inkml:trace>
  <inkml:trace contextRef="#ctx0" brushRef="#br0" timeOffset="-208388.25">27384 12129 0,'0'0'140,"25"0"-124,25 0-16,-1 0 0,26 0 16,-26 0 15,-24 0-31,-25 0 31,50 25-31,-25-25 16,-1 0 15,-24 0-31,50 0 0,-50 0 31,50 0-31,-26 0 31,-24 0-31,50 0 63</inkml:trace>
  <inkml:trace contextRef="#ctx0" brushRef="#br0" timeOffset="-205275.07">1017 5606 0,'0'0'31,"25"0"-31,0 0 62,-1 0-62,26 0 16,148-50-16,-98-49 0,-26 25 16,249-199 15,-299 248-16,26 0 1,-50 0-16</inkml:trace>
  <inkml:trace contextRef="#ctx0" brushRef="#br0" timeOffset="-204436.03">446 7367 0,'0'0'16,"0"0"-1,25 0-15,25 0 16,-50 0-1,25 0-15,24 0 16,-24 0 0,50 0 15,-1-25-31,-24-24 15,49-51-15,0 1 16,-49 50-16,-1-26 31,-24 50-31,0-24 0,24 24 31,-49 0-31,25 25 94</inkml:trace>
  <inkml:trace contextRef="#ctx0" brushRef="#br0" timeOffset="-203668.98">248 8210 0,'50'0'15,"-26"0"1,1 25-1,0-25-15,-25 25 16,25-25-16,24 0 31,-24 0-31,25 0 16,24 0-16,50-50 15,100-123 1,-125 73-16,25-24 16,-25 50-16,-49 24 15,24 1-15,-49 49 16,-25-25-1</inkml:trace>
  <inkml:trace contextRef="#ctx0" brushRef="#br0" timeOffset="-202891.94">446 9004 0,'50'0'15,"25"25"-15,-1 0 0,-24 24 31,-50-24-31,49-25 16,-49 0-16,25 0 0,0 0 31,0 0-15,24 0-16,26 0 31,197-198-31,-148 74 16,50 24-16,-149 76 31,49-51-31,-49 75 0</inkml:trace>
  <inkml:trace contextRef="#ctx0" brushRef="#br0" timeOffset="-202139.9">149 9947 0,'49'49'31,"26"1"-31,-50 0 0,24-26 31,-49 1-31,50-25 0,-25 25 47,-1-25-16,26 0-31,49-74 16,-24-1-16,-1-24 15,174-100 1,-124 100-16,-49 50 31,73-75-31,-123 124 16,0 0 93</inkml:trace>
  <inkml:trace contextRef="#ctx0" brushRef="#br0" timeOffset="-169060">11906 5953 0,'0'0'47,"25"25"-16,0-25-31,-25 0 32,49 0 30,-49 0-46,25 0-16,50 0 0,-75-25 31,24 25-31,26-49 15,-25-1-15,0 50 16,49-75-16,-74 75 31,25-24-31,0-1 0,24 0 31,-24 0-31,0 0 16</inkml:trace>
  <inkml:trace contextRef="#ctx0" brushRef="#br0" timeOffset="-161371.56">7441 5110 0,'-24'0'16,"-26"0"-16,25 0 0,-24 0 15,-1 0-15,0 0 16,-24 0 0,0 25-16,-1-25 15,-24 49-15,0-49 0,-1 0 31,-148 25-31,124 0 16,-24-25 15,-100 74-31,223-74 16,0 0-16,0 0 15,-25 0-15,1 0 16,-26 0 0,51 0-16,-1 0 0,0 0 31,25 0-31,-25 25 47,0-25-47,-49 25 0,0 0 15,-1 24 16,-49 1-31,75-25 32,24-1-32,25 1 0,0-25 31,0 50-31,0-1 15,-25-49-15,25 50 16,0 49 0,0-74-16,0 50 15,0-26 16,0-49-31,0 25 32,0-25-17,0 50-15,0-1 16,25-49 15,0 50-31,-1-25 16,26-1-16,-25 1 15,0-25 32,49 75-47,-49-51 0,24 1 16,-49-25-16,25 0 15,0 25-15,0-25 0,0 25 31,-25-25-31,49 0 16,75 49-16,-99-49 16,25 25-1,49 0-15,-99-25 16,50 0-16,-50 0 15,49 0 1,26 25-16,-75 0 0,49-25 31,1 0-31,24 0 0,-24 0 16,-1 0-16,1 0 15,148 0 17,-123 0-32,-1 0 15,-24 0-15,24 0 31,1 0-31,-1 0 0,-49 0 16,49 0-16,-74 0 31,75 0-31,-50 0 0,49 0 16,-24 0-16,24 0 31,0 0-31,-24 0 16,24 0-16,-24 0 15,0 0-15,-1 0 16,-24 0-1,25 0-15,-1 0 0,50-25 16,-74 25 0,25 0 15,124-25-31,-125 0 47,150-24-47,-150-1 0,-24 0 31,0 50-31,0-24 15,-1-76 1,-24 76-16,0-26 31,25-24-31,-25 49 0,0-25 16,0 25-16,0 25 0,0-49 31,0-1-31,0 25 31,-25-49-31,1 49 31,-26-25-31,50 26 0,-25-1 16,0 25-16,-24-50 16,-26 1-16,51 24 15,-26 0 1,25 0-16,-24 0 15,-26 25-15,1-49 0,74 49 16,-100 0-16,76-25 16,-26 25-1,0 0-15,26 0 0,-76 0 16,26 0-1,49 0 1,-24 0-16,24 0 0,-25 0 16,25 0-16,-24 0 31</inkml:trace>
  <inkml:trace contextRef="#ctx0" brushRef="#br0" timeOffset="-153476.12">6871 7020 0,'-25'0'47,"25"0"0,-25 0-16,-24 0-31,24 0 0,0 0 16,-74 0 15,49 0-31,1 0 0,-100 0 31,99 0-31,-49 0 16,0 0-16,74 0 31,-25 0-31,1 0 0,-75 0 15,74 0-15,0 0 32,-24 0-32,49 0 15,0 0-15,-24 0 16,-26 0-1,51 0 1,-1 0 15,0 0-31,0 0 16,25 0 31,-49 0-32,49 0 16,0 0-15,0 25-16,-25-1 16,25 26-16,0-25 0,0 0 31,0-25-31,0 24 0,0 1 15,0 0-15,0-25 16,0 50-16,0-26 0,0-24 31,0 25-31,25 25 0,-1-25 16,1 24-1,0-24 1,-25 0-16,50-25 31,98 99-31,-98-49 16,-25-50-16,24 24 15,51 26-15,-51-25 32,26 0-32,-26-1 15,1 1-15,-25-25 0,0 0 16,49 25-1,-74-25 1,74 0-16,-24 0 0,0 0 16,49 0-16,-25 0 0,75 0 15,-99 0 16,49 0-31,-49 0 16,24 0-16,-24 0 0,-50 0 31,74 0-31,-24 0 16,98 0-16,-24 0 15,-24 0 1,24 0-16,0 0 47,248 0-47,-298 0 47,50 0-32,-99 0-15,74-25 16,-24 0-16,-51 25 31,51-24-31,-75-1 31,25 0 0,-25 0-31,0 0 0,0 1 32,49-26-32,-49 25 0,25 0 31,-25 1-31,0-1 15,0 25-15,0-25 16,0 0 15,0 0-31,0 1 16,0 24-16,-25-25 15,25 0-15,-25 25 16,1-25-16,-26 25 16,25-25-1,0 1-15,-74-1 0,0 25 16,49 0 15,-24-50-31,24 50 0,1-25 16,-26 25-16,51 0 15,-51 0-15,50 0 16,-49 0-1,49 0-15,-49 0 16,49 0-16,-50-24 16,1 24-16,24-25 15,50 0 1,-24 25-16,-1 0 15,25 0 1,-25 0-16,0 0 0,-74 0 16,49 0-1,-24 0-15,24 0 16,1 0-16,-26 0 15,26 0 1,-1 0-16,1 0 0,49 0 16,-25 0-16,0 0 15,-25 0-15,25 0 31,1 0-31,-26-25 32,-24 25-32,49-25 0,-50 25 15,1 0-15,49 0 16,0-24-16,-24 24 15,49 0-15,-50 0 0,50 0 16,-25 0-16,25 0 31,-49 0-31,49 0 16</inkml:trace>
  <inkml:trace contextRef="#ctx0" brushRef="#br0" timeOffset="-135580.09">22027 3299 0,'0'0'124,"49"0"-108,-24 0-16,-25 0 16,25 0 15,-25 0 0,0-25-31,25 25 62,-25-25-62,0 1 16,0-1-16,0 0 31,0 25 32,0-25-48,0 0 16,0 1-15,0 24 15,0-25 78,-25 25-93,-25 0-16,25 25 31,1-25 0,24 24-31,-25-24 16,0 50 0,-25-50 15,50 25-31,-24-25 15,-26 49-15,50-49 0,-25 25 32,-49 50-32,74-51 31,0-24 31,0 25-31,0 0-15,0-25 15,0 25 0,0 24-31,25-49 32,-25 0 14,49 0-46,-24 0 0,-25 0 16,50 0-16,-50 0 16,24 0-1,-24 0-15,50 0 31,0 0-15,-26 0-16,1 0 31,-25 0 16,25 0-31,25 0-16,-50 0 15,24 0 110</inkml:trace>
  <inkml:trace contextRef="#ctx0" brushRef="#br0" timeOffset="-124611.46">20464 2853 0,'25'0'94,"123"-75"-63,-98 26-31,49-1 16,-74 25-1,-25 25-15,25 0 32,25-25-17,24-49 1,0 24-1,-24 50-15,0-25 0,-1 1 32,-24 24-32,0 0 15,0-25-15,-25 0 31,24 25-31,26-50 32,-25 1-32,24 49 15,1-50-15,-25 50 16,24-25-16,1 1 0,-25 24 31,0 0-31,-25-25 16,24 25 15,1-25-31,25 25 0,-50-50 15,25 50 32,0-49-31,-1 49 109</inkml:trace>
  <inkml:trace contextRef="#ctx0" brushRef="#br0" timeOffset="-123712.41">21580 1960 0,'0'-25'63,"74"25"-63,-24 0 31,0 49-31,-25-24 15,99 0 17,-75-25-17,-49 0-15,50 0 0,-25 0 16,-25 0-16,24 0 218,-24 25-202,-24 24-16,24-49 15,-50 50-15,50-25 0,-74 49 16,24-49-16,0 49 31,26-74-31,24 25 0,0 0 16</inkml:trace>
  <inkml:trace contextRef="#ctx0" brushRef="#br0" timeOffset="-122020.31">22944 3175 0,'-24'0'109,"-26"50"-93,25-26 15,-99 100-31,124-99 15,-25 0-15,25 0 16,-25-25 0,1 25-1,24-25 1,-25 24-16,0 1 15,0-25-15,-24 25 16,24 25 0,0-50-1,25 0-15,-50 0 0,50 24 16,-24-24 15,-26 25-31,50 0 0,-25-25 0,-49 75 31,49-75 0,-25 49-31,1-49 32,-1 25-32,25 0 15,25-25 1,-49 25 15,24-1-31,0 1 16,25-25-16,-25 0 15,25 25 157,-74 0-156</inkml:trace>
  <inkml:trace contextRef="#ctx0" brushRef="#br0" timeOffset="-120836.24">21779 3696 0,'0'0'63,"0"0"-48,0 50-15,0-50 16,24 49 0,-24-24-1,0 0-15,0 24 31,0-24-31,0-25 32,0 50-1,0-50 16,50 25 140,24-25-172,1 0-15,24 0 32,-25 0-32,-24 0 0,-50 0 31,25 0-31</inkml:trace>
  <inkml:trace contextRef="#ctx0" brushRef="#br0" timeOffset="-118690.13">24061 1389 0,'24'0'78,"26"0"-47,124-25-31,-50 25 0,0 0 16,24 0-16,-73 0 47,99 0-47,-125 0 0,1 0 15,-25 0-15,24 0 31,50 0-31,-24 0 0,74 0 16,-50 0 0,-74 0-16,49 0 15,-49 0-15,-25 0 16,49 0 15,-49 0-31,75 0 31,-26 0-31,522 25 47,-546-25-47</inkml:trace>
  <inkml:trace contextRef="#ctx0" brushRef="#br0" timeOffset="-117879.08">25995 1215 0,'124'0'16,"-124"25"0,75 25-16,74 24 15,-100-74 16,50 25-31,-74 0 0,25-25 16,-25 0-16,24 25 0,-49-1 16,25-24-16,25 0 31,-50 0-31,0 50 203,0-50-188,0 25-15,-75 49 16,-173 50-1,149-99 1,-124 25-16,173 24 31,-24-24-31</inkml:trace>
  <inkml:trace contextRef="#ctx0" brushRef="#br0" timeOffset="-116524">24085 2803 0,'0'0'31,"75"0"0,-1 0-31,-49 0 0,49-25 16,-49 25-16,74-25 31,-49 25-31,49 0 0,0-49 16,75 24-16,-99 25 46,73 0-46,-148 0 0,25 0 0,25 0 16,-1 0 15,1 0-31,-25 0 0,24 0 16,1 0-16,-25 0 0,0 0 15,-1 0 1,26 0-16,-25 0 31,99-25-31,-50 25 16,1-50-16,-1 50 0,1 0 31,-51 0-31,26 0 0,0 0 16,-1 0-1,-24 0-15,-25 0 16,50 0-1,-26 25-15,-24-25 32,25 0-32,0 0 0</inkml:trace>
  <inkml:trace contextRef="#ctx0" brushRef="#br0" timeOffset="-115262.93">24408 2604 0,'-25'0'31,"-49"0"-31,49 0 16,-25 0-1,25 0-15,-49 25 0,24 0 16,26 0 0,-26-25-16,50 25 15,-50 0 1,26-25-1,-1 24-15,25-24 0,-25 25 16,25-25-16,-25 25 31,0 0-31,0 0 31,25-25 79,50 0-95,-25 0-15,49 0 16,-24 0-16,74 24 0,-74-24 15,24 0-15,0 25 16,-49 0 0,-25-25-16,25 0 46,0 0-30,0 0 15,-25 0 32</inkml:trace>
  <inkml:trace contextRef="#ctx0" brushRef="#br0" timeOffset="-113481.82">26739 3249 0,'-24'0'124,"24"0"-92,0 25-32,-25 0 0,-50 74 15,51-99 1,-26 75-1,50-75-15,-25 24 0,-24 51 16,-1-26-16,25 1 16,-24 25 30,-249 272-30,248-322-16,50-1 31,-99 125-31,74-99 31,-49 24-31,49-49 16,-25 74-16,26-49 31,-1-25-31,-25 49 0,25-49 16,1 24-16,-26 26 0,0-50 31,26 49-31,-26-74 0,25 50 16,0-25-16,1-25 15,-1 24-15,-25 51 16,25-75-1,25 49-15,-49-24 0,49 0 16,-50 0-16,25 0 31,1-1-15,24 1-1,-25-25-15,25 25 16,-25-25 0,0 0-1,-24 25-15,49-25 16,-50 25-16,-25 24 31,26-24-31,24 0 16,0-25-1,0 25 1,25-1-16,-24 1 31,24-25-31,-25 25 47,0-25 62</inkml:trace>
  <inkml:trace contextRef="#ctx0" brushRef="#br0" timeOffset="-112301.76">24631 5283 0,'0'0'94,"0"25"-79,-25 25-15,25-50 16,0 25 0,-25 24-16,25-24 15,0 0 94,0 0-77,0-1-32,0 26 0,0-50 218,25 0-202,50 0-1,49-25-15,0 0 0,0 1 31,-25-1-31,-99 25 32,50 0-32,-50 0 156,-25-25-141</inkml:trace>
  <inkml:trace contextRef="#ctx0" brushRef="#br0" timeOffset="-110468.65">23664 4986 0,'0'0'47,"0"0"-32,24-25-15,51 0 0,-50-24 16,74-26-16,-49 50 15,-26-24 1,26-1-16,-25 0 0,24 26 16,1 24-1,-25-25 16,0-25-31,24 1 16,50-100 15,-24 50-15,-50 74 15,24-50-31,1 26 16,-25-1 15,-1 25-16,1 25 1,25-49-16,-1 24 16,-24 0-16,-25 25 0,50-25 15,-25 1-15,-1 24 31,1-50 1,75 25-32,-76 0 0,100-74 15,-74 74 1,-25 0-16,0 25 0,-1-24 62,1-1-31,50 25-15,-75-25-16,24 0 16,26 25-1,-50 0-15,25-25 16,0 1-16,24-1 15,-24 0-15,25 0 16,-50 0 0,24 25-16,26-24 0,0-26 31,-26 25-31,-24 25 31,25-25-15,-25 25 15,0-24 16,25-1-47,-25 0 31,0 25-31,0-25 15,0 0-15,0 25 16,0-24 0,0-1-16,25 0 15,0 0 94,-25 0 47,-75 25-140</inkml:trace>
  <inkml:trace contextRef="#ctx0" brushRef="#br0" timeOffset="-109342.59">25648 3001 0,'25'0'31,"0"0"0,-1 0-15,26 0 15,-25 0-16,-25 0 1,49 0-16,1 0 0,-25 0 16,49-24-1,-49-1-15,-25 25 265,0 25-249,0-1 0,0 26-16,0-25 15,0-25 16</inkml:trace>
  <inkml:trace contextRef="#ctx0" brushRef="#br0" timeOffset="-98635.98">27980 3150 0,'0'0'78,"24"0"-62,1 0-1,-25 25-15,0 25 0,25 24 16,-25 0 15,25 26-31,-25-76 16,0 26-16,0 0 0,0-26 31,50 249-15,-1-149 30,-49-74-46,25-50 16,-25 25 15,0-25-31,0 49 16,25 1-1,-25 0-15,0-50 0,0 49 32,0 26-32,0-75 15,25 99-15,-25-50 16,0-24-16,0 50 31,0-1-31,0-49 0,0 74 16,0-49-16,0-25 0,0 24 31,0 1-31,0-25 0,0-1 15,0 1-15,0 0 16,0 0-16,0 0 31,0-25-31,0 24 31,0 1 1</inkml:trace>
  <inkml:trace contextRef="#ctx0" brushRef="#br0" timeOffset="-97475.91">28104 5035 0,'0'0'78,"25"0"-78,24 0 0,-49 50 16,25-50-16,0 50 0,0-50 31,-25 24-31,0 1 16,24 0 62,1-25-31,-25 0-32,25 0 16,0 0 16,0 0-16,-1 0-15,1 0 15,0 0-15,-25-25-1,0 0-15,0 1 32,25-26-32,-25 50 46,25-25-46,-25 0 0,0 1 16,0-1 15,0 25-31</inkml:trace>
  <inkml:trace contextRef="#ctx0" brushRef="#br0" timeOffset="-95850.82">27037 3448 0,'25'0'31,"-25"25"-31,25-1 31,-25 51-31,0-50 0,74 148 31,-74-98 16,25 49-47,-25-75 0,0-24 31,74 174-31,-74-150 0,0 1 16,0-1-16,0 1 31,0 24-31,0-24 0,0-50 47,0 74-47,0-74 0,0 25 15,0-25 1,0 75 0,0-51-16,0 1 15,0 0-15,0 0 16,0 0-1,0-25-15,0 49 16,0 1 0,0-50-1,0 74-15,0-49 63,0 25-63,0-25 156,0-50-141,-24-74-15</inkml:trace>
  <inkml:trace contextRef="#ctx0" brushRef="#br0" timeOffset="-94767.75">27037 3572 0,'-25'0'78,"25"0"-62,0 25-16,0-1 47,0 26-32,-25 25-15,25-51 32,0-48 108,25-1-124</inkml:trace>
  <inkml:trace contextRef="#ctx0" brushRef="#br0" timeOffset="-94049.71">27112 3473 0,'24'-25'63,"-24"25"-32,25 25-31,0-1 0,-25-24 31,25 25-31,0 25 0,-1-50 47,26 74-47,-50-74 0,50 25 31,-50 0-31,24-25 0,-24 0 62,25 25-46</inkml:trace>
  <inkml:trace contextRef="#ctx0" brushRef="#br0" timeOffset="-90027.48">14610 15329 0,'0'-25'47,"25"25"-32,0-24-15,-25 24 16,0-25-1,0 25-15,24-50 16,-24 50 0,0-25-16,0-24 15,0 49-15,0-25 47,0 0-31,-74 25 46,-199 0-62,199 0 0,-26 0 16,51 0-16,-1 0 15,25 0 1,25 0 31,0 25-32,0-25-15,0 25 0,0 24 16,0-49-16,0 50 31,50 0-31,-50-26 16,0 1-16,0-25 15,25 25 32,-25 0-47,49-25 31,-49 25 1,0-25-32,25 0 31,-25 0 0,75 0-31,-51 0 16,-24 0-16,25 0 0,0 0 15,0 0 1,-25 0-1,25 0-15,0 0 16,-1 0 15,-24 0-31,50 0 31,-25 0-15,-25 0-16,25 0 47,-1 0-16,26 0 0,49 0-31,-49 0 16,-1 0-16,-24 0 156,-25 0-141,0-50 1,0 25 0,0 0-16,0 25 15,-25-49-15</inkml:trace>
  <inkml:trace contextRef="#ctx0" brushRef="#br0" timeOffset="-88979.42">14759 15131 0,'-25'-25'62,"25"25"126,-25 0-173,0 0-15,25 0 47,-24 25-47,-1 0 0,25-1 16,-25-24 15,25 25-16,-25-25 17,0 0-17,1 0 126,24 0-126,-50 0-15,-24 0 16,49 0 15,-50 0-31,50 0 31,1 0-31,-51 0 0,50 0 16</inkml:trace>
  <inkml:trace contextRef="#ctx0" brushRef="#br0" timeOffset="-88392.39">15180 15255 0,'25'0'16,"25"0"0,-1 0 30,150 0-46,-199 0 47,25 0 0</inkml:trace>
  <inkml:trace contextRef="#ctx0" brushRef="#br0" timeOffset="-87778.35">15354 15478 0,'-25'-25'31,"25"1"0,25 24-15,25 0-16,-1 0 31,26 0-31,-26-25 16,-24 0-16</inkml:trace>
  <inkml:trace contextRef="#ctx0" brushRef="#br0" timeOffset="-86603.29">16297 15230 0,'49'0'63,"1"0"-48,74 0 1,-50 0-16,1 0 15,-26 0-15,-24 0 16,0 0 31,0-25-32,-25 25-15,0-25 47,-25 25-31,25 0-16,-25 0 31,0-24-31,1-1 0,24 25 31,-25 0-31,0 0 31,-25 0-31,1 0 0,49 0 16,-50 0-16,50 0 31,-25 0-31,25 0 0,-49 25 16,24-25-16,25 24 15,-25 1 1,25 0 0,0 0-16,-50 0 15,50-1 16,0 1-31,0 0 32,0-25-32,0 50 15,0-25-15,0-25 31,0 49-15,25-49-16,25 50 31,-50-50-15,74 0-16,-49 0 15,50 25-15,-1-25 16,-49 0 0,0 0-16,-1 0 0,1 0 15,0 0 63,-25-25-62,0 25-16,-25-25 15,25 0-15,0 0 16,0 25 15,0-24-31</inkml:trace>
  <inkml:trace contextRef="#ctx0" brushRef="#br0" timeOffset="-85389.22">17190 15329 0,'0'-25'46,"-50"50"-14,50 0-17,0 0-15,-50 0 16,50 24-1,0-49 1,0 25-16,0 0 16,0 0-1,0-25-15,0 25 16,0-1 15,25 1-31,-25-25 16,25 25 15,-25-25-16,25 0 17,24 0-32,-24 0 0,25 0 15,-25-50-15,24 26 0,-49-51 31,50 50-31,-50 1 0,25-76 16,-25 75 31,24-24-47,-24-1 0,0 25 15,0-24 1,0 24 0,0-49-16,0 74 0,0-25 15,0-25 16,0 25-31,0-24 16,0 98 78,0 51-63,0-26-31,0 50 0,0-25 31,0 125-31,0-150 0,0-24 16,0-1-16,0 1 31,0-50-31,25 0 62,0-25-46,0 0-16</inkml:trace>
  <inkml:trace contextRef="#ctx0" brushRef="#br0" timeOffset="-84342.16">17934 15304 0,'0'0'31,"-25"0"1,-74 25-32,99 0 15,0 0 1,0 0-16,0 0 15,0-1 1,0 51-16,0-50 31,0 24-31,0-49 31,0 25-31,49-25 32,-24 0-17,50 0-15,-75 0 16,24 0-16,76-25 0,-100 25 31,24-74-31,-24 49 16,0 0-16,0 25 0,0-25 15,0 1 16,0-1-31,0 25 16,0 0 78,0 99-79,0-25-15,0 26 0,-49 24 16,49-50-16,0 25 15,0-24-15,0-26 32,0 50-32,0-24 0,0-1 31,0-24-31,-25-25 0,0-25 62,25 0-46,-25 0-1,-49 0 1,49 0-16,-49-50 0,49-49 31</inkml:trace>
  <inkml:trace contextRef="#ctx0" brushRef="#br0" timeOffset="-82796.08">18554 15478 0,'50'-25'125,"-50"25"-110,24 0 1,1-24-16,0-1 15,0 0 48,-25 0-48,0 0 17,0 25-32,0-49 31,-25 49 62,-49-25-46,74 25-31,-25 0-1,0 0-15,0 25 16,25-25 0,0 24-1,0 1-15,-25-25 0,0 50 31,25-50-31,-24 25 0,24-25 16,0 49-16,0-24 16,0-25-16,0 50 31,0-25-31,0 24 15,0-49 1,0 25-16,0 0 0,0 0 31,0-25-15,0 24-1,0 1 17,24-25-1,-24 0 0,50 0-15,-25 0-1,25 0-15,-50 0 0,74 0 16,-49 0-16,-25 0 31,25 0 63</inkml:trace>
  <inkml:trace contextRef="#ctx0" brushRef="#br0" timeOffset="-77603.77">28401 12055 0,'0'-25'124,"0"25"-108,0-25-16,0 25 16,0-49-16,0 49 0,0-25 15,25 25 1,0 0 31,0-25-47,-25 25 31,49 0 16,51 0 31,-100 0-63,49 0 16,-49 0 79,25 174-110,-25-149 0,0-25 31,-25 74-31,0-49 15,1 25 32,-1-26-47,0-24 0,-25 50 31,26-50 1,-26 50-32,25-50 0,0 49 15,1-49 16,-1 25-31,50 0 188,-25-25-173,49 0-15,1 0 31,49 0-31,-49 0 0,24 0 63,75 0-63,-75 0 47,-49 0-16,0 0-31,-25 0 93</inkml:trace>
  <inkml:trace contextRef="#ctx0" brushRef="#br0" timeOffset="-76163.69">29096 12254 0,'0'-25'31,"50"25"0,173 0-31,-149 0 16,1-50-16,-51 25 0,1 25 16,-50-49 108,1 24-108,-1 0-16,25 25 31,-25 0-31,0 0 16,0 0 15,1 0-31,-1 0 0,0 0 31,0 0-31,25 0 0,-25 0 16,1 0-1,-1 0-15,0 0 32,0 0-32,0 0 0,25 0 31,0 25-16,-24 0-15,24-1 47,0 1-47,-25 0 0,25 0 47,0 0-16,0 0-31,-25 24 0,25-24 16,0 25-1,0-50 1,0 24 0,0-24 15,0 25 0,25 0-31,24 0 31,-49-25 0,50 0-31,0 0 0,-26 0 16,1 0-16,-25 0 31,25 0 47,0 0-62,0 0 31,-25 0-16</inkml:trace>
  <inkml:trace contextRef="#ctx0" brushRef="#br0" timeOffset="-74688.61">29518 11708 0,'-25'0'31,"25"0"16,0 0-16,25 0-16,24 25-15,1-25 32,-25 24-32,-1 26 0,1-50 31,-25 0-31,75 0 0,-51 25 15,-24-25-15,25 25 0,-25-1 32,50 26-32,-25-25 31,-25 0-31,0-1 15,49 1-15,-49 0 32,0 0-17,0 0 16,25-1-31,-25 1 0,0 0 47,0 50-47,0-75 16,0 74-16,0-49 15,0 0 1,0-1 0,0 1-16,0-25 46,0 75-46,0-75 16,-25 24 0,0 1 15,1 0-31,-1-25 93,25 25-77,0-25 0,-25 25-16,0-1 31,0-24-31,25 25 15,-24-25 95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0T05:11:47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4018 16818 0,'25'0'78,"99"-25"-62,-49 25-16,49 0 15,-25 0-15,25 0 16,-25 0-16,50 0 15,-25 0-15,25 0 16,-75 0-16,75 0 16,-50-25-16,0 25 15,50 0-15,-50 0 16,26 0-16,-1-25 16,-25 25-16,0 0 15,0 0-15,-24 0 16,-1 0-16,-24 0 15,24 0-15,25-49 16,-24 49-16,-26-25 16,51 25-16,-26 0 15,50 0-15,-25-25 16,0 25-16,25 0 16,-24 0-16,24 0 15,-25 0-15,-25 0 16,25 0-16,1 0 15,-26 0-15,25 0 16,1 0-16,-26 0 16,25 0-16,-24 0 15,24 0-15,0 0 16,50 0 0,-50 0-16,25 0 15,0 0-15,-25 0 16,25 0-16,50 0 15,-75 0-15,25 0 16,0 0-16,-24 0 16,-1 0-16,-25 0 15,-49 0-15,25 0 16,-26 0-16,1 0 16,0 0-16,0 0 15,0 0 1,24 0-16,-24-50 15,25 50 1,-26 0-16,26 0 16</inkml:trace>
  <inkml:trace contextRef="#ctx0" brushRef="#br0" timeOffset="7600.68">25722 10914 0,'0'-25'93,"25"25"-77,0 0-16,25 0 16,-1 0-16,1 0 15,0 0-15,-1 0 16,1 0-16,-25 0 15,24 0-15,-24 0 16,49 0-16,-49 0 16,25 0-1,24 0-15,-24 0 16,-1 0-16,26 0 16,-26 0-16,51 0 15,-26 0-15,0 0 16,1 0-16,-26 0 15,26 0-15,-50 0 16,24 0-16,-24 0 16,0 0-16,0 0 15,0 0-15,24 0 16,-24 0 0,25 0-16,-26 0 15,26 0-15,-25 0 16,49 0-16,-24 0 15,24-25-15,1 25 16,-51 0-16,76-49 16,-51 49-1,1 0-15,-1 0 16,26 0-16,-25 0 16,-1 0-16,-24 0 15,25 0-15,-1-25 16,1 25-16,-25 0 15,24 0-15,-24-25 16,25 25 0,-26 0-1,26 0 1,-25 0-16,0 0 16,24 0-16,-24 0 15,0 0-15,0 0 16,49 0-16,-49 0 15,24 0-15,1 0 16,0 0-16,24 0 16,-24 0-16,-1 0 15,26 0-15,-1 0 16,1 0-16,-26 0 16,1 0-16,-1 0 15,-24 0-15,50 0 16,-26 0-16,1 0 15,24 0-15,-24 0 16,-25 0 0,49 0-16,-49 0 15,24 0 1,-24 0-16,0 0 16,25 0-16,-1 0 15,-24 0 1,0 0-16,49 0 15,-24 0-15,49 0 16,-74 0-16,49 0 16,1 0-16,-26 0 15,26 0-15,-50-25 16,24 1-16,-24 24 31,25 0-31,-1 0 16,-24 0-16,0 0 15,0 0 1,-1 0-16,1 0 156</inkml:trace>
  <inkml:trace contextRef="#ctx0" brushRef="#br0" timeOffset="10832.8">25202 13246 0,'49'0'94,"26"0"-94,24 0 15,0 0-15,-49 0 16,24 0-16,0 0 16,-24 0-1,-25 0-15,0 0 16,-25-25 0,24 25-16,1 0 15,25 0 1,-25 0-1,0 0-15,49 0 16,-24 0-16,-1 0 16,26 0-16,-1 0 15,-49 0 1,24 0-16,1 0 16,0 0-16,-50-25 15,24 25-15,26 0 16,-25 0-16,24 0 15,26 0-15,-1 0 16,1 0-16,-1 0 16,75 0-16,-75 0 15,26 0-15,-26 0 16,0 0-16,-49 0 16,25 25-16,-1-25 15,26 25-15,24-25 16,0 0-16,25 0 15,-25 0-15,1 0 16,-26 0-16,1 0 16,-26-25-16,-24 0 15,25 25-15,-1 0 16,-24-25-16,49 25 16,1-25-16,-1 25 15,1 0-15,-1 0 16,0 0-16,1 0 15,-26 0-15,1 0 16,-25 0-16,25 0 16,-1 0-16,1 0 31,-25 0-31,24 0 16,1 0-16,-25 0 15,-1 0-15,1 0 16,25 0-16,-25 0 31,-1 0 110</inkml:trace>
  <inkml:trace contextRef="#ctx0" brushRef="#br0" timeOffset="53937.58">28377 12750 0,'24'0'125,"1"0"-109,0 0-16,0 0 16,24 0-1,-24 0 1,0 0-16,0 0 16,24 0-1,-24 0 1,0 0-1,0 0 1,0 0 0,-1 0 15,1 0-15,0 0-1,0 0 16,0 0-15,24 0 0,1 0-16,-25 0 15,24 0 1,-24 0-16,25 0 16,-25 0 15,-1-25 0,1 25 0,0 0-15,0-25 0,0 25-1,24-25 1,1 25-1,-50-25 1,25 25 0,-1 0-16,1-24 15,0-1 1,25 0-16,-26 25 16,1 0-1,0 0-15,-25-25 16,25 0-1,0 25-15,-1-24 16,1-1 31,-25 0-31,25 0-1,-25 0 16,25-24-15,-25-1 15,0 25 1,0-24-32,0 24 31,0 0-16,-25 0 1,25 0 0,-25 1-1,0 24 1,25-25 0,-24 25-16,24-25 15,-25-25 1,0 26-1,0-1 1,25 0 0,-25 0-1,1 0 1,-1 1 0,0-1 30,0 0-14,0 0-17,1 0 17,-1 1-17,0-1 1,0 0-1,0 0 17,1 0-17,-1 25 17,0 0-1,0 0-16,0 0 1,1 0 15,-1 0-31,0 0 16,-25 0 0,25 0-16,1 0 15,-1 0 1,0 25-16,0-25 0,0 0 15,1 0 17,-1 0-17,0 0 17,-25 0-17,26 0 1,-1 0-1,-25 25-15,50 0 16,-74-25-16,49 0 16,-25 25-16,26-25 62,24 24-46,-25 1-16,0-25 15,0 0-15,0 0 16,25 25-16,-24-25 16,-1 0-1,0 0-15,-25 25 32,50 0-1,-24-25-31,24 24 15,-50 1 1,50 0 15,-50 0 1,50 0-32,0-1 15,-24 1 1,24 0-1,0 0 1,0 0 15,0-1-15,0 1-16,0 25 16,0-25-16,0 0 15,0-1-15,0 1 16,0 0-1,0 0 1,24 24 0,1-49-1,-25 25-15,0 25 16,50-25-16,-50-1 16,25 1-1,-25 0-15,0 0 16,49 24-16,-24-24 15,0 25 1,0-50 0,-25 49-1,24-49-15,1 25 16,0-25-16,-25 25 16</inkml:trace>
  <inkml:trace contextRef="#ctx0" brushRef="#br0" timeOffset="70617.34">23267 14957 0,'49'-25'47,"75"25"-32,25 0-15,-50 0 16,-49 0-16,0 0 15,-26 0 1,1 0-16</inkml:trace>
  <inkml:trace contextRef="#ctx0" brushRef="#br0" timeOffset="71024.62">23465 15205 0,'0'0'15,"174"-49"1,-100 49-16,1 0 15,-51-25 1,1 25-16,0 0 16,0 0-1,-25-25-15,25 25 47</inkml:trace>
  <inkml:trace contextRef="#ctx0" brushRef="#br0" timeOffset="71584.92">24780 14759 0,'0'0'16,"-50"0"-16,1 0 0,-125 49 31,149-49-31,25 25 16,-25-25-16,25 50 15,0-1 1,0-24-16,0 25 16,0-25-16,0 24 15,0-24-15,25 25 16,25-26 0,-1-24-1,26 0 1,-50 0-16,74 0 15,-74 0-15,49-24 16,-74-1 0,25 25-16</inkml:trace>
  <inkml:trace contextRef="#ctx0" brushRef="#br0" timeOffset="72289.56">24904 14858 0,'0'25'0,"0"-50"0,0 75 16,0-26-16,0 1 15,0 0 17,0 0-17,0 0 17,0 24-1,-25-49-31,25 25 15,-25-25-15,0 50 16,25-26 0,-24-24-16,-1 25 15,0-25 17,0 25-17</inkml:trace>
  <inkml:trace contextRef="#ctx0" brushRef="#br0" timeOffset="72762.07">24705 14833 0,'0'25'47,"0"0"-31,0 24-16,0-24 15,0 0 1,0 0-16,0 0 16,0-1-1,25-24 1,25 0 0</inkml:trace>
  <inkml:trace contextRef="#ctx0" brushRef="#br0" timeOffset="73329.77">25598 14362 0,'-24'0'0,"-1"0"16,-25 0-16,-24 0 16,74 25-16,-50 49 15,25-49-15,1 49 16,-26 26-16,50-26 15,-25 25-15,0 0 16,25-49-16,0 49 16,0 25-16,0-25 15,50 75-15,0-75 16,-26-24-16,26-1 16,-25-24-1,-25-25-15,49-1 16,1-24-1,-25 0 1,24 0-16,-24-24 16</inkml:trace>
  <inkml:trace contextRef="#ctx0" brushRef="#br0" timeOffset="74353.66">26640 14684 0,'0'-24'47,"-49"24"-47,-26 0 16,1 0-16,-25 0 16,24 0-16,-24 0 15,49 0-15,1 0 16,-1 0-16,25 0 15,-24 0 1,24 0 93,25 49-93,0 1-16,0-25 16,25 24-16,-25 1 15,0-1-15,0 1 16,0-25-16,0 0 16,25-1 46,-1-24-62,26-24 16,-25-1-16,24-25 15,1 25-15,0 1 16,-1 24-16,-24 0 16,0 0-1,0 0 1,-1 24-1,1 1-15,-25 25 16,0-25-16,0-1 16,25 1-16,-25 0 31,-25 74-15,-24-99-16,-1 0 15,-24 25 1,24-25-1,25 0-15,-49 50 16,49-50-16,0 0 16,0 0-1</inkml:trace>
  <inkml:trace contextRef="#ctx0" brushRef="#br0" timeOffset="74873.89">27384 14610 0,'-24'0'32,"24"50"-17,-25 24-15,25-24 16,0-1-16,0 26 16,0-26-16,0 26 15,0-26-15,0-24 16,0 0-16,0 0 15,0-1-15,-25 1 63</inkml:trace>
  <inkml:trace contextRef="#ctx0" brushRef="#br0" timeOffset="75241.72">27161 14932 0,'0'-24'16,"25"24"-1,0 0-15,49 0 16,1 0-16,49 0 16,24 0-16,-48 0 15,-1 0-15,-25 0 16,-24 0-16,-25 0 15</inkml:trace>
  <inkml:trace contextRef="#ctx0" brushRef="#br0" timeOffset="81984.89">28476 14511 0,'-25'0'63,"0"0"-63,25 49 15,0 1 1,-25 0-16,1 24 16,24-24-1,0-1 1,0 26-16,0-26 16,0-24-16,0 0 15,0 0-15,0 24 16,0 1-16,24-25 15,-24-1 17,25-24-32,0 25 15,0-25-15,0 0 16,-1 0 0,26 0-1,-25 0 48,-25-49-32</inkml:trace>
  <inkml:trace contextRef="#ctx0" brushRef="#br0" timeOffset="82809.58">28600 14734 0,'0'0'0,"25"-50"16,-1 50-1,26-24 1,0 24-1,-26 0 1,1 0 0,25 0 31,-50 24-32,0 1-15,0 0 16,0 0-1,0 0-15,0-1 16,0 1 0,-25 0-16,0 0 15,0 0-15,1-25 16,-1 0-16,0 24 16,25 1 77,25-25-46,49 0-47,1 0 16,-51 0-16,51 0 15,-50 0-15,-1 0 125</inkml:trace>
  <inkml:trace contextRef="#ctx0" brushRef="#br0" timeOffset="83281.75">29394 14610 0,'-25'0'16,"0"0"-16,-25 25 16,1 0-16,24 24 15,-25 1-15,26-1 16,-1-24-16,0 0 16,25 0-1,-25 0 1,0-1 62</inkml:trace>
  <inkml:trace contextRef="#ctx0" brushRef="#br0" timeOffset="83650.64">29046 14635 0,'50'0'47,"-25"0"-31,-25 25-16,25-25 15,-1 24-15,1 1 16,0 25-1,-25-1 1,0 1-16,25-25 16,-25 0 31,25-25-32</inkml:trace>
  <inkml:trace contextRef="#ctx0" brushRef="#br0" timeOffset="84352.93">29542 14536 0,'0'-50'31,"25"50"-15,0 0 0,0 0-16,24 0 15,-24 0-15,0 0 16,0 0 0,0 0-1,-1 25 16,-24 0 32,0-1-32,-24 1-15,-1 0-1,25 25 1,-25-1-16,0-24 16,0 25-16,25-26 15,-24 1 1,24 25-16,0-25 0,-25-25 16,25 24-1,0 1-15</inkml:trace>
  <inkml:trace contextRef="#ctx0" brushRef="#br0" timeOffset="84728.56">29542 14784 0,'0'-25'0,"25"0"16,0 25 0,0 0-16,0 0 15,24 0-15,1 0 16,-1 0 31,-49 25 15</inkml:trace>
  <inkml:trace contextRef="#ctx0" brushRef="#br0" timeOffset="85442.09">29890 14337 0,'24'0'94,"1"0"-94,0 25 16,0 25-16,-25 24 15,0-49 1,0 49-16,0-49 16,0 25-16,0-26 15,0 26 1,0-25-16,-25 0 0,0-1 31,0 26-31,1 0 16,-1-1-1,-25-24-15,50 0 16,-25-25-16,25 25 16,0 24-16,-24-24 78</inkml:trace>
  <inkml:trace contextRef="#ctx0" brushRef="#br0" timeOffset="86347.89">29964 14139 0,'25'0'78,"0"0"-63,24 24-15,-24 1 16,0 0-16,24 25 16,-24-1-16,0-24 15,0 0-15,-25 25 16,0-26-16,25 1 15,-25 0-15,0 0 16,0 24-16,25-24 16,-25 0-16,0 25 15,0-1-15,0-24 16,24 49 0,-24-49-16,0 25 15,0-25-15,0 24 16,0 26-16,0-26 15,0 26-15,0-1 16,0-49-16,0 0 16,-24 24-1,-26 1-15,50-25 32,-25 0-32,0-25 62,0 24-46</inkml:trace>
  <inkml:trace contextRef="#ctx0" brushRef="#br0" timeOffset="87105.99">23267 16694 0,'49'0'31,"51"0"-31,-51 0 16,50 0-16,-49 0 15,49 0-15,-74 0 16,49 0-16</inkml:trace>
  <inkml:trace contextRef="#ctx0" brushRef="#br0" timeOffset="87546.11">23490 16818 0,'25'0'62,"49"0"-62,1 0 16,24 0-16,-25 0 15,-24 0-15,0 0 16,-1 0 31</inkml:trace>
  <inkml:trace contextRef="#ctx0" brushRef="#br0" timeOffset="88232.19">24978 16321 0,'0'0'0,"-173"0"16,123 0 0,0 50-16,50-25 15,-24 0-15,-1 0 16,25-1-16,0 1 16,0 0-16,0 0 15,0 0-15,0-1 16,0 1-16,0 0 15,0 0-15,0 0 16,25-1-16,24 1 16,26 0-1,-51-25-15,26 25 16,25-25-16,-26 25 16,1-25-16,-25 0 15,-1 0 1,26 0-1,-25 0 1,-25-50 0,0 25-16,0-24 15,0 24-15</inkml:trace>
  <inkml:trace contextRef="#ctx0" brushRef="#br0" timeOffset="88851.9">25003 16247 0,'0'0'0,"25"0"15,25 0 1,-1 0 0,-49 25-1,25 0-15,0-25 0,-25 24 16,0 1 0,0 0-1,0 25 1,0-25-16,0 24 31,0-24-31,-25 0 16,0 0-1,0-1-15,1 1 16,-1-25 15,0 0 32,0 0-63</inkml:trace>
  <inkml:trace contextRef="#ctx0" brushRef="#br0" timeOffset="89288.55">24978 16321 0,'0'50'47,"0"0"-31,0-25-1,0-1 1,0 1-1,0 25-15,25-25 16,-25-1 0,25 1-16,0 0 47,0-25-32,-1 0-15,51 0 16,-50 0-16</inkml:trace>
  <inkml:trace contextRef="#ctx0" brushRef="#br0" timeOffset="89786.07">25772 15999 0,'-25'0'31,"0"0"-31,-49 0 16,49 25-16,-24 49 15,-1 1 1,50-26-16,-50 50 16,26-24-16,24-1 15,-25 1-15,25 24 16,0-49-16,0 24 15,0-49-15,0 24 16,25 1-16,-25 0 16,74-26-16,-24 26 15,-1 0-15,-24-26 16,25-24 0</inkml:trace>
  <inkml:trace contextRef="#ctx0" brushRef="#br0" timeOffset="90184.73">26144 16346 0,'-49'25'15,"98"-50"-15,-98 100 0,49-26 16,0 1-16,0 0 16,0-26-16,0 26 15,0 0-15,0-26 16,0 1-16,0 0 16,0 0-1,0 0-15,0-1 31</inkml:trace>
  <inkml:trace contextRef="#ctx0" brushRef="#br0" timeOffset="91025.23">26541 16272 0,'0'0'16,"-25"0"-16,0 0 0,-24 25 15,24-1 1,0 26-16,-24-25 16,49 0-16,-25 0 0,25 24 15,0-24-15,0 0 16,0 0-1,0-1 1,0 1 0,25-25-1,49 0-15,-49 0 16,24 0 0,-24 0-16,25 0 15,-50-25-15,25-24 16,-25 24-16,0 0 15,0-24-15,0 24 79,-25 25-48,0 0-16,25 25 1,0 49-16,0-24 16,0-26-16,0 26 15,-25 0-15,25-1 16,0-24-16,0 49 16,0-49-1,-25 0 1,-24-25 31,24 25-32,0-25-15,-24 0 16,24 0 0</inkml:trace>
  <inkml:trace contextRef="#ctx0" brushRef="#br0" timeOffset="91712.35">26665 15999 0,'25'25'47,"0"24"-32,-1-24-15,-24 25 0,25-1 16,-25 1-16,0 24 15,0-49-15,0 50 16,0-26-16,0 1 16,0 24-16,0-24 15,0 0-15,0-26 16,0 1-16,0 0 16,0 0-16,0 0 15,0-1 1,0 1-16,0 0 15,-49 0-15,49 0 16,-50-1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1-30T08:44:55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5556 11683 0,'-25'0'16,"-24"0"-16,24 0 31,25 0-31,-50 0 16,50 0-16,-24 0 15,24 0 32,-75 0-31,75 25 15,0 0-15,0-1-16,25-24 15,-25 25-15,0 0 0,25 0 16,0 0-16,-25-25 15,24 24-15,-24-24 16,0 25-16,25-25 16,-25 0-1,25 0 1,25 0 15,-26 0 16,1 0 0,0-25-16,-25 1-16,0 24-15,0-25 32,25 0-32,-25 0 15,0 25 1,0-25 46,0 25-46,0-49 15,0 49-15,-25-25-1,0 0 16,25 25-15</inkml:trace>
  <inkml:trace contextRef="#ctx0" brushRef="#br0" timeOffset="1008.05">5482 12799 0,'0'0'109,"0"0"-94,0 25-15,0 0 16,0 24-16,0-24 31,0 50-31,0-51 16,0 26-16,0-50 15,0 50 1,0-26 0,0 1-16,0-25 31,0 25-16,0-25 1</inkml:trace>
  <inkml:trace contextRef="#ctx0" brushRef="#br0" timeOffset="2856.16">5457 14015 0,'0'-50'125,"0"25"-109,0 25 31,0 0-32,25 0 1,-25 0-1,49 0 1,-24 25 15,25 25-15,-50-50-16,0 24 15,25 1 1,-25 0 15,0-25-15,0 50-1,0-50-15,0 49 16,0-49-16,-25 0 78,0 25-16,25-25-30,0 25-17,0-25 1,0 25 15,0-1 16,0 1 15,0-25 1,-25 25-48,25 0 1,-25 25-16,25-50 62,0 0 110,25 0-157,0 0-15,49 0 16,-74 0-16,50 0 16,-25 0-16,-25 0 46,25 0 64</inkml:trace>
  <inkml:trace contextRef="#ctx0" brushRef="#br0" timeOffset="4724.26">5407 15032 0,'0'0'94,"50"0"-79,-50 0 1,25 0-1,0 0 17,-1 0-32,1 0 15,0 0 1,25 0-16,-26 24 15,26 26 17,-25 0-32,-25-50 15,25 49 16,-1-49 1,-24 25 14,0 0-30,0 0 0,-24-25-1,-1 0 1,25 0-16,-25 0 31,0 0-31,0 0 16,25 0-16,-24 0 15,-1 0-15,0 0 16,25 0-1,-25 0 1,25 0 15,-49 0-15,24 0-1,0 24-15,0-24 16,25 0-16,-49 0 16,24 0-1,0 0 32,25 0 140,25 50-171,24-50-16,-49 25 15,25-25-15,0 25 16,25 0-16,-50-1 16,24-24 15,-24 0-16,25 25 1,-25-25 15,25 25-15,0 0 15,-25-25-15,25 0 15,-25 25 0,24-25-15,-24 24-1,0 1 1,0-25-1,0 25-15,0 0 16,0-25 46,-24 0-46,24 0-16,-50 0 16,50 0-1,-25 0-15,25 0 16,-49 0-16,24 0 15,0-25-15,25 0 0,-25 0 32,25 25-17,-25-24-15,1-1 0</inkml:trace>
  <inkml:trace contextRef="#ctx0" brushRef="#br0" timeOffset="8087.46">6871 10765 0,'0'0'202,"0"0"-155,0 25-31,0 0-1,0 0-15,0-25 16,0 24-16,0 1 31,0-25-31,0 25 16,0-25-16,0 25 15,25-25-15,-25 25 32,0-1-17,49 1-15,-24 0 16,0-25 31,0 0-32,0 0-15,-25-25 16,24 25-1,-24-25 1,0 1 0,0-1-1,0 25 16,0-25-15,0-25 15,0 50-15,-24-24-16,24 24 15,0-25-15,-25 0 16,25 25 15,-50-25 16,25 25-31,25 0-1,-49 0 48</inkml:trace>
  <inkml:trace contextRef="#ctx0" brushRef="#br0" timeOffset="9119.52">7813 10691 0,'0'0'46,"0"25"-30,0-25-16,0 24 16,0 1-16,0 0 15,0 49-15,0-49 16,0 50-1,0-75 1,25 49-16,-25-24 16,25-25-1,-25 25 1</inkml:trace>
  <inkml:trace contextRef="#ctx0" brushRef="#br0" timeOffset="10623.6">8781 10864 0,'25'-24'47,"-1"-26"-47,-24 50 15,25-25 17,0 25-32,0 0 15,-25 0-15,25 0 16,-1-25-16,1 25 31,-25 0 0,25 0-15,0 0-1,25 25 17,-50 0-32,0-25 15,0 25 1,0-25-1,0 49-15,0-49 16,0 25 0,0 25-16,0-1 15,-25-24 1,25-25-16,-25 50 0,0-50 15,25 0 1,-25 0 15,25 0 94,0 25-63,25-25-46,25 0 0,-1 0-16,1 0 15,-25 0-15,49 0 16,-49 0-16,25 0 15,-50 0 1,24 0 15</inkml:trace>
  <inkml:trace contextRef="#ctx0" brushRef="#br0" timeOffset="12019.68">9922 10740 0,'0'0'63,"0"-24"-32,0 24-15,25 0-1,-25 0-15,24 0 31,1 0-15,0 0-16,0 0 16,0 0 15,0 0-16,-25 0 17,24 24-17,-24 1 1,0-25 15,0 50-31,0-25 16,0-25-1,-49 74-15,49-49 16,-50-25-1,50 0-15,-25 25 32,0-25-32,1 0 31,24 0 109,24 0-124,1 0-1,-25 0-15,50 0 16,-25 0-16,0 24 16,-25-24-16,24 25 0,1-25 15,0 0 16,0 25-15,-25-25 0,0 25-16,0 0 31,0-1-31,0-24 31,0 50 0,-25-50-15,0 50-1,0-50 1,1 0-16,24 0 16,-25 0-16,0 0 15,0 0 16,25 0-31,-25 0 0,0 0 16,1 0-16</inkml:trace>
  <inkml:trace contextRef="#ctx0" brushRef="#br0" timeOffset="80234.58">23242 16371 0,'25'0'47,"0"-25"-32,24 0 16,-24 25-15,0-24-16,99-1 16,-75 25-16,1 0 15,0-25-15,-26 25 16,26 0-16,-50 0 15,25 0 1,-25 0 0,49 25-16,-49 0 15,25-25-15,-25 24 0,0 1 16,25 0-16,-25-25 15,0 50 1,0-50 15,0 25-31,0-25 31,-25 0-15,25 0-16,-49 0 16,-1 0-16,50 0 31,-25 0-31,0 0 0,1 0 15,24 0 110,24 0-109,-24 24-16,75 1 15,-26 25-15,-24-25 16,0-1-16,0 1 16,25 0-1,-50 0 1,0-25-16,0 25 15,0-25-15,0 49 16,0-49-16,0 25 16,0 0-16,-75 24 0,25-49 15,-24 0-15,0 0 31,-1 0-31,26 0 0,-26 0 16,1 0-16,49 0 16,25 0-16,-50 0 15,50-24-15,0-1 16,-24 25-1,24-25 1,0-25 0</inkml:trace>
  <inkml:trace contextRef="#ctx0" brushRef="#br0" timeOffset="81223.64">24383 16346 0,'0'0'47,"0"0"-32,0 25-15,-25 25 16,25-25-16,0-1 31,-49 51-31,-1-26 16,50-24 77,-25-25-46,-24 0 78,49 25-110,-50 0-15,50 0 16,0-25-16,-25 24 16</inkml:trace>
  <inkml:trace contextRef="#ctx0" brushRef="#br0" timeOffset="81887.67">24209 16371 0,'25'0'62,"0"0"-30,0 0-17,0 0-15,-1 25 16,1 0-16,-25 0 15,50-1-15,-25 1 0,-1 0 16,1 25-16,0-26 16,0 26-16,0-50 15,-1 25 16</inkml:trace>
  <inkml:trace contextRef="#ctx0" brushRef="#br0" timeOffset="82849.73">24780 16321 0,'0'0'15,"25"-24"1,-25-1-16,24 25 15,-24 0-15,25 0 16,25 0-16,-25 0 0,0 0 16,24 0-16,-49 0 31,50 0-31,-25 0 15,-1 0 1,-24 25-16,0-1 31,0 1-31,0 0 0,0 25 16,0-50-1,0 25-15,0-1 16,0 1 31,-24-25-32,24 0 1,-25 0 31,25-25-32,0 1-15,0-1 16,0 0 0,49 25-1,1 0-15,-25 0 16,0 0-16,-1 0 15,1 0-15,0 0 16,0 25-16,0-25 16,-25 25 15,0-1-31,0 1 0,0 50 15,-25-51 1,25 1 15,-50 0-31,25-25 16,25 0-16,-74 0 15,24 0-15,1 0 16,-26 0-16,1 0 0,24 0 31,1 0-31,49 0 16,-25 0-16,-25 0 15</inkml:trace>
  <inkml:trace contextRef="#ctx0" brushRef="#br0" timeOffset="84767.84">11733 15602 0,'0'0'46,"-50"0"-30,25 25-16,-49 25 16,-50 49-16,99-74 15,-25 74-15,1-50 31,24-24-31,0 0 0,0 0 16,1 0-16,24-25 47,24 24 46,51-24-77,-26 0-16,26 0 16,-26 0-16,-24 0 31,50 0-31,-26 25 15,-49-25-15,50 0 16,-50 0-16,25 0 16,-25-25 15,0 1-16,0 24 32,0-25-31,0 0-16,-50 25 15,50-25-15,-50 0 16,50 25-16,-24 0 31,24 0 0,0 0 1,0 50-1,0-25-31,0 0 15,0-25-15,24 24 16,-24 26-16,0-50 16</inkml:trace>
  <inkml:trace contextRef="#ctx0" brushRef="#br0" timeOffset="85263.87">12229 15677 0,'0'0'46,"0"24"-46,-75 76 16,75-100-16,-25 74 0,-49-24 16,74-1-16,0-24 15,-25 0-15,25 0 16,0-1-16,-25 1 31,1 0-31</inkml:trace>
  <inkml:trace contextRef="#ctx0" brushRef="#br0" timeOffset="85658.89">12055 15850 0,'25'-25'47,"24"25"-31,-24 0-16,-25 50 15,25-50-15,0 50 0,0 24 16,0-74-16,-25 50 31,24-26-31,1 26 16,25-25-16,-25 24 0,-25-49 15,24 0 1,-24 0-16</inkml:trace>
  <inkml:trace contextRef="#ctx0" brushRef="#br0" timeOffset="86647.95">12650 15503 0,'-24'50'47,"-26"49"-47,50-50 31,-50 1-31,50-25 15,0 0-15,0-25 78,50 0-62,-50 0 15,25 0-31,-25 0 16,49 0-16,-24 0 15,0 0-15,-25 0 16,50 0-16,-26 0 0,51 24 16,-75-24-16,49 25 31,-24-25-31,0 0 15,0-25 17,-25 25-17,0-24 1,0-1-16,0 0 15,-25 25 17,0-25-32,0 0 15,1 25 1,24 0-1,-25 0-15,-25 0 16,25 25-16,25-25 16,0 75-16,0-1 15,0-24 1,0 49-16,0-25 15,0 1-15,0-51 0,0 1 16,25 0-16,0 0 16</inkml:trace>
  <inkml:trace contextRef="#ctx0" brushRef="#br0" timeOffset="88448.05">17562 13816 0,'0'-25'32,"-25"25"-32,-25 25 31,1-25-31,24 25 15,25 0 1,-50 0 0,25 24 15,1 1-16,-1-25 1,25 24-16,0 1 0,0-25 16,0-25 15,0 49-31,0-24 15,25 0-15,-25-25 16,24 25-16,1-25 16,0 0 15,25 0-31,-1 0 15,-49 0-15,50 0 16,0 0-16,-26-25 62,1 0-46,-25 0 15,0 0-15,0 25-1,0-24-15,0-1 32,0 0-32,-25-25 15,25 50-15,0-24 16,-24-1 15,-1 25 16,-50 0-32,75 0-15,-25 0 16,25 0-16,-49 0 31,49-25-15</inkml:trace>
  <inkml:trace contextRef="#ctx0" brushRef="#br0" timeOffset="89106.09">17487 14784 0,'-25'0'31,"25"24"-31,0 26 31,0 99-15,0-100-1,0 1-15,0 0 16,0-26-16,0 26 0,0-25 16,0-25-16,0 49 15,0-49 32,-24 0-31,24 0-16,0 0 15</inkml:trace>
  <inkml:trace contextRef="#ctx0" brushRef="#br0" timeOffset="90136.15">17314 16222 0,'0'0'16,"0"-25"0,0-24-1,24 24 16,-24 25-15,25 0 15,0 0-15,0 0-1,-25 0 1,25 0-16,-1 0 16,1 0-1,0 0 1,0 0-1,0 25-15,-25-25 16,25 49 0,-25-24-16,0-25 31,0 50-31,0-1 15,-25 1-15,-50 0 16,26-25-16,-1 24 16,25-49-16,0 0 0,25 25 15,0-25 110,0 25-109,0 0-1,25-25-15,0 0 16,25 0-16,-26 0 31,26 0-31,-50 0 0,50 0 16,-1 0-1,-49 0 1</inkml:trace>
  <inkml:trace contextRef="#ctx0" brushRef="#br0" timeOffset="91551.23">18852 12923 0,'0'0'47,"-25"0"-31,0 0-1,0 0-15,0 0 16,1 0-16,24 25 15,-25 25-15,25-26 16,-25 26-16,25-25 31,0 0-31,0-1 0,0 1 16,0 0-16,0 0 15,0-25 1,0 25-16,0 0 16,0 24-16,25-49 31,-25 25-31,25-25 15,-1 0-15,1 0 16,25 0-16,-1 0 0,1 0 16,-25 0-16,24 0 15,-49 0-15,25 0 16,-25 0-16,50 0 31,-1-25-31,-49 25 16,0-49 15,0 24-16,-24 0 1,-1 0 0,-25 0-1,25 0-15,1 1 16,-26 24-16,-24 0 0,49-50 31,0 50-31,-25-25 0,26 0 16,-1 25 30,0 0 17</inkml:trace>
  <inkml:trace contextRef="#ctx0" brushRef="#br0" timeOffset="92199.27">20067 12898 0,'0'50'46,"0"0"-30,0 24-16,0-49 31,0 24-31,0-24 0,25 0 16,-25 0-16</inkml:trace>
  <inkml:trace contextRef="#ctx0" brushRef="#br0" timeOffset="93432.34">21803 12973 0,'0'-25'16,"0"0"-1,0 0-15,0 1 0,0-1 16,0-25-16,25 50 31,0-25-31,0 25 0,24-24 16,-49-1-1,25 25-15,0 0 32,-25 0-32,25 0 0,-25 0 15,25 0 1,-1 0-1,-24 25-15,0 24 16,0 1-16,0-1 0,0-24 16,0 0-16,-24 49 15,-1-74-15,-25 50 31,-24-25-15,74-25-16,-25 25 16,0-25-16,-24 24 15,49-24 32,0 25-31,0-25-1,0 50 16,0-50-31,0 25 16,0 0-16,24-25 16,1 0-16,25 0 15,-25 0-15,24 0 16,-49 0-16,50 0 0,-25 0 15,-25 0-15,24 0 32,26 0-32,24 0 0,-24 0 15,24 0-15,-24 0 16,0 0-16</inkml:trace>
  <inkml:trace contextRef="#ctx0" brushRef="#br0" timeOffset="95903.48">18951 14461 0,'0'0'46,"-25"0"-30,-49 0-16,49 0 16,-50 0-16,51 0 15,-26 0 1,25 0-16,25 0 15,-49 0 48,24 0 46</inkml:trace>
  <inkml:trace contextRef="#ctx0" brushRef="#br0" timeOffset="96911.54">20662 15453 0,'0'-24'78,"0"24"-62,-99 0-16,25 0 15,49 0-15,-25 0 16,25 0-16,-24 0 31,49 0-31,-25 0 16,25 0-1,-25 0-15,0 0 0,-24-25 16,24 25 0,0 0 15,0 0-16,1 0-15,-1 0 0,25 0 16,-25 0 15</inkml:trace>
  <inkml:trace contextRef="#ctx0" brushRef="#br0" timeOffset="97743.59">22051 16446 0,'-24'0'31,"-1"0"-31,0 0 31,-49 0-31,24 0 16,0 0-16,-24 0 0,49 0 16,-25 0-16,1 0 15,24 0 1,0 0-1,0 0-15,-24 0 0</inkml:trace>
  <inkml:trace contextRef="#ctx0" brushRef="#br0" timeOffset="108976.23">20117 14461 0,'0'0'125,"24"0"-110,1 0-15,25-25 16,-25 25-16,24 0 15,-24 0-15,0 0 32,0 0-32</inkml:trace>
  <inkml:trace contextRef="#ctx0" brushRef="#br0" timeOffset="115567.61">18430 15627 0,'0'0'31,"49"0"-16,-24 0-15,0 0 16,25 0-16,-1 0 16,1 0-16,0 0 15,-26 0 1,1 0-1,50 0-15,-51 0 16,1 0-16,0 0 16,0 0-16,0 0 15,-25 0-15,24 0 0</inkml:trace>
  <inkml:trace contextRef="#ctx0" brushRef="#br0" timeOffset="116519.66">21654 15751 0,'25'0'16,"0"0"-1,25 0 1,-50 0-16,25 0 78,-25 0-62,49 0-1,-49 0 16,25 0-31,-25 0 47,50 0-31,-50 0-1,24 0 1</inkml:trace>
  <inkml:trace contextRef="#ctx0" brushRef="#br0" timeOffset="128487.34">18678 16842 0,'0'-24'93,"0"24"-77,50 0-1,49 0-15,-25-50 32,1 50-32,49-25 0,0 25 15,-25 0-15,25 0 16,-25 0-16,-24 0 15,-26 0 1,1 0-16,-25 0 16,-25 0-1,49 0-15,-49 0 31,25 0-15,49 0-16,-74 0 16,50 0-16,-25 0 15,0 0-15,-1 0 0,26 0 16,0 0 15,-26 0-31,26 0 16,0 0-16,-26 0 31,51 0-31,-50 0 15,-1 0-15,-24 0 16,25 0-16,0 0 0,0 0 16,24 25-1,-49-25-15,25 0 16,25 0-1,-25 0 1,-1 0-16,51 0 16,198 0-16,-124 0 15,-75 0-15,25 25 16,50 24-1,-99-49 1,-26 0 15,-24 0-31,25 0 16,0 0-16,0 0 15,49 0-15,-49 0 16,-25 0 0,50 0-1,-50 0-15,25 0 0,-25 0 16,74 0-16,-49 0 15,24 0-15,-24 0 0,25 0 16,-50 0 78,25 0-79,-1 0-15,1 0 63,-25 0-48,50 0 1,-25 0 15,-1 0-31,-24 0 16,25 0-1,25 0 1,-50 0-16,25 0 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0T05:15:00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8781 5680 0,'-25'-25'46,"0"1"64,0-1-79,1 0-15,-1 25 15,0 0-15,25-25-16,-50 25 31,26-25-31,-1 25 31,0-24 0,0 24 1,0-25-17,1 25 1,-1 0-16,0 0 15,0 0 1,0 0 15,1 0-15,-26 0-16,0 0 16,26 0-1,-51 0-15,50 0 16,-24 0-16,24 0 15,0 0 1,0 0 0,0 0 15,1 25-15,-1-25-1,25 24-15,-25-24 16,0 25-1,-24 0-15,49 0 16,-50 0-16,50-1 16,-25 26-16,25-25 15,-25 0-15,1 24 16,24-24 0,0 0-1,-25-25 1,25 25-1,0 0-15,0 24 16,0-24 0,0 0-16,0 24 15,0-24-15,0 25 16,0-1 0,0-24-16,0 0 15,0 0-15,0 24 16,0-24-16,0 0 15,0 25-15,49-1 16,-49-24 0,25 0-16,25 0 15,-50-1-15,25 1 16,-1 0 0,26-25 15,-25 0-16,0 0 1,-1 0 0,1 0-16,0 0 15,25 25 1,-50 0-16,49-25 16,1 0-16,0 0 15,-26 0-15,1 0 16,0 0-16,0 0 15,0 0 1,-1 0-16,1 0 31,0 0-31,0 0 16,0-25 0,24 25-1,-24 0 1,0 0-1,0-25-15,-1 25 32,1-50-17,0 50 17,-25-24-17,25 24 1,-25-25-16,49 0 15,-49 0 1,0 0-16,25-24 16,-25 24 15,0-25-31,0 26 31,0-1-31,0 0 47,0 0-47,-25 0 16,1-24-1,-1-1 1,0 25-16,0 25 16,0-24-16,-24-26 15,49 25 16,-25 0-31,0 1 0,0 24 16,25-25 0,0 0-1,-24 25 17,24-25 46</inkml:trace>
  <inkml:trace contextRef="#ctx0" brushRef="#br0" timeOffset="7407.49">6747 8533 0,'49'25'47,"-24"-25"-16,-25 24-16,25-24 17,25 0-17,-25 0 1,24-49-16,50 24 16,-49-49-16,-25 49 15,49-25-15,-49 1 16,25 24-16,-1-25 15,-24 50-15,25-49 16</inkml:trace>
  <inkml:trace contextRef="#ctx0" brushRef="#br0" timeOffset="10374.92">8235 10021 0,'25'0'63,"-25"25"-48,50 0 1,-50 0 0,24-25-16,-24 24 31,0 1 0,25-25-31,0 0 16,0 0-16,24 0 15,51-49-15,-51-1 16,50-74-16,-74 74 16,50 1-16,-1-26 15,-49 26-15,49 24 16,-24-25-16,-25 25 15,-25-24 64</inkml:trace>
  <inkml:trace contextRef="#ctx0" brushRef="#br0" timeOffset="12807.39">9922 8384 0,'25'-25'16,"-1"25"0,26 0-16,-25 25 15,0 0-15,-25 0 16,25 24-16,-1 1 15,1-50 1,0 25-16,-25-1 31,25-24-31,0 0 16,24 0 0,26 0-1,-1-49-15,75-50 16,-75 49-16,25-24 15,-24 24-15,49-24 16,-124 49-16,49 0 16,-24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20:18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7343 13275 0,'40'0'62,"81"0"-62,39 0 16,1 0-1,-81 0-15,40 0 0,1 0 16,-1 0-16,-80 0 16,81 0-1,-81 0-15,40 0 0,-40 0 16,0 0-1,81 0-15,-1 0 16,0 0-16,1 0 16,-81 0-16,80 0 15,1 0-15,-81 0 16,80 0-16,-80 0 16,40 0-16,-39 0 15,-1 0 1,0 0-16,40 0 15,0 0-15,1 0 16,-1 0 0,0 0-16,40 0 15,1 0-15,-1 0 16,-40 0-16,81 0 16,-81 40-16,81 40 15,-81-80-15,40 0 16,-39 0-16,39 0 15,-80 40-15,81-40 16,-41 0-16,-40 0 16,80 0-16,-80 0 15,41 0 1,-1 0-16,0 0 16,0 0 15,1 0-31,-1 0 15,80 0-15,-79 0 16,39 0-16,0 0 16,1 0-16,-41 0 15,40 0-15,-39 0 16,-41 0-16,0 0 16,0 0-1,0 0-15,0 0 16,41 0-16,-41 0 15,80 40-15,0-40 16,-79 0-16,39 0 16,-40 0-16,0 0 15,0 0 1,40 0 0,1 0-16,39 0 15,-40 0-15,1 0 16,39 0-16,-40 0 15,1 0-15,-41 0 16,40 0 0,-40 0-1,40 0-15,1 0 16,-1 0 0,-40 0-16,80 0 15,-80 0-15,41 0 16,-41 0-16,40 0 15,-40 0-15,40 0 16,-39 0-16,39 0 16,-40 0-16,0 0 15,40 0-15,41 0 16,-41 0-16,0 0 16,-40 0-16,81 0 15,-81 0 1,40 0-16,-40 0 15,0 0-15,41 0 16,39 0-16,0 0 16,41 0-16,-1-40 15,-79 40-15,39-40 16,-40 40 0,-40-40-16,0 40 46,1 0-30,-1 0-16,40 0 16,-40 0-1,0 0 1,0 0 93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1-30T09:12:02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12700 12005 0,'0'0'125,"0"0"-110,-25 0-15,-24 0 16,-1 0-16,-24 0 15,-1 0-15,50 0 16,-24 0-16,24 0 0,25 0 16,-50 0-16,26 0 15,-1 0-15,0 0 16,0-24-16,0 24 15,0 0 1,1 0 0,24 0-1,-25 0 188,25 0-187,0 24-1,0 1-15,0 25 16,0 24-16,0-49 15,0 149-15,0-100 32,0 50-32,0-49 15,0-26-15,0 1 0,0 24 16,0-49-16,0 49 15,0-49 1,0 0 0,0 0-16,0 49 15,0-49-15,0 25 0,0-1 16,0 26-16,0-1 15,0-49-15,0 25 16,0-1-16,0 26 16,0-1-1,0-49-15,0 24 16,0-24-16,0 50 15,0-26-15,0 1 0,0 24 16,0-24-16,0-1 31,0 1-31,0 24 0,0-24 16,0 49-16,0-74 15,0 50-15,0-51 0,0 26 16,0 0-16,0 24 16,25-24-16,-25-1 31,0 1-31,0-25 15,0 74-15,0-25 16,0 25-16,0-49 16,0 0-16,0 24 15,0-49-15,0 49 0,0-49 16,0 25-1,0 24-15,0-24 16,0-1 0,0-24-16,0 50 15,0-26-15,24 26 16,-24-26-16,0-24 0,0 0 15,0 24 1,0 1-16,0-25 16,0 24-16,0 26 15,0-1-15,0-49 16,0 49-16,0 1 15,0-50-15,0 49 16,0-74-16,0 50 0,0-1 31,0-24-31,0 0 0,0 0 16,0 24-16,0-49 0,0 50 15,0 0 1,0-50 0,0 49-16,0 1 15,0-25-15,0 24 0,0-49 31,0 50-31,0-25 16,0 24-16,0-49 31,0 25-31,0 25 16,0-26-16,0-24 15,0 50-15,0-50 16,0 25-16,0 24 16,0-49-1,0 25-15,0 0 31,0 0 1,0 0-1,0-1 109,25-24-124,-25-24-16,50 24 15,0-25-15,-26 0 16,76 0-16,-100 25 31,99-25-31,-99 25 16,25 0-16,49 0 0,-49 0 15,-25 0-15,25 0 32,-1 0-32,26 0 0,-50 0 15,50 0-15,-26 0 16,1 0-1,0 0 1,0 0 0,-25 0-16,25 0 0,-25 0 171</inkml:trace>
  <inkml:trace contextRef="#ctx0" brushRef="#br0" timeOffset="1824.1">11311 12254 0,'0'-25'47,"-25"0"-31,0 25-16,25 0 15,-24 0 16,-1 0-15,0 0-16,-25 0 16,50 0-1,-25 0 1,25 0-16,-49 0 15,49 0 1,-25 0 15,25 0-31,-50 0 16,26 0 31,24 25-32,0-25-15,0 25 16,0-1-16,0-24 15,0 25-15,0 0 16,0 0 0,0-25-1,0 49-15,0-24 16,0-25-16,0 25 0,0 25 15,24-26 1,51 1 0,-75 0 15,25-25-31,-1 0 15,1 0-15,0 0 16,25 0-16,-25 0 16,-25 0-1,24 0 1,1-25-16,0 0 15,-25 25-15,0-24 16,0 24 0,0-50-1,0 50 1,0-50 15,0 50-15,-25-24-1,25 24-15,-25-25 0,1 25 16,24-50 15,-25 25-31,0 1 16,0-1-1,0 25 32</inkml:trace>
  <inkml:trace contextRef="#ctx0" brushRef="#br0" timeOffset="2735.15">11212 13097 0,'0'0'94,"0"25"-79,0 24-15,0-24 16,0 50-16,0-51 15,0 26-15,0-25 16,0 24-16,0-24 31,0 0-31,0 0 16,0 0-16,0-25 15,0 24 1,-25 1 62</inkml:trace>
  <inkml:trace contextRef="#ctx0" brushRef="#br0" timeOffset="4191.22">11162 14139 0,'-25'0'15,"0"0"1,25 0 93,0-25-93,0-25-1,0 50-15,0-25 16,0 1-1,0-1 1,0 0 0,25 25-1,-25 0 16,50 0-31,-25 0 16,-25 0-16,49 0 16,-49 0-16,25 0 31,-25 0-16,50 0 1,-50 0-16,25 0 16,-25 25-1,0-25 16,0 49-31,0-49 16,0 25-16,0-25 16,0 50-16,0-50 31,0 25-31,0-25 15,-25 24-15,25-24 16,-50 50-16,50-50 0,-49 25 31,-1 0-31,50-1 16,-25 1-1,25-25-15,-25 0 32,75 50 108,-25-50-124,24 0 15,26 0-31,-26 0 15,1 0-15,-50 0 16,25 0-16,-25 0 16,25 25 108</inkml:trace>
  <inkml:trace contextRef="#ctx0" brushRef="#br0" timeOffset="5791.33">11162 14957 0,'0'-25'16,"0"1"-1,0-1-15,0 25 16,0-25-1,0 0 1,0 0 15,0 25-15,0-24-16,25 24 15,0 0 1,0 0 0,-1 0-1,-24 0 1,50 0-1,-25 0-15,0 0 32,-25 0-32,24 0 15,1 0 1,0 0-16,-25 0 15,0 24-15,0-24 16,0 50-16,0-50 16,0 25 15,0-25-16,0 49-15,0-24 16,-25-25 0,25 0 15,-49 25-31,24-25 15,25 0 48,0 0 62,0 0-110,0 0-15,25 0 16,-25 25 15,24 0-15,1-1-1,-25 1 16,0 0-31,0-25 16,0 25 0,0 0-16,0-1 15,0-24-15,0 25 31,-25-25-15,1 0 0,24 0-16,-25 0 31,25 0-16,-50 0 1,50 0-16,-25 0 16,-24 0-1,24 0-15,0 0 16,0 0 15</inkml:trace>
  <inkml:trace contextRef="#ctx0" brushRef="#br0" timeOffset="7576.42">11336 15677 0,'0'0'78,"0"24"-63,-25-24-15,0 25 16,-24 25-16,24 24 31,0-74-15,0 25-16,25-25 15,0 50 219,25-50-218,0 24-16,0-24 15,-1 0-15,-24 0 16,25 0 15,0 0-15,0 0-1,-25 0 48,25 0-48,-1-24-15,-24 24 16,0-25 0,25 25 15,0-25-16,0 25 1,0 0 15,-25 0 188,0 25-204,0 24 16,0-24-31,-25 0 16,25 0-16,0 0 16,0-25-16,0 24 0,0 1 31,0 0-16,-25-25 95</inkml:trace>
  <inkml:trace contextRef="#ctx0" brushRef="#br0" timeOffset="9082.51">11534 16520 0,'-25'0'62,"1"-25"-46,24 0-16,-50 25 15,25 0 1,0 0-16,-24 0 16,49 0-16,-25 0 15,0 0-15,0 0 31,25 0-15,-24 0 0,-1 0-16,0 0 15,25 0 1,-25 0 15,50 25 125,-25 0-125,0 0-15,0-25 31,25 0 77,24 0-108,-49 0 0,50 0 15,-50 0-31,25 0 15,-25 0 1,25 0 0,24 0 30,-49 0-14,0 25-1,0-25 0,0 49-31,0-49 16,-49 0-1,24 0 1,-25 25-16,25-25 0,25 0 15,-24 0-15,-1 0 16,0 0-16,25 0 31,-25 0-15</inkml:trace>
  <inkml:trace contextRef="#ctx0" brushRef="#br0" timeOffset="11319.64">11460 17090 0,'0'0'94,"0"0"-79,0 0 1,-50 0-1,50 0 1,-25 0-16,25 0 0,-49 0 16,24 0-1,0 25 1,25 0-1,0 0 17,0-25-17,0 25 1,0-1-1,0 1 17,0-25-32,0 25 15,0 0 1,0 0-16,0-25 15,0 24 17,0 1-17,0 0 1,0-25 15,0 0 0,50 0-31,-25 0 16,-1 0-16,-24 0 15,25 0-15,-25 0 32,50 0-17,-50-25 1,25 25-1,-25-25 17,0 25 46,0-24-16,0 24-46,-25 0-1,0 0-15,0 0 16,25 0-1,-25 0-15,1 0 32,-1 0-32,25 24 62</inkml:trace>
  <inkml:trace contextRef="#ctx0" brushRef="#br0" timeOffset="14165.81">13196 11237 0,'0'0'94,"-50"0"-79,50 24 1,-24 1-1,24-25-15,-25 25 16,0 0 0,25 0-1,0 24-15,0-49 16,0 25-16,0-25 0,0 50 15,0-26-15,0 1 32,0 0-32,0-25 0,25 50 15,-25-50-15,0 24 16,25-24-16,-25 25 15,24-25 17,1 0-32,0 0 15,25 0-15,-25 0 16,24 0 15,-24 0-31,-25-25 16,0 1-16,0-1 15,0 0-15,0 0 16,0 0-1,0 25-15,0-24 16,0-1 0,0 0-16,-25 25 15,0-74-15,1 49 31,-1 0-31,0 0 16,25 25-16,-25-25 0,0 25 31</inkml:trace>
  <inkml:trace contextRef="#ctx0" brushRef="#br0" timeOffset="15463.88">14263 11212 0,'0'25'62,"0"-25"-46,0 49-16,0-24 31,0 0-31,0 49 0,0-49 16,0 25-16,0-1 15,24-24-15,-24 0 0,0-25 16,0 25 62</inkml:trace>
  <inkml:trace contextRef="#ctx0" brushRef="#br0" timeOffset="16855.96">15503 11286 0,'0'-25'16,"0"1"-1,0-1 1,25 0 0,-25 0-16,25 25 15,-1 0 1,1-25-1,0 25 1,0 0 0,0 0-16,-25 0 0,24 0 15,26 0 16,-25 0-31,0 0 0,-25 0 16,24 0-16,1 25 16,-25-25-16,25 25 15,-25 0 1,0-25-16,0 25 31,0-1-15,0 1-16,0 0 15,-25 0 16,-49 24-31,49-24 16,0 0-16,0-25 0,-24 25 16,49-25 15,-25 0-31,0 25 15,0-1 1,25-24 46,0 25-46,25-25 46,0 0-46,25 0-16,-1 0 16,1 0-16,49 0 31,-49 0-31,24 0 15,0 0-15,-49 0 16</inkml:trace>
  <inkml:trace contextRef="#ctx0" brushRef="#br0" timeOffset="18453.05">17115 11261 0,'0'-24'16,"0"24"-16,25-25 16,0 25-16,0 0 15,-25-25-15,24 25 16,1 0-16,0 0 31,0-25-15,24 25-1,1 0-15,-50 0 16,25 0-1,0 0-15,-1 0 16,-24 0 0,25 0-1,0 0 1,0 0-16,-25 0 15,50 0 17,-50 25-32,0-25 15,0 25-15,0 24 16,0-49-1,-25 25-15,0-25 32,0 25-17,25-25-15,-50 0 16,26 0-16,24 25 15,-25-25-15,25 0 156,49 0-140,1 0 0,-50 0 15,25 0-31,0 0 15,-25 25 1,0-25 0,25 24 15,-25 1-16,0-25-15,0 25 16,0-25-16,0 50 31,0-50-31,0 24 16,0-24-16,-50 25 15,50-25 1,-25 0 0,-25 0-1,26 0-15,-51 0 0,50 0 16,-24 0-16,24 0 31,-25 0-31,26 0 0,24 0 16,-50 0-16,50 0 15,-25 0 1</inkml:trace>
  <inkml:trace contextRef="#ctx0" brushRef="#br0" timeOffset="20351.16">18876 10988 0,'-24'25'31,"-1"-25"-31,-25 75 16,50-51-16,-25 1 0,25 0 15,-24 0 48,-1 0-32,0-25 0,25 25-15,-25-25-16,0 49 31,1-49-31,24 25 62,0-25-46,-25 50 77,25-50-61,49 0-17,51 0-15,-26 0 16,-24 0-16,-1 0 31,-24 0-31,0 0 16,0 0 30,24 0-30,-49 0 31,25 0-32,-25-25 1,0 25 46,0-25-30,0 25 30,-25 0-31,25 0-31,0 25 16,0 0-1,0 24-15,0 1 16,0-50-16,0 25 16,0-1-16,0 1 15</inkml:trace>
  <inkml:trace contextRef="#ctx0" brushRef="#br0" timeOffset="22183.26">20712 10939 0,'0'0'47,"0"0"-32,-75 0-15,26 0 16,-1 0-16,25 25 16,-49-1-16,49-24 15,0 0 1,-24 0-16,49 25 15,-50-25 17,50 0-1,-25 0-16,25 25 188,-24 25-187,24-26-16,0-24 31,0 50-31,0-50 16,0 50-16,0-50 15,24 0 32,-24 0 15,25 0-46,0 0 0,25-25-1,-50 0-15,24 25 16,-24 0 46,25 0-46,0 0-1,-25 0-15,25 0 0,24 25 32,-49 0-17,25-25 1,-25 25 15,0-1-31,0-24 16,0 50-1,0-50-15,0 25 31,0-25-31,0 49 16,0-49 15,-25 0-15,25 25-16,-24-25 15,-26 0-15,25 25 16,-24-25-16,49 0 16,-25 0-16,-50 0 0,51 0 31,-1 0-31,0 0 0,25 0 15,-50-25-15,50 25 32</inkml:trace>
  <inkml:trace contextRef="#ctx0" brushRef="#br0" timeOffset="23424.33">21853 10864 0,'0'0'16,"-25"0"-16,0 0 15,25 0-15,-49 0 31,24 0-31,0 0 0,25 0 16,-25 0-16,-24 0 16,24 0-1,0 25-15,25 0 16,-25 0-16,25-25 15,0 25 1,0-1 0,0 1-1,0-25-15,0 25 16,0 0-16,0 0 15,0-25 17,0 24-32,0 1 15,0 0-15,0-25 16,25 25-16,0-25 0,0 25 15,-25-25-15,49 0 32,1 0-32,-25 0 15,-25 0 1,25 0-1,-1 0 1,-24 0 15,0 0-15,0 0-16,0-25 62,0 0 1,-24 25-48,24 0 1,-50 25-1,50-25-15,-25 25 16</inkml:trace>
  <inkml:trace contextRef="#ctx0" brushRef="#br0" timeOffset="26415.51">22349 11857 0,'0'-25'31,"25"25"-16,0 0 17,-1 0-17,26 0-15,-25 0 16,-25 0-16,49 0 15,1 0-15,24 0 16,-74 0-16,50 0 16,25 0-16,-51 0 31,26 0-31,-25 0 15,0 0-15,-25 0 16,24 0-16,1 0 16,0 0-16,25 0 15,-26 25 1,1-25-16,50 24 15,-26-24-15,-24 0 16,0 0-16,24 25 16,-49-25 108,25 50-92,0-1-32,-25 1 15,25 0 1,-25-26-16,0 51 15,0-1-15,25-24 16,-25 24-16,24-49 0,-24 25 16,0-1-16,0-24 31,0 99-31,25-25 15,0-24-15,-25-50 32,0 24-32,25 50 0,-25-74 15,0 25-15,0-25 16,25 24-16,-25 1 15,0 0-15,0-26 0,24 51 16,-24-75-16,0 49 31,0 1-31,0-50 16,25 74-16,-25-49 15,0 25-15,0-1 32,0 100-32,25-25 15,0 75-15,24-100 16,-49-25-16,0-24 15,0 74-15,25-50 32,-25 50-32,0-74 0,0 24 15,0 1-15,0-26 16,25 26-16,-25-50 31,25 24-31,-25 1 16,0-1-16,0-49 0,0 50 15,0 0-15,0-50 16,0 49-16,0 1 31,0 99-31,0-75 16,0 50-1,0-49 1,0-51-16,0 26 0,0-25 15,0 74-15,0-99 16,0 74-16,0 26 16,0-76-16,0 26 31,-25 24-31,25-49 15,-25 50-15,25-50 0,0 49 16,0-49-16,0 24 16,-25-49-16,25 25 15,0 25-15,0-50 31,0 49-31,-24-24 16,24 0-16,0 49 16,0 1-1,0-75-15,0 25 16,0-25-16,0 49 31,0-49-31,0 25 16,0 49-16,0-49 0,0 0 15,-50 25-15,25-1 16,25-49-1,0 25 17,0 0-1,0 0-16,0-25 1,-25 24 0,25 1 46,-49 25-46,24-50 15,-25 0-16,26 0-15,-26 0 16,25 0-16,-49 0 16,-25 0-16,24 0 0,26 0 31,24 0-31,0 0 0,-49 0 15,74 25-15,-25-25 32,25 0-17</inkml:trace>
  <inkml:trace contextRef="#ctx0" brushRef="#br0" timeOffset="27591.57">24284 16917 0,'0'0'15,"25"0"-15,-25 0 16,74 0-16,-24 0 16,49 0-16,0 25 15,-49-1-15,-26-24 16,1 0-16,0 0 0,0 0 15,-25 50 126,-25 0-126,0-26 1,-99 76-16,75-51 16,-51 50-16,76-74 15,-26 25 1,50-50-16,-50 25 15,50-25-15,-24 24 16</inkml:trace>
  <inkml:trace contextRef="#ctx0" brushRef="#br0" timeOffset="28119.6">25276 17016 0,'0'0'15,"-25"0"1,-49 74-16,49 1 16,0-50-1,0-1-15,-49 51 16,49-26-16,0-49 15,25 25-15,-24 0 0</inkml:trace>
  <inkml:trace contextRef="#ctx0" brushRef="#br0" timeOffset="28695.64">24904 17115 0,'0'-25'15,"25"25"17,49 0-17,-49 50-15,0-25 31,24 24-31,-24 1 16,25-25-16,-50 0 16,0-1-16,25 1 31,-1 0 31,-24 0 16</inkml:trace>
  <inkml:trace contextRef="#ctx0" brushRef="#br0" timeOffset="29590.69">25722 16942 0,'25'-25'62,"0"25"-46,49 0-16,1 0 31,-50 0-31,0 0 16,-1 0-16,-24 0 0,25 0 31,-25 0 62,0 0-77,0 25-16,0-1 16,0 51-1,0-50-15,-49 24 16,49-24-16,-50 25 15,25-50-15,25 24 32,-25 51-32,0-50 0,1-1 15,24-24-15,-25 50 0,25 0 16,0-26-16,-25 1 15,25 0 17,0-25-32,0 25 15,-25 0 110</inkml:trace>
  <inkml:trace contextRef="#ctx0" brushRef="#br0" timeOffset="30135.72">25673 17214 0,'0'0'78,"0"0"-78,25 0 15,24 0 1,100 0-16,-124 0 15,25 25-15,-26-25 16,1 0-16,25 0 0,-50 0 62</inkml:trace>
  <inkml:trace contextRef="#ctx0" brushRef="#br0" timeOffset="37352.11">14387 12278 0,'0'25'62,"0"0"-46,0-25-16,0 50 15,0-1-15,0 26 16,0-75-16,0 49 31,0-24-31,0 0 16,0 0-1,25 24-15,-25-49 63</inkml:trace>
  <inkml:trace contextRef="#ctx0" brushRef="#br0" timeOffset="38633.18">17438 12254 0,'49'0'47,"-24"0"-16,0 0-15,0 0-16,-25 49 0,25 50 16,-25-49-16,0-25 15,24 0-15,1 24 47,-25-49 78,0 25-110,0 0 17,0-25-17,0 49-15,0-24 31,0-25-31,0 25 78</inkml:trace>
  <inkml:trace contextRef="#ctx0" brushRef="#br0" timeOffset="43303.47">13047 13171 0,'25'0'47,"0"0"-31,-25 0-1,0 50 1,0-25-16,0 0 15,0 24-15,0-24 16,0 49-16,0-49 31,0 0-31,0 0 281</inkml:trace>
  <inkml:trace contextRef="#ctx0" brushRef="#br0" timeOffset="45607.6">17512 13196 0,'0'0'125,"0"25"-110,0 0-15,0-25 16,0 25-16,0-1 16,0 1-16,0-25 31,0 25-31,0 0 15,0 0 17,0-25 14,0 24 32,0 1-62,0 0-16,0-25 16,0 25-16,0 0 171</inkml:trace>
  <inkml:trace contextRef="#ctx0" brushRef="#br0" timeOffset="48143.75">15850 13196 0,'0'25'46,"0"-25"-30,0 25-16,0 0 16,0-1-16,0 1 15,0 50-15,0-75 16,0 49-16,0-49 31,0 25-31,0 0 16,0 0-1,0-1-15</inkml:trace>
  <inkml:trace contextRef="#ctx0" brushRef="#br0" timeOffset="50815.9">20439 13022 0,'25'0'31,"-25"0"0,0 25-15,0 25-16,0-25 16,0 24-16,0 1 15,0-50-15,0 50 16,25-26-16,-25-24 31,24 25 16</inkml:trace>
  <inkml:trace contextRef="#ctx0" brushRef="#br0" timeOffset="52232.98">21679 12898 0,'0'0'125,"25"25"-110,-25 0 1,0 0 15,25 0-31,-25-1 16,0 26-1,25-25-15,-25 0 32,49 24-32,-49-24 62,0 0-46,0-25-1,0 25 16,0 0-15,0-1 0,0-24-16,0 25 46,0-25-30,0 25-16,0 0 16,0-25 93</inkml:trace>
  <inkml:trace contextRef="#ctx0" brushRef="#br0" timeOffset="58575.35">14511 13940 0,'0'25'78,"0"0"-63,0 0-15,0 24 16,0-24-16,0 25 15,0-26 17,0 1-32,0 0 0,0 0 15,0 24 1,0-24-1,0 0-15,0-25 16,0 25-16,0 0 16,0 0 15</inkml:trace>
  <inkml:trace contextRef="#ctx0" brushRef="#br0" timeOffset="63551.63">17587 14039 0,'0'0'62,"0"0"-46,0 50-16,0 0 15,0-1-15,0-24 16,0 0-16,0 0 31,0-25-31,0 24 0,0 1 16,0 0-1,0-25 1,0 25 15,0 0-15,0 0-16,0-25 31</inkml:trace>
  <inkml:trace contextRef="#ctx0" brushRef="#br0" timeOffset="65919.77">18951 13990 0,'0'0'47,"0"0"-16,0 49-31,0-24 0,25 50 16,-1-26-16,-24-24 15,0 0-15,0 0 0,0 49 32,0-49-17,25 0-15,-25 0 16,0-25 15</inkml:trace>
  <inkml:trace contextRef="#ctx0" brushRef="#br0" timeOffset="68245.89">20489 14015 0,'0'24'47,"0"26"-32,0-25-15,0 49 16,0-49-16,0 25 16,0-50-16,0 49 15,0 1 1,0-50-16,0 25 15,0 0 1,0-1 46</inkml:trace>
  <inkml:trace contextRef="#ctx0" brushRef="#br0" timeOffset="73089.17">12948 14883 0,'0'0'47,"0"0"-31,25 0-16,0 49 31,-25 1-31,0-25 16,24 24-16,-24-49 0,0 50 31,0-25-31,0 0 15,0-1-15,0 1 16,0 0-16,0 0 16,0 0-16</inkml:trace>
  <inkml:trace contextRef="#ctx0" brushRef="#br0" timeOffset="74591.25">14461 14883 0,'0'25'110,"0"-25"-79,0 49-16,0-24 1,0 0-16,0 24 31,0-24-15,0 0-16,0 0 15,0-25-15,0 25 32,0-1-17,0 1-15,0-25 31,0 25 94,0 0-109,0-25-1</inkml:trace>
  <inkml:trace contextRef="#ctx0" brushRef="#br0" timeOffset="76121.35">15925 14709 0,'0'0'93,"0"50"-77,24-25 0,-24 24-16,0-24 31,0 25-31,0-26 15,25 1-15,-25 0 16,0-25-16,0 25 0,0 0 16,0-1-1,0-24 1,0 25-16,0 0 15,0 0 1,0-25-16,0 25 16,0-1-1,0 1 1,0-25-16</inkml:trace>
  <inkml:trace contextRef="#ctx0" brushRef="#br0" timeOffset="79591.55">19124 14858 0,'0'0'62,"0"25"-46,0 0-16,0 24 15,0-24-15,0 0 32,0 24-32,0-49 0,0 50 15,0-25-15,0 0 16,0-25-16,0 24 15,0 26 1,0-50 0,0 25-1,0 0 1,0-1-16,0-24 31,0 25-31,0 25 265</inkml:trace>
  <inkml:trace contextRef="#ctx0" brushRef="#br0" timeOffset="90631.18">16073 15801 0,'0'24'63,"0"-24"-63,0 50 15,0-25 1,0 0-16,0-25 16,0 24-16,0 26 0,0-25 15,25 0-15,-25-1 31,0 1-31,0-25 0,0 25 16</inkml:trace>
  <inkml:trace contextRef="#ctx0" brushRef="#br0" timeOffset="92320.28">17611 15677 0,'0'0'47,"25"24"-31,0-24-1,-25 50 1,25-25-16,-25 0 15,0 24-15,25 1 16,-25-1-16,49-24 16,-49 0-1,0 0 1,0 0-1,0-1-15,0 1 32,0 0-17</inkml:trace>
  <inkml:trace contextRef="#ctx0" brushRef="#br0" timeOffset="97519.57">22101 15553 0,'25'0'62,"-25"24"-46,0 26-16,0 0 15,0-50-15,0 24 16,0 1-16,0 0 31,0-25-31,0 50 16,0-26-1,0 1-15,0 0 31,0 0-15,0-25 0,0 25 30,0-1-46,0 1 16,0-25 0,0 25-1,0 0-15,0 0 16,0-25-16</inkml:trace>
  <inkml:trace contextRef="#ctx0" brushRef="#br0" timeOffset="101207.78">14511 16446 0,'0'0'78,"25"24"-78,-25 1 15,49 124-15,-49-124 16,25 24-1,-25 26-15,25-26 16,-25-24-16,0 0 0,0 25 16,0-50-1</inkml:trace>
  <inkml:trace contextRef="#ctx0" brushRef="#br0" timeOffset="103527.92">16321 16545 0,'-24'0'31,"24"25"-15,0 49-16,0-49 31,0 49-31,-25-24 16,25-25-16,0-1 15,0 26-15</inkml:trace>
  <inkml:trace contextRef="#ctx0" brushRef="#br0" timeOffset="110792.33">14759 17388 0,'0'0'93,"0"50"-77,0-1-16,0 26 15,0-75-15,0 49 0,0-24 16,0 0 0,0 0-16</inkml:trace>
  <inkml:trace contextRef="#ctx0" brushRef="#br0" timeOffset="112255.42">19372 17165 0,'0'0'31,"0"49"-31,-24 1 31,24-25-31,0 0 0,-25-1 16,25 1-16,0-25 16,0 25-16,0 25 15,0-26-15,0 1 0,0 0 16,0 0-16,0 0 31,0 0-31,0-1 0,0-24 16,0 25 15,0 0-16,0 0 48,0-25-48,0 25 17</inkml:trace>
  <inkml:trace contextRef="#ctx0" brushRef="#br0" timeOffset="113778.5">13196 12254 0,'-50'0'16,"26"0"-16,24 0 16,-25 0-16,-25 24 31,25 1-31,1 0 15,-1 0 1,25 0 15,0-1-15,0-24-16,0 25 15,0 0-15,25 0 32,24 0-32,1-25 15,-50 0-15,74 0 16,-24 49-16,0-49 0,-26 0 15,26 0-15,-25 0 16,0 0-16,-1 0 31,1 0-31,0 0 16</inkml:trace>
  <inkml:trace contextRef="#ctx0" brushRef="#br0" timeOffset="115599.61">16024 12303 0,'-25'0'15,"0"0"1,0 0-16,25 0 31,-24 0-31,-26 0 0,50 0 16,-25 0-16,0 25 15,25-25-15,-24 0 16,24 25 46,-25-25-46,25 25-16,0-1 15,0-24-15,0 25 16,0 0 0,0 0-1,0-25-15,0 49 16,0-24-16,0-25 0,0 25 15,0 0 1,0 0 0,0-25 15,25 0-31,-1 0 0,1 0 15,0 0-15,0 0 16,24 0-16,-49-25 62,0-25-30,0 50-17,0-25 1,0 25-16,0-24 15,0 24-15,0-25 16,0 0-16,0 0 16,0 25 15,0-25-16,0 1 17,0-1-1,0 25 0</inkml:trace>
  <inkml:trace contextRef="#ctx0" brushRef="#br0" timeOffset="117054.69">19100 12204 0,'0'0'93,"0"0"-77,0 0-1,0 0 1,0 25-16,0 0 16,0-1 15,0-24-31,0 25 15,0 0 1,0 25 15,0-50-31,0 0 0,24 0 16,1 0-16,25 24 15,-50-24-15,49 25 16,-24-25-16,25 0 47,-25 0-32,-1 0 1,1 0 15,0 0-15,-25 0-1,0-25 17,0 25-17,0-24-15,0 24 16,-25-25-16,25 0 15,-49 0-15,49 0 16,-50 25 0,50-24-1,-50-1 1,26 0 62,-1 25-63,25 0 32,-50 0-31,25 0-16,25 0 15,-49 0-15,24 0 47</inkml:trace>
  <inkml:trace contextRef="#ctx0" brushRef="#br0" timeOffset="118135.75">20538 12080 0,'-25'0'16,"1"0"0,24 0-16,-50 0 15,0 0-15,26 0 0,-1 0 16,0 25 31,0-1-32,25 1 1,0-25-1,0 25 1,0 0-16,25 0 31,-25-25-31,25 0 16,0 25-1,-1-25-15,1 0 16,0 24-16,0-24 0,-25 0 31,25 0-31,24 0 0,-49 0 16,25 0-1,0 0 17,0 0-32,-25 0 46,0 0-30,0-24 0,0-1-1,0 0 1,0 0 15,0 0-15,-25 0-16,0 25 0,25 0 31,-25 0-16</inkml:trace>
  <inkml:trace contextRef="#ctx0" brushRef="#br0" timeOffset="119528.83">21679 12080 0,'0'25'46,"0"-25"-30,0 24-16,-25-24 16,1 0 15,-26 25-31,50 0 15,0-25-15,0 25 32,0-25-17,0 50 1,0-26 15,0 1-15,0-25-16,25 0 31,-25 0-16,25 0-15,-1 0 32,1 0-32,-25 0 15,25 0 1,0 0-1,0 0-15,-25 0 16,0 0 0,0-25 15,0 1-16,0-1 1,0-25 15,0 50 0,-25-25-15,25 25-16,0-25 16,-50 1-16,50 24 15,-25 0 1,1-25-1,-1 25 1,-25 25 78,1 24-79</inkml:trace>
  <inkml:trace contextRef="#ctx0" brushRef="#br0" timeOffset="121222.93">14486 13122 0,'0'0'63,"-25"0"-48,25 0-15,-49 24 31,24-24-31,25 25 16,0-25 62,0 50-62,0-50-1,0 25 1,0-25-16,25 25 0,-1-1 15,-24 1 1,25-25-16,0 25 16,-25-25-1,50 0 1,-26 0-1,51 0 1,-75 0-16,49 0 0,1 0 16,-50 0-16,50 0 15,-26 0-15,-24 0 31,0-25 1,0 25-1,-24-49-16,24-1-15,-25 50 16,-25-25-16,25 0 31,25 25-15,-24-25-16,-26 25 15,50 0 17,-50-24-17,50 24 16</inkml:trace>
  <inkml:trace contextRef="#ctx0" brushRef="#br0" timeOffset="123177.04">19149 13097 0,'-25'0'15,"1"0"1,24 0-16,-25 0 31,0 0-31,0 0 16,25 0-16,-25 0 15,25 0-15,-24 25 32,-1-1-17,25 1 16,0-25-31,0 25 16,0 0 0,0 0-16,0-25 31,0 25-16,25-1 1,-25-24 0,49 25-16,-24 0 31,25-25-31,-26 0 15,-24 0-15,25 0 16,0 0 15,0 0-31,-25 0 16,49 0 15,1 0-31,-50-25 16,25 25 62,-25-49-63,0 49 1,0-25-16,0 25 31,0-50-15,0 50-1,-25 0 1,0-25-16,-24 25 15,24 0-15,0 0 32,0 0-17</inkml:trace>
  <inkml:trace contextRef="#ctx0" brushRef="#br0" timeOffset="125171.15">13072 14089 0,'0'-25'16,"-25"25"30,0 0-30,25 0 0,-24 25-16,-1 0 15,-25 49 16,25-74-31,25 25 0,0-25 32,0 25-1,0 0-16,0-1-15,0-24 16,25 25 0,-25 0 15,25-25-16,0 0-15,-25 25 16,25-25-16,24 0 16,26 0-1,-75 0-15,49 0 16,1 0-16,-50 0 0,25 0 15,0 0 1,-1 0 15,-24 0-15,0-50-1,0 50 1,0-25 15,0 25-31,0-49 0,0 49 16,0-25-16,0 25 15,0-50-15,0 50 32,0-24-32,0 24 15,-24-50 1,-1 50-16,25-25 15,-25 25-15,0-25 32,0 25-1,0 0-16,1 0 1,-1 0-16,25 0 31</inkml:trace>
  <inkml:trace contextRef="#ctx0" brushRef="#br0" timeOffset="126596.24">16049 14015 0,'0'0'15,"0"0"16,0 0-31,-25 0 0,-25 0 16,25 0-16,-24 0 16,49 0-1,-25 0 32,25 0-31,0 24-1,0 1 1,0-25-16,0 50 15,0-25 1,0-25 15,0 24-31,0 1 16,0 0-1,0-25 1,0 25-16,0 0 31,25-1-15,24-24-16,-24 0 0,0 0 15,0 0-15,-25 0 16,25 0 0,-1 0 30,1 0-14,-25 0-17,0 0 16,0 0-15,0-49-16,0 24 16,0 25-16,-25-74 15,25 49-15,-24 25 31,-1-25-31,25 25 16,-25-25-16,25 0 16,-25 25 15,25 0-31,-25 0 15,1 0 32,-1 0-31,25 0-1,-25 0 1</inkml:trace>
  <inkml:trace contextRef="#ctx0" brushRef="#br0" timeOffset="128511.35">21853 14064 0,'0'-25'16,"0"25"-1,-25 0-15,0 0 16,1 0-1,-1 0-15,-25 0 16,0 0-16,50 0 16,-24 0-16,-26 0 15,50 0-15,-50 0 16,50 25-1,0-25 17,-24 25-17,24 0-15,-25-25 16,25 25 15,0-1-31,0-24 16,0 25 15,0 0-16,0 0 1,0-25 0,0 0-1,25 0-15,-25 0 0,24 0 16,1 0 15,0 0 0,-25 0 0,25 0-15,24 0 15,-24 0-15,-25 0-1,25-25 32,0 0 0,-25 25 31,0-25-62,0 25 15,0-49-16,0 49 1,0-25 0,0 25 15,0-25-16,0 25 17,-25-25-1,0 1 0,0-1-15</inkml:trace>
  <inkml:trace contextRef="#ctx0" brushRef="#br0" timeOffset="130767.47">17735 14858 0,'-24'0'125,"24"0"-110,-50 0 1,50 0-1,-25 0-15,-24 0 16,49 0 31,-25 25-32,0-25-15,25 49 32,0-49-17,-25 25 1,25-25-16,0 25 31,0 25-15,0-50-1,0 24 1,50 1-1,-50 0-15,25-25 16,24 25 0,-24-25 15,25 0-16,-26 0-15,26 0 0,-25 0 16,-25 0 0,25 0-1,-1 0-15,1 0 16,-25 0 15,25 0-31,-25 0 0,50-25 16,-50 25 15,0-50-31,0 26 31,0 24-15,0-50-1,0 25 1,-25 0-1,25-24 17,-25 49-17,25 0-15,-25 0 0,-24 0 31,24-25-15,-50 25 0,51 0-16,-26 0 0,25 0 93</inkml:trace>
  <inkml:trace contextRef="#ctx0" brushRef="#br0" timeOffset="132303.56">20513 14982 0,'-24'0'31,"24"0"-15,-25 0 15,-25 0-31,25 0 15,25 0 1,-24 25 0,24-25-16,-25 49 15,25-49-15,0 25 16,-25-25-16,25 25 0,0 0 31,0 0-15,0-1-1,25 1-15,0 0 31,-1 0-31,1-25 16,-25 0 0,25 0-1,0 0-15,0 25 16,-25-25 15,74 0-31,-74 0 16,25 0-1,-25 0-15,25 0 31,-1 0-15,-24-25 0,0 0-16,0 25 31,0-50-31,0 26 15,0 24-15,0-25 16,0 25-16,0-25 47,-24 0-47,24 25 31,-25-25-15,-25 1-16,1 24 31,24 0-31,0 0 15</inkml:trace>
  <inkml:trace contextRef="#ctx0" brushRef="#br0" timeOffset="133799.65">21828 14883 0,'0'0'16,"-25"0"-16,-49 0 16,74 0-16,-25 0 15,0 0 16,0 0-31,1 0 16,-1 25 0,25-25-16,0 49 0,-25-49 15,25 25 1,0-25-16,0 25 15,0 0 1,0-25-16,0 24 16,0 26-16,0-50 31,0 25-31,0 24 15,0-49 1,0 0 15,50 0-15,24 0-16,-49 0 15,0 0-15,0 0 16,-1 0 15,-24 0-15,0 0 15,0 0-31,25-24 16,-25-26-16,0 50 31,0-25 16,0 0-32,0 1 1,0 24-16,0-25 47,-25-50-47,1 75 31,-26-74-31,50 74 15</inkml:trace>
  <inkml:trace contextRef="#ctx0" brushRef="#br0" timeOffset="135551.75">13122 15825 0,'-25'-24'63,"25"24"-48,-25 0-15,0 0 16,25 0-16,-25 0 16,1 0-16,-1 24 31,25-24 31,25 0-46,-25 50-16,0-50 15,24 25-15,-24-25 16,50 49-16,-50-49 16,25 25-16,-25-25 0,49 25 31,-49-25-16,50 0-15,-25 0 16,25 0-16,-50 0 0,49 0 31,-49 0-31,25 0 0,-25 0 16,25 0 15,0 0-15,-25 0-1,0-25 1,0 25 15,0-74-31,0 49 16,0 0-16,-25 25 15,25-25-15,-25 25 31,0-24-31,-24-1 0,-26 0 16,75 25 0,-25 0-16,-24 0 15,49 0-15,-50 0 0,0 0 31,1 0-31,24 0 32</inkml:trace>
  <inkml:trace contextRef="#ctx0" brushRef="#br0" timeOffset="136532.79">14536 15677 0,'-25'0'15,"-25"0"1,50 0-16,-49 0 15,24 24-15,0-24 16,0 25-16,25 0 16,0-25 15,0 25-31,0-25 15,0 49 1,0-49-16,0 50 16,0-50 15,25 25-16,25 0-15,-26-25 16,26 0-16,24 0 16,1 0-16,-75 0 15,49 0 1,-24 0 15,-25 0 0,0-25-15,0-25-1,-25 50-15,25-25 16,-24-24-16,-1 49 31,0-25-15,25 25-1,-25-25 17,-24 25-32,49 0 15</inkml:trace>
  <inkml:trace contextRef="#ctx0" brushRef="#br0" timeOffset="138136.9">19174 15875 0,'0'0'31,"0"0"-15,-25 0-16,0 0 15,1 0 17,24 25-32,-25-25 0,25 25 15,0-25 1,0 49-16,0 1 15,-25-50-15,25 25 32,0-1-32,0 1 15,0-25-15,0 25 16,0-25-16,0 25 31,25 0-31,0-25 16,-1 0-1,1 0-15,-25 0 31,75 0-31,-51 0 16,-24 0 0,50-25 15,-50 0 0,0 0-15,0 25-16,0-25 0,0 25 31,0-49-31,0 49 15,0-50-15,-50 25 0,26 1 16,-1 24-16,0 0 16,-25-25-16,50 25 31,-49-25-31,49 0 15</inkml:trace>
  <inkml:trace contextRef="#ctx0" brushRef="#br0" timeOffset="139495.97">20637 15825 0,'-24'0'31,"24"0"-31,-50 0 16,50 0-1,-50 0-15,50 0 16,-24 25 15,24 0-15,-25 0-16,25 0 15,0-1-15,0 1 0,0-25 32,0 50-32,0-25 15,0-1 16,0-24-15,0 0 15,25 0-15,24 0-16,-24 0 15,25 0 1,-26 0 46,-24 0-46,0-24 0,0 24-16,0-25 15,0 0-15,0 0 16,0 25-16,0-25 15,0 1 17,0-1-17,0 0 32,0 25-31,0-25-16,-24 0 15,-1 25 1,0-24-16,25 24 15,-25-25-15</inkml:trace>
  <inkml:trace contextRef="#ctx0" brushRef="#br0" timeOffset="141113.07">13320 16619 0,'0'0'16,"-25"0"-16,1 0 16,-1 0-16,-25 0 15,50 0 1,-25 0 46,25 0-46,-25 25 15,25 49-15,0-74-16,0 25 15,0-25 32,0 25-31,0 0-1,50-25-15,-50 25 16,25-25-16,49 0 15,-24 0-15,-25 0 32,49 0-32,-74 0 0,25 0 15,25 0 1,-50 0-1,49 0 1,-24 0-16,0-25 16,24 0 15,-49 25-31,0-25 15,0 25 1,0-25-16,0 1 16,0-1-16,0 25 15,0-25-15,0-25 16,0 26-1,-24 24-15,-1-25 16,0 25 0,0 0-16,0 0 15,-49 0-15,24 0 31,-24 0-31,49 0 16</inkml:trace>
  <inkml:trace contextRef="#ctx0" brushRef="#br0" timeOffset="142407.14">17810 16644 0,'0'0'15,"-50"0"-15,25 0 16,1 0-16,-26 0 15,50 0 1,-25 25 0,25 0-1,0-1 16,0 1-31,0 0 16,0 0-16,0-25 16,0 25-1,0-1-15,25 1 16,0 0-1,-25-25 1,74 0-16,-49 0 16,0 0-1,24 0-15,-24 0 31,25 0-15,-50 0 0,25 0 46,-25-25-31,0 25-31,-25-49 16,-25 24-16,25 0 0</inkml:trace>
  <inkml:trace contextRef="#ctx0" brushRef="#br0" timeOffset="143631.21">19348 16570 0,'-25'0'15,"-50"0"-15,75 0 16,-49 0-16,24 0 16,25 24-16,-25-24 31,0 25-16,25 0 1,0 0 0,0 24-1,0-49-15,0 25 16,0 0-1,0 0-15,0-25 32,0 25-32,0-25 15,25 24-15,0 1 16,0-25-16,0 0 15,49 0-15,0 0 16,-24 0-16,-50 0 16,50 0-16,-26 0 31,-24-25 16,0-24-32,0 24 1,-24 0-16,-26-24 15,50 49-15,-25-25 16,25 0 15,0 25-31,0-25 0,-25 25 16</inkml:trace>
  <inkml:trace contextRef="#ctx0" brushRef="#br0" timeOffset="144904.28">20637 16594 0,'0'0'32,"0"0"-32,-24 0 15,-1 0 1,0 0-16,25 0 15,-25 0 17,0 0-17,25 25-15,-49 0 16,49 0 15,0 0-31,0-1 16,0 1-16,0 0 15,0-25-15,0 25 31,0 0-15,25-25 0,-25 24-16,49-24 15,1 0-15,-25 0 31,-1 0-31,1 0 16,0 0-16,-25 0 16,25 0-16,0 0 31,0 0 0,-25 0-15,0-24-1,0-1-15,0-25 16,0 1-16,0-1 15,0 25-15,0 25 0,0-25 32,0 25-17,0-24 1,-25 24-1,0 0-15</inkml:trace>
  <inkml:trace contextRef="#ctx0" brushRef="#br0" timeOffset="146009.34">22027 16570 0,'-25'0'16,"0"0"-1,0 0 1,0 0-16,1 0 16,24 0-1,-25 0 1,0 24-16,0-24 15,25 25-15,0 0 16,0 0 0,0-25-16,0 25 15,0-1 1,0 1 15,0-25-15,25 25 15,0-25-31,49 0 0,-49 0 15,25 0-15,-26 0 16,26 0 31,-50 0-32,50 0 17,-50-25-17,0 0 1,0 1-1,0-1-15,-25 0 16,25 25 0,0-25-16,-25 0 31,0 1-16,0 24 1</inkml:trace>
  <inkml:trace contextRef="#ctx0" brushRef="#br0" timeOffset="147113.41">22101 17314 0,'-50'0'16,"26"0"-16,-26 0 16,0 24-16,26 1 15,-26 0 16,50 0-31,0 0 32,0-1-32,0-24 15,0 25 16,0 0-31,0 0 16,0-25 0,25 25-1,-25 0-15,25-1 16,-25-24-1,24 0 17,-24 0-17,50 0 1,-25-49-1,0-1-15,-1 0 32,-24 26-32,0-1 15,0 0 1,0 0-1,0 0 17,0 1-17,-24 24-15,-1-25 16,25 0-16,-50 25 15,50 0 17</inkml:trace>
  <inkml:trace contextRef="#ctx0" brushRef="#br0" timeOffset="148262.47">20712 17363 0,'-25'0'15,"-25"0"16,26 0-31,-1 0 0,0 25 16,25 0 0,0 24-16,0-49 15,0 25-15,0 0 0,0 0 31,0-25-31,0 25 16,0-25-16,0 25 31,0-1-15,0-24-1,25 0 1,0 0-16,24 0 16,1 0-16,-25 0 31,0 0-31,-1 0 15,1-24-15,-25 24 47,25-50-16,-25 50-15,0-25 0,0-25-16,0 50 31,0-24-16,0-26-15,0 50 0,0-25 16,0 0 62,-25 25-62,0 0-16,1 0 31,-51 0-31,50 0 15,0 0 17</inkml:trace>
  <inkml:trace contextRef="#ctx0" brushRef="#br0" timeOffset="149613.54">18033 17264 0,'-74'0'16,"49"0"-16,-74 0 31,49 25-31,25-25 16,0 25-16,25-1 0,-49 1 15,49 0 1,0-25 0,0 25-1,0 0-15,0-1 16,0-24-16,0 25 31,49-25-15,-24 25-16,25 0 15,-25-25-15,74 0 31,25 0-31,-50 0 16,1 0-16,-51 0 0,1 0 16,0 0-1,0-25 16,-25-25-15,0 50-16,0-24 16,0-51-16,0 75 31,0-25-31,0 1 0,0-1 15,0 0 1,0 0 0,0 0 15,0 25-16,-25 0 1,-25 0 0,26 0-16,-26 0 15</inkml:trace>
  <inkml:trace contextRef="#ctx0" brushRef="#br0" timeOffset="150745.62">16396 17338 0,'-25'0'15,"-25"0"-15,50 0 32,-24 0-17,24 0 1,-25 0-16,25 0 15,0 25-15,0 0 16,0 0-16,0 24 31,0-24-31,0-25 0,0 50 16,0-50-16,0 25 15,0-25-15,0 25 16,25-25 15,-1 0-15,1 0-16,25 0 0,-25 0 15,24-50-15,-49 50 16,50-25-16,-50 25 16,25-25-1,-25 0 16,0 1-15,0 24 0,0-25-1,0 25-15,0-25 16,0 25-1,-50-50-15,25 50 0,1-49 16,-1 49-16,0-50 31,0 50-31,0 0 31,-24 0-15</inkml:trace>
  <inkml:trace contextRef="#ctx0" brushRef="#br0" timeOffset="151996.69">13295 17314 0,'-24'0'31,"-1"0"-15,25 0 0,0 49-16,0-24 15,0 25-15,-25-26 0,25 26 31,0-25-31,0 0 0,0 0 16,0-1 0,0-24-1,0 25 1,0-25-1,25 0-15,0 0 16,24 0-16,-24 0 31,25 0-31,-1 0 0,50-25 16,-74 25-16,0-24 15,0 24 17,-25-25 14,0 0-30,0 25-16,-25-75 16,25 51-1,-25-1-15,25-25 16,-49 50-16,49-25 31,-25 25-31,0 0 16,25-24-16,0-1 15,-50 25 48,26 0-48,-1 0-15,-50 0 16,51 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20:15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1404 6296 0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20:02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 11069 0,'-40'0'62,"0"0"-46,-40 0 15,80 40-15,-41-40-1,1 0 1,0 40 31,40 0 15,0 0-15,0 0-47,0 1 16,0-1-1,0 0 1,0 0 0,0 0-16,40 40 31,0-40 16,1-40-16,-1 40-31,0-40 63,0 0-48,0 0 1,0 0 15,0 0 0,0 0 1,1 0-17,-1-80 32,0 80-31,-40-40 31,0 0-47,0 0 15,0 0 16,0 0-15,0 0 47,0-1-48,0 1 32,0 0 16,0 0-32,-40 0-16,40 0 17,-40 40-17,-1 0 1,41-40 31,-40 40-47,0 0 31</inkml:trace>
  <inkml:trace contextRef="#ctx0" brushRef="#br0" timeOffset="20129.21">2688 5214 0,'-80'0'31,"40"0"-15,0 40 0,0-40-1,40 40 1,-40-40-1,40 40-15,0 0 16,0 0 0,0 0-16,-40 0 15,40 41 1,0-41 31,40 0-16,0 0 0,0-40 1,0 0-32,0 0 15,0 0 1,0 0-16,41 0 47,-41-40-32,0 0 17,0 0-17,-40-1 1,0 1-16,0 0 15,0 0 48,0 0-47,-40 0 46,0 0-31,0 0 1,0 40-1,-1 0 0,1 0 78</inkml:trace>
  <inkml:trace contextRef="#ctx0" brushRef="#br0" timeOffset="22135.74">803 6337 0,'40'40'63,"-40"40"-48,0 0-15,0 0 16,0 0-16,0-39 15,0 79-15,0-80 16,0 0 0,0 0 46</inkml:trace>
  <inkml:trace contextRef="#ctx0" brushRef="#br0" timeOffset="22753.05">843 6457 0,'0'-40'63,"0"0"-48,0 0 1,40 40 15,0 0-31,0-41 16,0 41-1,0 0 32,0 0 0,1 0-31,-1 0-1</inkml:trace>
  <inkml:trace contextRef="#ctx0" brushRef="#br0" timeOffset="23352.17">963 6697 0,'80'0'141,"1"0"-126,-41 0-15,40 0 16,-40 0-16,0 0 15</inkml:trace>
  <inkml:trace contextRef="#ctx0" brushRef="#br0" timeOffset="23905.14">1846 6296 0,'0'81'32,"0"-41"-32,0 80 15,0-80-15,0 80 16,0-39-16,0-1 15,0 0-15,0-40 16,0 40 15,0-120 63</inkml:trace>
  <inkml:trace contextRef="#ctx0" brushRef="#br0" timeOffset="24594.2">1966 6296 0,'0'-40'31,"40"40"-31,0-40 15,1 0 1,-1 40 15,40 0-15,-80 40 0,0 0-16,0 0 15,0 1 1,0-1-1,0 0-15,0 40 32,-40-80-32,-40 40 15,39-40 17,41 40 93,81 0-110,-41 0-15,40 41 16,0-41-16,-80 0 15,81 0-15,-41 0 16,0-40-16,-40 40 16,40-40-1,-40 40 1,40-40 0,40 0-16</inkml:trace>
  <inkml:trace contextRef="#ctx0" brushRef="#br0" timeOffset="25408">3330 6377 0,'-80'0'16,"0"0"0,40 0-16,0 0 15,0 0 17,-1 0-32,1 40 31,40 0-16,0 0 1,0 0 0,0 0-16,0 40 15,40-40 1,41-40 0,-41 0-1,40 0 1,-40 0-16,40 0 15,-39 0 17,-1 0-1,-40-40-31,0 0 16,0 0-1,0 0 1,0 0 46,-40 0-62,-1 40 16,41-40-16</inkml:trace>
  <inkml:trace contextRef="#ctx0" brushRef="#br0" timeOffset="35514.36">5698 8021 0,'0'-40'0,"0"0"15,-80 40 1,40 0 0,-1 0 15,1 40-16,0-40 17,0 0-17,0 80 32,40-40 0,-40 0-31,40 0-16,0 0 15,0 1 17,0-1-1,0 0-16,0 0 1,0 0 0,0 40 31,0 0-16,40-80 47,0 0-62,0 0-1,0 0 16,41 0-15,-41 0 0,40 0-16,-40-40 15,0 40 1,-40-40 15,40 40-31,-40-40 16,40 40 46,1-40-46,-41 0 31,0 0-47,40-40 15,-40 39 17,0 1-17,0 0 32,0 0-31,0 0-1,0 0 1,0 0 0,-40 0 31,-1 40-1,1 0-30,0 0 0,0 0-16,0 0 93,0 0-77,0 0-16</inkml:trace>
  <inkml:trace contextRef="#ctx0" brushRef="#br0" timeOffset="37056.31">3330 5013 0,'-80'0'46,"40"0"-14,0 0-17,0 0 1,0 40 0,0-40-16,40 40 15,-41-40-15,-39 80 16,40-80 15,40 41-15,-40-41-1,-40 80 1,40-40 0,-1-40-1,-39 40 16,80 0-15,-40 0-16,0 0 16,-40 0-1,80 1 1,-40-41 0,-41 40-1,41 0 1,0-40-1,40 40-15,-40-40 16,40 40 140</inkml:trace>
  <inkml:trace contextRef="#ctx0" brushRef="#br0" timeOffset="66280.13">883 11911 0,'40'0'62,"0"0"-46,40 0-16,-40 0 16,41 0-16,39 0 15,-40 0-15,1 0 16,-41 0-1,80 0 1</inkml:trace>
  <inkml:trace contextRef="#ctx0" brushRef="#br0" timeOffset="67616.13">2207 11189 0,'80'0'63,"0"0"-48,1 0-15,-41 0 16,40 0 0,-40 0-16,0 0 15,0 0-15,1 0 16,39 0 31,-40 0-16,40 0 0</inkml:trace>
  <inkml:trace contextRef="#ctx0" brushRef="#br0" timeOffset="68279.89">2207 11430 0,'40'0'46,"0"0"-46,81 0 16,-81 0-16,40 0 16,-40 0-1,0 0 17,0 0 30,0 0-31,-40-40 47</inkml:trace>
  <inkml:trace contextRef="#ctx0" brushRef="#br0" timeOffset="69230.56">2729 10788 0,'0'-40'16,"40"40"15,0 0-31,-40 40 15,40 0 1,-40 0-16,40-40 16,0 41-16,-40-1 15,40-40 1,0 80 0,1-40-16,-41 0 15,40 40 1,0-80-16,-40 40 15,40-40 1,-40 40 47,0 1-1,-40-1 16,-40 80-62,39-80-16,1 0 15,-40 40-15,40-39 16,0 39 0,40-40 31,0 0-32,-40-40 95,0 0-95</inkml:trace>
  <inkml:trace contextRef="#ctx0" brushRef="#br0" timeOffset="73000.05">4454 10708 0,'0'80'109,"0"-40"-93,0 41 0,40-41-16,-40 0 15,40 80-15,-40-80 16,0 0 15,0 0-31,40-40 31,-40 40-15,0 1 78</inkml:trace>
  <inkml:trace contextRef="#ctx0" brushRef="#br0" timeOffset="73559.84">5016 11671 0,'0'40'78,"0"0"-63,0 0-15,0 0 16,0 0 0,0 0-16,0 0 78</inkml:trace>
  <inkml:trace contextRef="#ctx0" brushRef="#br0" timeOffset="74858.06">5457 10949 0,'0'-40'0,"0"-1"63,40 41-47,41 0-1,-41 0-15,0 0 16,0 0-1,0 0 1,0 0 0,-40 41-1,0 39 1,0-40 15,0 0-31,0 0 16,-40 0-16,0-40 15,0 40 1,0-40 31,0 0 0,40-40-32,40 40 17,40 0-17,-40 0 17,40 0-17,-40 0 1,-40 40 15,0 0 0,0 0 16,0 1-31,-40-41-1,0 0 17,0 0-32,0 0 31,0-41-31,0 41 16,0 0-1,-1 0 95,1-40-95</inkml:trace>
  <inkml:trace contextRef="#ctx0" brushRef="#br0" timeOffset="102903.84">1565 5093 0,'40'0'47,"-40"80"93,0-39-124,0-1-16,0 40 15,0-40 1,0 0 0,0 0-1,0 0 48,0 0-48</inkml:trace>
  <inkml:trace contextRef="#ctx0" brushRef="#br0" timeOffset="104231.36">4655 5173 0,'0'-40'79,"40"40"-64,0 0-15,0 0 16,0 0-16,0 0 15,0 0-15,41 0 16,-41 0 0,-40 40 140,0 1-140,-80-1-16,39-40 15,-39 80 1,40-80-1,80 0 157,0 0-156,0 40-16,-40 0 16,0 0-16,41-40 31,-41 40 0,0 0-15,0 1-1,-41-1 1,1 0 0,0-40-16,0 0 15,0 0-15,0 40 16,0-40-16,0 0 31,-41 0-31,41 0 16,0 0-1,-40-40-15,80-40 16,-40 80 0</inkml:trace>
  <inkml:trace contextRef="#ctx0" brushRef="#br0" timeOffset="125000.89">6781 8743 0,'-40'80'93,"0"0"-77,40-40 0,-40 0-1,40 1 1</inkml:trace>
  <inkml:trace contextRef="#ctx0" brushRef="#br0" timeOffset="126639.83">7423 7780 0,'0'40'141,"0"1"-126,0 39 17,0-40-17,0 40 1,41-80-1,-41 40-15,0 0 16,0 0 0,0 0-1,0 1 32,0-1-31,0 0 31,0 0-16,0 0-15,0 0 30,0 0-14,0 0-1,0 0 47,0 1-47</inkml:trace>
  <inkml:trace contextRef="#ctx0" brushRef="#br0" timeOffset="127972.54">1926 5013 0,'-40'0'47,"0"40"-32,0 0 1,40 40 15,-40-39-15,-1 39-1,41-40-15,-40-40 32,40 80-1,-40-80-16,40 40-15,-40-40 16,40 40 0,-40 0-1,0 1 17,0-41 14,0 0-30,-1 0 47,1 40-63,40 40 125,161-80-110</inkml:trace>
  <inkml:trace contextRef="#ctx0" brushRef="#br0" timeOffset="131719.87">1124 12713 0,'0'40'297,"0"0"-281,0 1 46,0-1-46,0 0 31,0 0-16,0 0-15,0 0 15,0 0-31,0 0 15,0 0 17,0 1-1,0-1-31,0 0 31,0 0-15,-41 0 15,41 0-15,0 0-1</inkml:trace>
  <inkml:trace contextRef="#ctx0" brushRef="#br0" timeOffset="132704.91">2006 13034 0,'0'-40'109,"40"0"-93,1 40-1,79 0-15,-40 0 16,0 0-16,-39 0 16,-1 0-16,40 0 15,-40 0 1,0 0 15,0 0-15,0 0 15,1 0 0,-1 0 32</inkml:trace>
  <inkml:trace contextRef="#ctx0" brushRef="#br0" timeOffset="133802.1">2087 13154 0,'80'0'156,"0"0"-140,-40 0-1,40 0-15,-39 0 16,-1 0-16,0 0 0,0 0 172,0 0-141,0 0-15,0 0 46,41 0-15,-41 0-31,0 0-1,0 0-15,0 0 125</inkml:trace>
  <inkml:trace contextRef="#ctx0" brushRef="#br0" timeOffset="135216.73">2729 12713 0,'40'0'140,"0"0"-140,-40 40 16,40-40 0,-40 81-1,40-81 1,-40 40 15,40 0 0,-40 0-31,40 0 16,-40 40 31,40-80-31,1 0 30,-41 40-46,40-40 16,0 0 93,-40 81 16,-40-41-109,0 0 0,40 0-1,-41-40 1,1 0 0,0 40-1,0-40 32,0 0-31,0 40-1,40 0 1,-80 0 78</inkml:trace>
  <inkml:trace contextRef="#ctx0" brushRef="#br0" timeOffset="145737.1">4133 12513 0,'-40'0'15,"0"0"-15,0 0 32,-41 0-32,41 40 15,0-40 16,0 0-15,0 0 0,40 40-1,-40-40 1,0 40 0,0 40-1,40-40 16,0 0-31,0 1 16,0-1 0,0 0-1,0 0-15,0 0 16,0 0 0,0 0-1,0 0-15,40 0 63,0-40-63,0 0 15,0 0 1,0 0-16,40 0 16,1 0-1,-41-40 1,40 0-1,-40 0 1,0 0 0,-40 0-16,40 40 15,1-40 17,-41 0-17,0-41 1,0 41 15,0-40 0,0 40-31,-41 0 32,1 0-17,0 40 16,0 0 16,0 0-31</inkml:trace>
  <inkml:trace contextRef="#ctx0" brushRef="#br0" timeOffset="146537.94">4815 13154 0,'-40'0'31,"0"41"78,40-1-93,-40 0-16,40 0 16,0 0-16,0 0 15,0 0 1,-40-40-16,40 40 16,-40 0-16,-1 0 15,41 1 1,-40-41-16,40 80 31,0-120 94,40-41-109</inkml:trace>
  <inkml:trace contextRef="#ctx0" brushRef="#br0" timeOffset="150975.57">5337 12753 0,'0'-40'31,"0"0"0,0 0-15,40 40 15,-40-40-31,40 40 16,40 0 15,-40 0-15,1 0-1,-1 0 17,0 0-32,0 0 15,0 0 1,0 40-1,-40 0 1,0 0 0,0 0-1,0 41 1,0-41-16,0 0 16,-80-40-1,40 0 1,-40 0 31,120 0 78,0 0-125,0 0 15,0 0-15,40 0 16,-40 0 0,1 0-16,-1 0 31,0 40-31,-40 0 31,0 40-15,40-40-1,-40 0 1,0 1-16,-40-1 16,-40-40-1,-1 0 1,41 0-16,0 0 15,0 0 1,0 0-16,0 0 16,-41 0-16,1-81 15,80 41 1</inkml:trace>
  <inkml:trace contextRef="#ctx0" brushRef="#br0" timeOffset="151657.06">6300 13355 0,'0'40'78,"0"0"-62,-40 0 15</inkml:trace>
  <inkml:trace contextRef="#ctx0" brushRef="#br0" timeOffset="152655.93">6661 12874 0,'0'-40'0,"0"-1"47,0 1-32,40 0 1,0 40 0,0 0-16,-40-40 15,40 40-15,1 0 16,-1 0-16,0 0 62,0 0-46,0 40 0,-40 0-1,0 41 1,0-41 0,0 80 15,-40-80-16,0-40-15,-40 40 32,80 0 15,80-40 46,40 0-93,-40 0 16,-39 0-16,79 0 16,-80 0-16,0 0 62</inkml:trace>
  <inkml:trace contextRef="#ctx0" brushRef="#br0" timeOffset="153307.1">7905 13154 0,'0'41'63,"0"39"-48,0-40 17,0 0-1,0 40 16,-40-80-32,40 40 17</inkml:trace>
  <inkml:trace contextRef="#ctx0" brushRef="#br0" timeOffset="154632.07">8467 12593 0,'-40'0'31,"-1"0"-15,-39 0-16,0 0 15,0 0-15,40 0 16,-41 0-16,41 0 16,0 0-1,0 0-15,40 40 157,80 0-142,-40 0 1,0 40-16,1-80 15,-41 41 1,0-1-16,40-40 31,0 0 47,0 0-78,0 0 16,0 0 0,0 0 15,0 0-15,1 0-1,-1 0 1,0 40-16,-40 40 31,0-40-15,-40-40 31,0 0-16</inkml:trace>
  <inkml:trace contextRef="#ctx0" brushRef="#br0" timeOffset="155055.24">9189 13074 0,'40'0'47,"-40"40"-47,0 0 16,0 1 0,0-1-1,0 0 1,0 0 15</inkml:trace>
  <inkml:trace contextRef="#ctx0" brushRef="#br0" timeOffset="156175.99">9991 12473 0,'-40'0'16,"0"-40"-1,0 40 17,0 0-17,0 0-15,-40 40 47,80 40-16,-41-40-31,41 0 16,0 0 0,0 0-16,0 0 15,0 0 1,0 1 0,0-1-1,81 0 16,-1 0-31,-40-40 16,0 40 0,0-40-16,0 0 15,1 0-15,-1 0 47,0 0-47,0 0 16,0 0 31,-40-40-32,0 0 32,0 0-31,-40 40-1,0 0-15,0 0 16,0 0 0,-1 0-16,1 0 15,0 0 1,-40 0 15,40 0 16,0 0-31,40 80 77,40-80-61</inkml:trace>
  <inkml:trace contextRef="#ctx0" brushRef="#br0" timeOffset="161576.25">4414 12192 0,'-80'0'32,"40"40"-17,40 0-15,-41 0 16,1 0-1,0 0-15,40 1 16,0-1 0,0 0-16,0 40 15,-40 0-15,0 0 16,0 1 0,40-41-16,-40 0 15,40 0 16,-81 40-15,41 0 0,40 1-1,0-41 17,0 40-17,-40-80 1,40 40 93,0 0-93,-80 0-1,80 0 1,-40 40 0,0 1-1,0-81-15,40 40 16,-41 0 109</inkml:trace>
  <inkml:trace contextRef="#ctx0" brushRef="#br0" timeOffset="163480">5939 12232 0,'-40'80'78,"-1"-40"-62,41 0-16,0 1 15,-40 39-15,-40 40 31,80-80-31,-40 40 16,40-40-16,-40 41 16,0-41-16,0 0 15,40 0 1,0 0-16,0 0 31,0 0-31,-41 0 16,41 1-1,-40 39 1,0-80 0,40 40-1,0 0 1,-40 40 0,-40-40-1,80 0-15,-40 0 16</inkml:trace>
  <inkml:trace contextRef="#ctx0" brushRef="#br0" timeOffset="170880">7584 5254 0,'40'0'125,"0"0"-109,0-40-16,-40-1 16,40 41-1,1 0 1,-1 0 0,0 0-1,0 0 16,0 0 16,-40 41 16,0 39-48,0-40 1,0 0 15,-40 40-15,-40-40 15,40 41-31,-1-81 16,1 40 15,80-40 172,1 0-203,39 0 16,-40 0-16,0 0 15,0 0 64,0 0-79</inkml:trace>
  <inkml:trace contextRef="#ctx0" brushRef="#br0" timeOffset="172263.31">11235 4893 0,'-40'0'78,"-40"0"-63,40 0 1,0 0 0,0 0-1,0 0 1,-1 0 0,1 40-16,0-40 78,40 40 0,0 40-63,0-40 1,0 0-16,0 41 16,40-41 140,41-80-140,-41 40 15,0 0-16,0 0 17,0 0-32,0 0 15,0 40-15,0 0 32,-40 40-32,0-40 31,0 0-31,0 0 15,0 41 17,-40-81-32,-40 40 15,-40-40 1,80 0 0,-1 0-16,1 0 31,0 0-16</inkml:trace>
  <inkml:trace contextRef="#ctx0" brushRef="#br0" timeOffset="173447.94">14084 5013 0,'0'-80'0,"-80"80"63,40 0-63,-40 0 15,-1 0 17,41 40-32,-40 0 15,80 0 1,-40-40-16,0 40 15,40 0 1,0 0-16,0 1 16,0-1-1,0 0 1,0 0 0,40 40-1,0-80 1,0 40-1,0-40-15,41 0 16,-41 0 0,0 0-16,0 0 15,0 0 17,0 0-17,0 0 32,0 0-16,-80-40 32,0 40-48,-40 0-15,40 0 16,-40 0 15,-1 40-15,81 0 15,0 0-15</inkml:trace>
  <inkml:trace contextRef="#ctx0" brushRef="#br0" timeOffset="186576.83">5537 4893 0,'-40'40'140,"0"0"-108,0 0-17,0-40 1,0 0-16,40 40 16,-40-40-16,0 40 15,-41 0 1,41 0-1,0-40-15,40 41 16,-40-41-16,-40 0 16,40 40-1,40 0-15,-41-40 16,1 0 0,0 40-16,-40 0 15,40-40 1,-40 40 15,39-40 0,1 0-15,0 40 0,0-40-1,40 40 32,-40-40-31,0 0 62,0 40-47</inkml:trace>
  <inkml:trace contextRef="#ctx0" brushRef="#br0" timeOffset="192256.51">642 6657 0,'40'0'78,"0"0"-78,0 0 16,41 0-16,39-80 16,41 80-16,-81 0 15,40 0-15,-40 0 16,41-40-16,39 0 15,-120 40-15,1 0 16,-1 0-16</inkml:trace>
  <inkml:trace contextRef="#ctx0" brushRef="#br0" timeOffset="192839.84">963 6738 0,'80'0'63,"41"0"-48,-1 0-15,0 0 16,-39 0-16,39 0 15,0 0 1,41 0-16,-81 0 16,-40 0 31</inkml:trace>
  <inkml:trace contextRef="#ctx0" brushRef="#br0" timeOffset="195696.79">13603 5935 0,'0'41'31,"0"79"-15,0-80-16,0 80 15,0-80 1,0 41-16,0-41 15,0 40-15,0-40 16,0 40-16,0 0 16,0-39-16,0-1 15,0 0 1,-40-40 78,0 0-79,40-80 1</inkml:trace>
  <inkml:trace contextRef="#ctx0" brushRef="#br0" timeOffset="196639.08">13523 6056 0,'40'-40'0,"-40"0"15,40 40 32,0 0-16,40 0-15,-40 0-16,41 0 31,-41 0 1,-40 40-32,0 0 15,0 0 1,0 0-16,0 0 15,0 0-15,0 0 16,0 0 0,-40 1-16,-41-1 15,41-40 1,0 0-16,0 0 16,0 0-16,-40 0 15,39 0-15,1 0 16,80 0 109,1 0-125,39 0 15,-40 0 1,0 0-16,40 0 16,-80 40-16,40 0 15,1 0-15,-1 0 16,40 80-16,-40-39 16,0-41-16,0 0 15,-40 40 1,40-40-1</inkml:trace>
  <inkml:trace contextRef="#ctx0" brushRef="#br0" timeOffset="199474.94">4655 6016 0,'40'40'46,"0"40"-46,-40 0 16,0 0 0,0 1-16,0-1 15,0-40-15,0 40 16,0 40-16,0-39 16,0-41-16,0 0 15,0 0-15,-40-40 94,40-80-78,0-41-1</inkml:trace>
  <inkml:trace contextRef="#ctx0" brushRef="#br0" timeOffset="199896.66">4615 6096 0,'0'-40'16,"0"0"0,0 0-16,40 40 15,0 0-15,0 0 16,0 0-1,0 0-15,0 0 16,41 0-16,-41 0 16,80 0-16,0 0 15,-79 0-15,39 0 16,-40 0-16,0 0 62</inkml:trace>
  <inkml:trace contextRef="#ctx0" brushRef="#br0" timeOffset="200456.08">4775 6457 0,'40'0'63,"0"0"-48,41 0-15,-1 0 16,0 0 0,-40 0-16,40 0 31,-39 0 0,-1 0 63</inkml:trace>
  <inkml:trace contextRef="#ctx0" brushRef="#br0" timeOffset="201881.63">5698 5895 0,'-40'0'15,"0"0"-15,0 0 16,-1 0-1,1 81 1,0-41 0,40 0-16,-40-40 15,0 40 1,0 0-16,40 0 0,-40-40 16,-41 80-16,81-40 15,-40-40-15,-80 121 16,80-81-1,0 0-15,-81 40 16,81-40-16,0 0 0,40 0 31,-40-40-15,40 41-16,-40-1 16,40 0-1,-40-40 1,0 0 15,-1 40-15</inkml:trace>
  <inkml:trace contextRef="#ctx0" brushRef="#br0" timeOffset="202535.75">7905 6056 0,'0'40'63,"0"40"-47,0 0-16,0 41 15,0-41-15,0-40 16,0 40-16,0-40 15,0 81-15,40-121 16,-40 40 0,0 40 62,0-160-31</inkml:trace>
  <inkml:trace contextRef="#ctx0" brushRef="#br0" timeOffset="202919.45">7945 6136 0,'0'-40'31,"0"0"-31,40 0 15,0 40 17,0 0-17,1 0 1,-1 0-16,0 0 16,0 0-16,0 0 15,0 0 32,40 0-31</inkml:trace>
  <inkml:trace contextRef="#ctx0" brushRef="#br0" timeOffset="203434.48">7865 6537 0,'40'0'94,"40"0"-94,-40 0 16,41 0-1,-41 0-15,40 0 63,-40 0-63</inkml:trace>
  <inkml:trace contextRef="#ctx0" brushRef="#br0" timeOffset="206199.89">8106 8703 0,'40'40'62,"-40"0"-46,0 0-1,0 0 1,0 0-16,0 0 16,0 0-1,-40 81-15,-1-121 32,41 40-17,-40 0 32</inkml:trace>
  <inkml:trace contextRef="#ctx0" brushRef="#br0" timeOffset="207969.76">8587 7740 0,'-40'0'109,"120"0"-78,0 0-31,1 0 16,-41 0 0,40 0-1,-40 0-15,0 0 63,0 0-48,-40 40 95,0 0-95,0 1 1,-40-1-16,0 0 16,40 0-1,-40 0 1,40 0 15,-80 0-15,160-40 171,-40 0-171,40 0-16,-39 0 31,39 0 0,-40 0-15,-40 40 15,40-40-15,-40 80 0,0-39 15,-40 39-16,40-40 1,-40 0 0,0 0 15,0 0-15,-1-40 30,1 0-30,0 0 0,0 0-1,0 0 1,0 0 0,0 0 30,0 0-46,-1 0 16,1 0 0,0 0-1,0-40 48,0 40-32,0 0-15,0-40-1,40 0 1</inkml:trace>
  <inkml:trace contextRef="#ctx0" brushRef="#br0" timeOffset="210712.9">963 14919 0,'0'-40'63,"80"40"-32,-40 0-31,41 0 16,-41 0-16,40 0 15,40 0-15,-39 0 16,-1 0 0,-40 0 15,-120 40 110,40 0-126,0 0-15,-1-40 16,1 40-16,40 0 31,0 1-15,0-1-1,-40 0 79,40-80 31,0-41-109,40 81-16,0 0 15,1 0 1,-1 0 0,0 0 15,0 0-31,-40 81 15,0-41 1,0 40 0,0-40 15,0 0-31,-40 0 16,40 0-16,-40-40 15,-41 0-15,41 0 16,0 0-1,0 0-15,0 0 16,0 0 0,0 0-1,0 0 1,-1 0-16,41-120 16</inkml:trace>
  <inkml:trace contextRef="#ctx0" brushRef="#br0" timeOffset="211448.81">2367 15160 0,'0'-40'46,"121"40"-30,-1 0-16,-40 0 16,1 0-1,-1 0-15,0 0 16,0 0 0,-39 0-16,-1 0 15,0 0-15,0 0 16</inkml:trace>
  <inkml:trace contextRef="#ctx0" brushRef="#br0" timeOffset="211952.91">2648 15481 0,'0'-41'47,"40"41"-32,41 0-15,-1 0 16,0 0-16,41 0 15,-41 0-15,-40 0 16,0 0 0,0 0-1,0 0 1,41 0 0,-41 0-1,-40-40 79</inkml:trace>
  <inkml:trace contextRef="#ctx0" brushRef="#br0" timeOffset="212666.76">3130 14678 0,'40'0'78,"40"41"-62,0-1-16,-80 40 15,121 80-15,-81-120 16,-40 0 0,120 121-16,-120-121 15,41 0 1,-41 0 0,40-40-1,-40 40 157,0 41-172,0 39 16,0-80-16,0 40 15,0-40-15,-40 40 16</inkml:trace>
  <inkml:trace contextRef="#ctx0" brushRef="#br0" timeOffset="214351.28">22912 3609 0,'-80'40'32,"40"-40"-32,-40 81 15,-1 39-15,1-40 16,0-40-16,40 41 16,0-41-1,-81 80-15,41-80 16,40-40-1,40 40-15,-40-40 47</inkml:trace>
  <inkml:trace contextRef="#ctx0" brushRef="#br0" timeOffset="-214576.76">23233 3690 0,'-40'0'31,"0"40"-15,-40 0-16,80 0 16,-81 80-16,41-40 15,0-80-15,0 81 16,-40-1-16,40 0 15,0-40-15,-1 0 16,1 0-16,40 0 16,-40-40-16,0 41 31</inkml:trace>
  <inkml:trace contextRef="#ctx0" brushRef="#br0" timeOffset="-213441.01">26724 3409 0,'-40'0'16,"-40"40"0,40 40-1,-41 0-15,81-40 16,0 1-16,-80-1 16,80 0-16,-40 40 15,0-40-15,40 40 16,-40-40-16,40 1 15,-80-1-15,80 0 16,-41-40 0,41 40-1,-40 0 1,0-40 62,120-80-47</inkml:trace>
  <inkml:trace contextRef="#ctx0" brushRef="#br0" timeOffset="-212583.06">27166 3569 0,'-41'0'0,"1"0"0,0 0 32,0 0-32,0 0 15,0 40-15,0 41 16,-41-1 0,41-40-1,0 0-15,-40 80 16,40-39-1,-40-41-15,80 0 16,-41-40-16,41 40 16,-40-40-1,0 0-15,161 0 110</inkml:trace>
  <inkml:trace contextRef="#ctx0" brushRef="#br0" timeOffset="-211911.52">27487 3569 0,'0'-40'0,"-41"40"31,1 0-31,0 40 16,0 40 0,0-39-1,0-1-15,0 40 16,40-40-16,-81 40 16,41-40-16,40 41 15,-80-41-15,80 0 16,-40 0-16,40 0 15,0 0 1,-40-40-16,0 80 16,0-80-1,-1 80 17</inkml:trace>
  <inkml:trace contextRef="#ctx0" brushRef="#br0" timeOffset="-203143.7">5257 9144 0,'40'0'78,"0"0"-78,40 0 15,0 0 1,-40 0-16,81 0 16,-81 0-16,80 0 15,-80 0-15,1 0 16,-1 0-16,0 0 15,0 0 79</inkml:trace>
  <inkml:trace contextRef="#ctx0" brushRef="#br0" timeOffset="-202377.36">7303 9304 0,'80'0'63,"41"0"-48,-41 0 1,80 0-16,-79 0 16,-41 0-16,0 0 15,40 0-15,-40 0 47,0-40-16,-40 0 32</inkml:trace>
  <inkml:trace contextRef="#ctx0" brushRef="#br0" timeOffset="-195375.89">4615 14839 0,'-41'0'0,"1"0"16,0 0-16,0 0 16,0 0 62,40 80-47,0-40-15,40 0-16,0 0 15,-40 0-15,40 1 16,-40-1-16,40-40 15,-40 40-15,41-40 16,79 0 0,-80 40-1,0-40-15,0 0 16,0 0 31,-40-40-32,0 0 1,0-41 0,0 41-16,0 0 15,0 0 1,0 0 0,-40 0-16,0 0 15,0 0 16,40 0-15,-40 40 0,0-40 15</inkml:trace>
  <inkml:trace contextRef="#ctx0" brushRef="#br0" timeOffset="-194784.86">5337 15400 0,'40'0'16,"0"40"15,-40 1-31,0-1 16,0 0-16,0 0 15,0 0 1,-40 0-16,40 0 47</inkml:trace>
  <inkml:trace contextRef="#ctx0" brushRef="#br0" timeOffset="-193617.34">5939 14678 0,'-40'0'78,"40"41"-78,0 39 16,0-40-1,0 0-15,0 80 16,120 1 0,-120-81-1,0 0 1,40 0-16,-40 0 15,0 0 1,0 0-16</inkml:trace>
  <inkml:trace contextRef="#ctx0" brushRef="#br0" timeOffset="-193120.96">6902 15400 0,'40'0'63,"-40"40"-63,-40 1 15,40-1 1,0 40-16,-40-80 16</inkml:trace>
  <inkml:trace contextRef="#ctx0" brushRef="#br0" timeOffset="-191903.86">7263 14839 0,'0'-40'16,"0"0"-1,0 0 1,0-1-16,0-39 16,40 80-1,0-40 1,40 40 0,-39 0-1,39 0 1,-40 0-1,0 0 17,0 0-17,-40 40-15,0 0 16,0 0 0,-80 81-16,40-121 15,0 80-15,0-80 16,-1 40-16,1-40 15,-40 80-15,40-80 16,0 0 0,0 40-16,40 0 47,0 1-1,120-41-14,-40 0-17,-40 0-15,1 0 16,-1 0 0,0 0 93,0-41-93</inkml:trace>
  <inkml:trace contextRef="#ctx0" brushRef="#br0" timeOffset="-191256.88">8146 15200 0,'-40'40'32,"-1"-40"-17,41 40-15,0 0 31,0 0 32</inkml:trace>
  <inkml:trace contextRef="#ctx0" brushRef="#br0" timeOffset="-190311.55">8667 14398 0,'-40'40'62,"40"40"-62,-40 0 16,40 0-16,-40-39 15,40 39 1,-40 0 0,40-120 109,80 40-125,-40 0 15,81 0 1,-1 0-16,-40 0 15,-40 0-15,0 0 16,1 0-16,-1 0 16,0 0 15,0 0-15,0 0-1,0-40-15,-40 0 63,0-41-48,-40 81 1,-40 0 0,40 0-1,0 41 1,40-1 15,0 0-31,0 40 16,0 0-1,40 0 1,-40-40-16,40-40 16,-40 41-1,0-1 48</inkml:trace>
  <inkml:trace contextRef="#ctx0" brushRef="#br0" timeOffset="-189744.86">9911 15280 0,'40'40'16,"-40"0"-1,0 0 1,-40 41 0,0-41-16,40 0 15,0 0 95</inkml:trace>
  <inkml:trace contextRef="#ctx0" brushRef="#br0" timeOffset="-183471.87">5096 14197 0,'-40'0'47,"0"0"-47,40 40 16,-40 40 0,40-39-16,-40 39 15,40 0-15,-41-80 16,41 40-1,-40 40-15,40-40 16,0 1-16,-40-1 16,40 0-16,0 40 15,-40-80 1,0 40-16,40 40 16,0-40-16,0 0 15,-40 41-15,40-41 16,0 0-16,-40 40 15,0-40 1,40 0 0,0 0-1,-41 1-15,41-1 16,-40 0 0,40 0-1,0 0 32,0 0-16,-40 0-31</inkml:trace>
  <inkml:trace contextRef="#ctx0" brushRef="#br0" timeOffset="-180529.1">6460 14478 0,'-80'0'1125,"40"0"-1109,40 40-1,0 0-15,-80 40 16,80-40 0,-40 1-1,-1-1-15,41 0 16,-40 0-16,40 0 16,-40-40-1,40 40 1,-40 0-16,40 0 31,-40 0-15,0 41-1,40-41 17,-80 0-32,80 0 31,-41-40-16,41 40 1,-80 0 15,80 0 63,-40 0-78,0 0-1,0 1 1,0-1 15,40 0 0</inkml:trace>
  <inkml:trace contextRef="#ctx0" brushRef="#br0" timeOffset="-178607.95">7785 14277 0,'40'0'141,"-40"40"-125,0 1-1,0-1-15,-40 40 16,-1-40-16,1 0 15,40 0-15,-80 40 16,80-39-16,-40 39 16,0-40-16,0 40 15,0 0-15,-1-40 16,-39 81-16,0-81 16,40 0-16,40 0 15,-40-40-15,-1 80 31,1-40-15,40 0-16,-40-40 16,40 41-1,0-1-15,-40 0 32,0 40-32,0-40 46</inkml:trace>
  <inkml:trace contextRef="#ctx0" brushRef="#br0" timeOffset="-174168.38">17415 4933 0,'-40'-40'78,"0"40"-62,-1 0-16,1 0 16,0 40-1,0-40 1,0 80-16,-40 0 31,40-40 0,40 0 1,-81 1-17,81-1-15,0 0 32,0 0-17,0 0 110,81-40-109,-1 0-16,0 0 15,-40 0-15,0 0 16,41 0-16,-41 0 16,0 0 15,0 0-15,0 0 30,-40-80 64,-40 40-63,0 40 46,0 0-14,40 40-64,0 0 1,0 0 15,0 40-15,0-40 15,0 41-15,0-41 46,0 40-31,0-40 1,40 0 202,0-40-234,0 0 16</inkml:trace>
  <inkml:trace contextRef="#ctx0" brushRef="#br0" timeOffset="-171968.97">14445 6377 0,'0'-40'15,"-80"40"1,-40 0 0,80 0-16,-81 0 15,81 0-15,-40 40 16,0 40-16,-41-40 16,81 40-16,-80 81 15,80-121-15,0 40 16,-41 0-16,41-80 15,0 80-15,0-40 16,80-40 109,241 0-125</inkml:trace>
  <inkml:trace contextRef="#ctx0" brushRef="#br0" timeOffset="-171401.48">17294 6096 0,'-40'0'31,"0"0"1,40 40-17,0 40 1,0 0-16,0 1 0,0 39 16,40-40-16,-40 40 15,0-79 1,40 79-16,-40-80 15,0 0-15,0 0 16,0 0-16,0 0 16</inkml:trace>
  <inkml:trace contextRef="#ctx0" brushRef="#br0" timeOffset="-170607.36">17455 6337 0,'0'-41'15,"0"1"17,0 0-17,80 40 48,41 0-63,-81 0 15,0 0-15,0 0 16,0 0-16,-40 40 31,0 41-31,0-1 16,0 0-16,-40 0 15,0-40-15,-40-40 16,-1 40-16,41-40 16,0 0-16,-80 0 15,80 0 1,-1 0 0,1 0 15,121 0 63,-1 0-79,40 0-15,-80 40 16,41 1-16,-1-1 15,-80 0-15,40 0 16,40 0-16,-80 0 16,40 0-16,0 0 15,-40 0 1,41-40-16,-41 41 31,80-1 0</inkml:trace>
  <inkml:trace contextRef="#ctx0" brushRef="#br0" timeOffset="-162919.92">8507 4973 0,'-40'0'140,"0"40"-124,-1-40-16,1 80 16,-40-40-1,80 0 1,-40 1 0,0-41-1,0 0 1,-41 40 15,41-40-15,40 40-1,-80-40-15,80 40 16,-40-40-16,0 0 16,40 40-1,-40-40 1,0 0-16,40 80 15,-41-80 1,-39 80 0,40-80-16,-40 81 15,40-81 1,40 40 0,-81 0 77</inkml:trace>
  <inkml:trace contextRef="#ctx0" brushRef="#br0" timeOffset="-161568.72">9670 8542 0,'41'0'32,"-41"81"-1,0-41-31,0 0 16,-41 0-16,41 0 31,0 0-16</inkml:trace>
  <inkml:trace contextRef="#ctx0" brushRef="#br0" timeOffset="-160528.55">10112 7901 0,'0'-40'47,"40"40"-31,-40-41 0,40-39-1,40 0 16,-40 80 1,1 0-32,-1-40 15,0 40 17,0 0-17,0 40-15,-40 0 16,40 0-16,-40 0 15,40 0-15,-40 1 16,0-1 0,0 0-16,0 0 15,0 0-15,0 0 16,-40 0-16,0-40 16,40 80-16,-40-80 15,0 81-15,0-41 16,0-40-1,40 40-15,0 0 32,0 0 46,40-40-63,80 0 1,-40 0-16,41 0 16,-1 0-16,-40 0 15,-39 0 1</inkml:trace>
  <inkml:trace contextRef="#ctx0" brushRef="#br0" timeOffset="-155992.91">1725 16964 0,'0'-40'0,"0"0"16,0 0 0,0 0 46,0 0 1,0 0-48,41 40 1,-1 0 62,40 40-62,-80 0-1,0 0 1,0 0-16,0 0 16,0 0-16,0 1 15,0-1-15,0 0 16,0 0-1,0 40-15,-40-40 32,0-40 30,0 40-31,-1 0 16,82-40 94,79 0-125,-40 0-16,0 0 15,41 0-15,-81 0 16,0 0-1,0 0 1,0 0 31,0 0-31,1 0-1,79 0 110,-40 0-125,-40 0 16,41 0-16</inkml:trace>
  <inkml:trace contextRef="#ctx0" brushRef="#br0" timeOffset="-155401.22">3170 17085 0,'0'-40'32,"40"40"-17,0 0-15,40 0 16,1 0 0,-1 0-16,0 0 15,-40 0-15,41 0 16,-41 0-16,40 0 15,-40 0-15,0 0 16</inkml:trace>
  <inkml:trace contextRef="#ctx0" brushRef="#br0" timeOffset="-154832.47">3531 17285 0,'0'-80'47,"80"80"-31,-39 0-16,39 0 15,-40 0-15,40 0 16,-40 0-16,0 0 15,1 0 1,-1 0-16,0 0 31,0-40 79</inkml:trace>
  <inkml:trace contextRef="#ctx0" brushRef="#br0" timeOffset="-154009.33">3852 16563 0,'40'0'63,"41"0"-63,-41 40 15,40 41 1,-40-41-16,40 40 15,-40-40-15,1 0 16,-1 40-16,0-39 16,-40-1-16,80-40 15,-80 40 1,40 0-16,-40 0 203,-40 40-187,40-40-1,-40 81-15,40-81 16,-40 0-16,0 80 16,40-80-1,-40 0 79</inkml:trace>
  <inkml:trace contextRef="#ctx0" brushRef="#br0" timeOffset="-152103.3">22992 7099 0,'-80'40'15,"40"0"1,0 40-16,0-80 15,0 40-15,-41 40 16,1 0 15</inkml:trace>
  <inkml:trace contextRef="#ctx0" brushRef="#br0" timeOffset="-151433.89">23313 7299 0,'0'40'31,"-80"40"-31,40-80 16,-40 81-16,80-1 16,-40 0-16,-41-40 15,81 80-15,-40-120 16,0 81-16,0-41 15,-40 40 1,40-80 0,0 40-16,-41 0 47,41-40-32,0 0 16</inkml:trace>
  <inkml:trace contextRef="#ctx0" brushRef="#br0" timeOffset="-150896.75">22712 7139 0,'0'-40'16,"-41"40"-16,1 40 15,-80 80-15,40-40 16,-1 0-16,41-40 16,0 41-16,-40-41 15,80 0-15,-80 40 16,40-80-16,40 40 16,-41 0-16,41 0 15,-40-40 79</inkml:trace>
  <inkml:trace contextRef="#ctx0" brushRef="#br0" timeOffset="-147024.72">5377 16764 0,'0'40'78,"0"80"-78,0-39 16,0-41-16,0 40 16,0 0-16,0 0 15,0-40-15,0 0 16,0 1-16,0-1 15,0 0-15</inkml:trace>
  <inkml:trace contextRef="#ctx0" brushRef="#br0" timeOffset="-146592.78">6300 17365 0,'-40'0'16,"0"41"-1,-1-41-15,1 40 16,0 40-16,40-40 16,0 0-1,0 40-15</inkml:trace>
  <inkml:trace contextRef="#ctx0" brushRef="#br0" timeOffset="-145240.95">6581 16884 0,'40'-40'78,"80"40"-78,1 0 16,-1 0-16,-40 0 15,-40 0-15,0 0 16,1 0-16,-122 0 109,1 40-109,-40-40 16,39 0-16,41 80 16,0-80-16,80 0 109,41 0-93,-1 0-1,0 0-15,0 0 16,-40 0-16,1 41 15,-1-41 1,-40 40 0,40-40-16,0 40 15,0 0 1,-40 0 0,0 0-1,0 0-15,0 0 16,0 0-16,0 0 15,-40-40 1,-40 41 0,40-41-1,-1 0-15,-39 0 16,40 0 0,0 0-16,0 0 15,40-41 16</inkml:trace>
  <inkml:trace contextRef="#ctx0" brushRef="#br0" timeOffset="-144745.72">7985 17486 0,'-40'40'31,"0"0"-15,0 0-16,0 0 15,-41 40-15,81-39 16,0-1 0,-40 0-16,0 40 15,0-80 1,0 80-16,0-40 31,0 0-15</inkml:trace>
  <inkml:trace contextRef="#ctx0" brushRef="#br0" timeOffset="-143225.06">8828 16764 0,'-40'0'47,"-41"0"-32,1 0-15,40 0 16,-40 0-1,40 0-15,0 0 16,-1 0 0,1 40 124,40 0-124,40 40-16,-40-40 16,0 1-16,81-1 15,-81 0-15,40 0 16,0-40 93,0 0-78,0 0-15,0 0-16,41 0 16,-41 0-1,0 0 1,0 0 0,0 0-1,40 0 1,-80 120-1,0-80 1,0 0 0,0 0-1,0 1 1,-80-1 0,40-40-1,-40 0 1,40 0-16,-1 0 15,-39 0-15,40-40 16</inkml:trace>
  <inkml:trace contextRef="#ctx0" brushRef="#br0" timeOffset="-142265.53">9871 17365 0,'0'41'47,"0"-1"-32,0 0-15,-40 0 16,40 0-1,-40 0 1,0 0 0,0-40-1,40 40 17</inkml:trace>
  <inkml:trace contextRef="#ctx0" brushRef="#br0" timeOffset="-141167.45">10353 16684 0,'-41'40'78,"41"40"-62,0 0-16,-40-40 15,40 0 1,0 1-16,0-1 16,0 40-1,81-80 95,39 0-95,-40 0-15,-40 0 16,41 0-16,-41 0 16,0 0-16,0-40 46,-40 0-14,0 0-17,0-1 1,0 1 0,-40 40-16,40-40 0,-40 40 31,-41 0 0,81 40-15,-40 0-1,40 1 1,0-1-16,0 40 16,0-40-1,0 40-15,0 0 16,0-40-1,40 1-15,-40 79 16,0-80 15,41-40-15</inkml:trace>
  <inkml:trace contextRef="#ctx0" brushRef="#br0" timeOffset="-137488.89">5618 16403 0,'0'80'31,"0"-40"-15,-81 40-16,81-39 15,-40-1 1,0 0-16,0 40 16,0-40-16,40 80 15,-40-79 1,0 79 0,40-80-16,-40 0 15,40 0-15,-41 0 16,41 0-16,0 41 15,-40-41-15,0 0 16,40 0 0,0 0-16,0 0 15,-40 0 1,40 40 15,0-39 0</inkml:trace>
  <inkml:trace contextRef="#ctx0" brushRef="#br0" timeOffset="-136272.97">7744 16603 0,'-40'0'15,"0"0"-15,0 0 16,0 0 0,-40 0-16,40 41 15,40-1-15,-41 0 16,1-40-16,0 80 15,40 0 1,-80 0-16,80 1 16,-40-81-1,0 80-15,40 0 16,-41-40 0,1 0-16,0 40 15,0 1-15,40-41 16,-40 0-16,0 0 15,40 0-15,-40-40 16,40 40-16,-40 40 16,-1-39-1,41-1 1,-40-40-16,0 40 16,40 0-1,-40 0 1,40 0 15,-40 0 0,40 0-31,-40 0 16,0-40 140</inkml:trace>
  <inkml:trace contextRef="#ctx0" brushRef="#br0" timeOffset="-134892.93">9390 16403 0,'-41'0'16,"1"0"-16,0 40 15,-80 40 1,80 0-16,0 41 15,-1-121-15,1 80 16,40-40 0,-80 40-16,80 1 15,-80-1 1,40-40-16,-41 40 16,41 0-1,40 0 1,-40-39-16,40-1 31,-40 0-31,0 0 31,40 0-31,-40-40 16,40 80-16,-40-40 16,0 0-1,-1 41-15,1-41 16,0 0-1,40 0 1,0 0 0,0 0-16,-40 0 15,40 0-15,-40-40 16,40 40 0,0 1-1,0-1 1,-40 0 62,0-161-47</inkml:trace>
  <inkml:trace contextRef="#ctx0" brushRef="#br0" timeOffset="-133649.02">11356 16202 0,'-40'0'15,"0"0"-15,-1 0 16,-39 0 0,80 41-16,-80 39 15,80-40 1,-40 0-1,40 0-15,-40 0 16,40 0 0,-40 0-16,-41 41 15,41-41-15,40 0 16,-40 0-16,0 0 16,0 0-16,0 40 15,-1 1-15,1-41 16,40 0-16,-40 40 15,0-80 17,40 80-17,-40-80 1,40 40-16,-40-40 16,0 40-1,0 0-15,-1 1 16,1-1-16,0-40 15,0 40-15,-40 40 16,40-40 0,40 0-1,-40-40-15,40 80 16,-41-80-16,41 41 16,0-1-1,-40 0-15</inkml:trace>
  <inkml:trace contextRef="#ctx0" brushRef="#br0" timeOffset="-121921.13">11717 4973 0,'-40'0'172,"0"0"-156,0 0-16,40 40 15,-41-40 1,1 0-16,0 40 15,0 0 1,-40 0 0,40 0-16,0 1 15,-41-1 1,41 0 0,40 0-1,-80 40-15,0-80 16,-1 120-16,41-120 15,0 41-15,0-41 16,-40 80-16,40-40 16,-1-40-16,-39 40 15,40 0-15,-40 0 47,40-40-31,0 40-1,-1-40 17</inkml:trace>
  <inkml:trace contextRef="#ctx0" brushRef="#br0" timeOffset="-121063.04">11877 8743 0,'-40'0'16,"40"-40"-1,-40 40 1,40-40 0,-40 40 62,40 80-63,0 40-15,0-40 16,-40 1-16,0-41 16,40 0-1,0-80 95,0 0-110,0-1 15,40 1-15</inkml:trace>
  <inkml:trace contextRef="#ctx0" brushRef="#br0" timeOffset="-119679.95">12840 7700 0,'-40'0'94,"-80"0"-94,40 0 15,-1 0-15,-39 80 16,80-80-16,-80 0 16,39 0-16,41 0 78,40 81 62,40-41-140,-40 0 16,0 40-16,40-40 16,1 0-16,-41 0 15,40-40 142,-40-40-142,40 40-15,0-40 16,0 40 15,0 0-15,0 0-1,0 0 1,1 0-16,-1 40 16,0-40-1,-40 40 1,0 0-16,40-40 15,-40 40 1,0 1-16,0 39 31,0-40-15,0 0-16,0 0 16,-40-40-1,0 0 48,0 0-48,-1 0-15,1 0 16,0 0 0,-40 0-1,40 0 1,0 0 15,40-40 0</inkml:trace>
  <inkml:trace contextRef="#ctx0" brushRef="#br0" timeOffset="-117584.55">13603 11269 0,'0'-40'15,"-40"40"1,0 0-16,-41 0 15,1 0-15,0 0 16,-41 0 0,81 0-16,-40 0 15,0 0-15,0 0 16,39-40-16,1 40 16,40 80 124,0-39-140,0 39 16,0-40-16,0 40 15,0-40 1,0 0-16,40-40 94,1-40-94,-1 40 31,40-40-15,0 40-1,-40 0 1,0 0-16,1 0 16,-1 0-1,-40 40 1,0 40-1,0-39 17,0 39-17,0-40-15,0 0 32,-40-40-17,-1 0-15,1 0 16,0 0 15,0 0-31</inkml:trace>
  <inkml:trace contextRef="#ctx0" brushRef="#br0" timeOffset="-117009.63">14084 11630 0,'-40'-80'16,"80"80"78,41 0-94,-1 0 15,0 0-15,-40 0 16,81 0-16,-81 0 15,40 0 1</inkml:trace>
  <inkml:trace contextRef="#ctx0" brushRef="#br0" timeOffset="-116472.95">14165 11951 0,'40'0'47,"80"0"-47,-80 0 15,81 0-15,-81 0 16,40 0-1,-40 0 1</inkml:trace>
  <inkml:trace contextRef="#ctx0" brushRef="#br0" timeOffset="-115760.95">14646 11149 0,'0'80'93,"121"41"-93,-81-41 16,0-40-16,0 40 16,0-40-16,0 41 15,-40-41-15,0 0 16,80 0-16,-80 0 156,0 0-156,0 0 16,0 0-16,0 0 15,0 41-15,-40 39 16,40-80-16,0 40 16,0-40-1</inkml:trace>
  <inkml:trace contextRef="#ctx0" brushRef="#br0" timeOffset="-113145.52">26965 7299 0,'-40'0'62,"-40"40"-62,39 0 16,1 0-16,-40 41 16,80-41-16,-80 40 15,40 80 1,0-120-16,-1 1 15</inkml:trace>
  <inkml:trace contextRef="#ctx0" brushRef="#br0" timeOffset="-112601.63">27125 7620 0,'-40'40'47,"0"40"-47,40 0 16,-80 1-16,40-41 15,0 40 1,40-40 0,-40 0-1</inkml:trace>
  <inkml:trace contextRef="#ctx0" brushRef="#br0" timeOffset="-111119.11">16010 11069 0,'0'80'31,"0"81"-15,0-41-16,0-40 15,0 0-15,0-40 16,0 41-16,0-1 16,0-40 15,41-40 31</inkml:trace>
  <inkml:trace contextRef="#ctx0" brushRef="#br0" timeOffset="-110630.39">16773 11831 0,'40'0'16,"-40"40"-16,-40 40 15,0-40-15,0 81 16,40-1 0,0-40-1,-81 0-15,81-39 32,0-1-17,-40 0 79,40-80-47</inkml:trace>
  <inkml:trace contextRef="#ctx0" brushRef="#br0" timeOffset="-109073.45">17174 11430 0,'0'-40'15,"0"0"1,40 0 15,0-1-15,0 41 15,1-40-31,-1 40 47,0 0-31,0 40-16,0 1 15,-40-1-15,0 0 16,0 0 0,0 0-16,0 0 15,-40 40 1,0-40-1,0 1 1,0-1-16,-1 0 16,1-40-1,0 40-15,120 0 110,-39 0-110,79-40 15,-40 0 1,41 0-16,-81 0 16,0 0-16,0 0 15</inkml:trace>
  <inkml:trace contextRef="#ctx0" brushRef="#br0" timeOffset="-108430.45">18298 11991 0,'40'40'79,"-40"41"-64,-40-1-15,0 0 16,-1-80-1</inkml:trace>
  <inkml:trace contextRef="#ctx0" brushRef="#br0" timeOffset="-95561.52">16492 11109 0,'0'-40'110,"-40"40"-95,0 0 1,0 80-16,-81 0 16,1 41-1,40-81-15,39 0 16,-39 40-16,40-40 15,0 0 1,0-40 0,0 40-16,0 1 47,40-1-47,-41-40 15,1 40 1,0-40-1,40 40 17,-80 40-1</inkml:trace>
  <inkml:trace contextRef="#ctx0" brushRef="#br0" timeOffset="-94392.11">18378 10788 0,'-80'0'32,"-1"40"-32,81 0 15,-80 41 1,0-1-16,0 0 15,39-40-15,1 80 16,-40-39-16,80-41 16,-80 0-16,40 80 15,-41-80-15,81 0 16,-80 41-16,80-41 16,-40 0-16,0 0 15,0 0-15,0 0 16,40 0-16,-81 40 15,81-39 1,-40-1-16,40 0 16,-40 40-16,0 0 15,0-80-15,40 80 16,-40 1-16,0-1 16,0-40-16,-1 80 15,1-80 1,0 41-16,0-41 31,40 0-15,-40-40 15</inkml:trace>
  <inkml:trace contextRef="#ctx0" brushRef="#br0" timeOffset="-91369.03">13563 8703 0,'-40'0'0,"-1"0"16,1 40-16,0 0 16,40 0-1,-40 40-15,0-40 16,0 0-16,40 1 15,-40-1-15,0 80 16,-1-120-16,1 40 16,40 0-16,-40 0 62</inkml:trace>
  <inkml:trace contextRef="#ctx0" brushRef="#br0" timeOffset="-89520.84">14686 6256 0,'0'81'297,"40"79"-297,1-120 16,-41 80-16,0-39 16,0-41-16,0 0 15,0 0-15,0 0 16,0 0-1,0-80 79</inkml:trace>
  <inkml:trace contextRef="#ctx0" brushRef="#br0" timeOffset="-89168.94">14726 6337 0,'0'-41'16,"41"-39"-1,-1 80 17,0 0-17,0 0-15,40 0 31,-40 0-31,0 0 16</inkml:trace>
  <inkml:trace contextRef="#ctx0" brushRef="#br0" timeOffset="-88736.8">14606 6898 0,'40'0'31,"0"0"-15,41 0-16,39-40 15,-80 40-15,0 0 16,0-40 15,0 40-15</inkml:trace>
  <inkml:trace contextRef="#ctx0" brushRef="#br0" timeOffset="-87729.01">14807 4813 0,'0'-41'32,"-40"41"-17,-1 0 1,-39 0-16,40 41 16,0-41-16,-81 120 15,81-80 1,-40 40-1,0-40-15,80 0 16,-80 0-16,-1 1 16,41-1-16,-40 40 15,-40-40-15,120 0 16,-81 0-16,1 40 16,40-80-1,-40 81 1,40-41 15,-41 0 63</inkml:trace>
  <inkml:trace contextRef="#ctx0" brushRef="#br0" timeOffset="-86680.76">14646 7620 0,'-40'-40'32,"0"40"-17,-40 0 1,39 40 15,41 0-31,0 0 16,0 0-16,-80 0 15,80 41-15,0-41 16,0 0 0,0 0-16,-40 0 15,40 0 1,0 0 0,40 40-1,0-40 1,41 1-1,-41-1-15,0-40 16,40 0-16,-40 0 16,0 0-1,1 0-15,39 0 32,-80-40-32,0-1 62,-80 41-31,39 0-15,1-40-16,0 40 16,0 0-16,-40 0 15,40 0 1,-1 0-1,1 81 1</inkml:trace>
  <inkml:trace contextRef="#ctx0" brushRef="#br0" timeOffset="-85953.47">16412 6256 0,'0'81'78,"0"39"-78,0 0 16,0-80-16,0 81 15,0-41-15,0 0 16,0 0-16,0-40 16,0 41-1</inkml:trace>
  <inkml:trace contextRef="#ctx0" brushRef="#br0" timeOffset="-85505.03">16412 6377 0,'0'-40'63,"0"-1"-47,40 1-1,0 0 1,0 40-1,40 0 1,-80-40-16</inkml:trace>
  <inkml:trace contextRef="#ctx0" brushRef="#br0" timeOffset="-85033.51">16331 6818 0,'0'-40'47,"41"40"-32,79-40-15,-80 40 78,-40-41-46,40 41-17,-40-40 17</inkml:trace>
  <inkml:trace contextRef="#ctx0" brushRef="#br0" timeOffset="-84336.83">15208 6337 0,'-40'0'78,"-40"0"-78,80 40 15,-41 0-15,1 40 16,0-40-16,0 0 16,-40 0-16,80 0 31,-40 0-31,40 1 15,-81-1 1,81 0-16,-40-40 16,40 40-1,-80 0 1,80 0 15</inkml:trace>
  <inkml:trace contextRef="#ctx0" brushRef="#br0" timeOffset="-81981.78">13402 13636 0,'-80'0'63,"40"0"-47,0 0-16,-81 40 15,81 0-15,0 0 16,0 0-16,40 0 15,0 0 1,0 0-16,0 41 16,0-1-1,0-40-15,40 0 16,40 40-16,1-80 16,-1 40-16,0 0 15,-40-40-15,40 0 16,41 0-16,-1 0 15,-40 0-15,-39 0 16,-1-40 0,-40 0-1,0 0 1,0 0-16,0 0 16,0 0-1,0 0-15,-81 0 16,1 40-1,40 0-15,-40 0 32,40 0-17,-41 0 1,81 40 15,0 0-31,0 0 16,0 0-1</inkml:trace>
  <inkml:trace contextRef="#ctx0" brushRef="#br0" timeOffset="-81569.38">14526 14037 0,'40'0'0,"0"0"47,0 0-47,81 0 15,-1 0-15,0 0 16,41 0-16,-81 0 16,81 0-16,-81 0 15,40 0-15,-80 0 16</inkml:trace>
  <inkml:trace contextRef="#ctx0" brushRef="#br0" timeOffset="-81096.77">14726 14277 0,'81'0'78,"-1"0"-78,80 0 16,1 0-16,-41 0 15,1 0-15,-81 0 16,40 0-16,-40 0 31</inkml:trace>
  <inkml:trace contextRef="#ctx0" brushRef="#br0" timeOffset="-80536.97">15569 13756 0,'40'80'31,"81"41"-15,-121-81-16,80 40 15,0 0-15,-40-80 16,0 40 0,0 0-16,1 0 62,-41 0 1,0 1-48,0 39 1,0 0-16,0-40 16,-81 40-16,81 1 15,-40-41-15,0 40 16,40 0-1</inkml:trace>
  <inkml:trace contextRef="#ctx0" brushRef="#br0" timeOffset="-79560.79">17054 13596 0,'-40'-41'47,"40"122"-31,0-41-1,0 40-15,0-40 16,0 80-16,0-39 16,0-1-16,0-40 15,0 40-15,40 0 16,-40 1-16,0-41 16,0 40-1</inkml:trace>
  <inkml:trace contextRef="#ctx0" brushRef="#br0" timeOffset="-79069.52">17856 14438 0,'-40'0'31,"0"40"-31,0 0 15,0 40 1,40-40-16,-40 41 16,40-41-1,-41-40 1</inkml:trace>
  <inkml:trace contextRef="#ctx0" brushRef="#br0" timeOffset="-76719.96">18859 13636 0,'-40'0'32,"0"40"-17,40 40-15,-80-40 16,40 80-16,0 1 16,0-41-1,-1-40-15,1 40 16,0-40-16,40 0 15,0 1-15,40-41 141,41 0-141,-41 0 16,40 0-1,-40 0-15,0 0 16,0 0-16,0 0 16,1-41 62,-41 1-63,0 0-15,-41 40 63,-39 0-48,40 0 1,0 0 0,40 80-1,0-39 1,0 39 0,0-40-1,0 40 16,40-40-15,0-40 0,0 0 93</inkml:trace>
  <inkml:trace contextRef="#ctx0" brushRef="#br0" timeOffset="-74615.93">17495 13235 0,'0'80'46,"0"40"-30,-160 121-16,79-121 16,-79 41-16,-1 119 15,121-159-15,-80 39 16,40 0-16,39-79 16,1-41-16,0 0 15,40 0 95,0-80-79,0-80-31</inkml:trace>
  <inkml:trace contextRef="#ctx0" brushRef="#br0" timeOffset="-73833.16">19301 13555 0,'-161'81'31,"121"-1"-15,-80 80-16,-41 121 15,81-161-15,-80 81 16,39-1-16,-39 1 15,79-121-15,1 0 16,40 41-16,0-121 16,40 40-16,0 0 15,-40 0 63,0-40-46,-1 0-32</inkml:trace>
  <inkml:trace contextRef="#ctx0" brushRef="#br0" timeOffset="-69487.63">17856 4893 0,'-40'0'16,"-40"0"0,40 0 15,0 40 0,-1 0-31,-79 0 16,80 0-1,-40 40 1,40-80 0,-1 40-1,1-40 17,40 41-32,-40-1 15,0-40-15,0 40 16,0-40-1,0 0-15,0 80 16,-1-80 0,1 40-1,0-40 17,-40 40-32,80 0 15,-40-40-15,40 40 31,-40-40-31,0 0 16,-1 41-16,-39 39 31,40-80 1,0 80-17,0-80 16,0 40-15,0 0 15</inkml:trace>
  <inkml:trace contextRef="#ctx0" brushRef="#br0" timeOffset="-68144.86">15569 9024 0,'0'80'47,"-40"0"-31,40 0-1</inkml:trace>
  <inkml:trace contextRef="#ctx0" brushRef="#br0" timeOffset="-67279.98">16532 7820 0,'-40'81'31,"40"-1"-15,-40 0-1,0-40-15,40 0 0,0 40 16,-40-39 15,80-41 63,0 0-78,120 80-1,-39-80-15,-41 40 16,40 0-16,-39-40 16,-41 0 15,0 0-16,0 0-15,40-40 16,-80 0 15,0 0-15,-40 0 31,0 40-47,-40 40 15,-1 40-15,81-40 16,-80 80 0,80-80-16,-40 41 15,40-41-15,0 40 16,0-40-16,0 40 16,0 0-1,40-39 1,0-1-1,-40 0 32,40-40-47,1 0 16,-1 0 0,0 0-16</inkml:trace>
  <inkml:trace contextRef="#ctx0" brushRef="#br0" timeOffset="-61064.98">16532 9505 0,'40'0'47,"121"0"-32,-81 0-15,80 0 16,-39 0-16,-1 0 16,-80 0-16,41 0 15,-81 40 48</inkml:trace>
  <inkml:trace contextRef="#ctx0" brushRef="#br0" timeOffset="-60671.69">16813 9946 0,'40'0'47,"80"0"-31,41 0-16,40 0 15,-41 0-15,1 0 16,-41 0-16</inkml:trace>
  <inkml:trace contextRef="#ctx0" brushRef="#br0" timeOffset="-58760.95">13482 15882 0,'0'120'63,"0"-40"-63,-40 40 15,-40 1-15,80-81 16,-80 40-16,0 40 16,39-80-16,122-40 109,39 0-93,-40 0-1,1 0-15,-1 0 16,0 0-16,-40 0 16,-40-40-1,40 0 16,0 0-31,-40 0 79,0 0-17,-40 40-62,0 40 16,40 0-1,0 0-15,0 40 16,0 1-16,0-1 16,0 0-1,0-40-15,0 0 16,40-40 78,0 0-79,41 0 1</inkml:trace>
  <inkml:trace contextRef="#ctx0" brushRef="#br0" timeOffset="-58232.82">15248 16884 0,'120'0'47,"41"0"-32,-81 0-15,81 0 16,-81 0-16,0 0 16,0 0-16,1 0 15,-1 0 1,0 0-16</inkml:trace>
  <inkml:trace contextRef="#ctx0" brushRef="#br0" timeOffset="-57833.49">15489 17125 0,'120'0'46,"-40"0"-46,81 0 16,-1 0-16,-39 0 16,39 0-16,-79 0 15,-41 0-15,0 0 94</inkml:trace>
  <inkml:trace contextRef="#ctx0" brushRef="#br0" timeOffset="-57313.46">15890 16443 0,'0'-40'31,"80"40"-15,1 0-16,-1 80 15,40 40-15,-40-39 16,41-1-16,-41-40 16,-40 0-16,40 0 15,-80 0 1,-40-40 109,-40 40-109,0 81-16,40-1 15,-81 81-15,121-121 16,0-40-16,-40 0 15</inkml:trace>
  <inkml:trace contextRef="#ctx0" brushRef="#br0" timeOffset="-53793.07">29332 9545 0,'-40'0'16,"-40"40"-1,40 80-15,0-120 16,40 81-16,0-41 16,-80 40-16,39-40 15,41 0 1,0 0-1,-80 0 1,40 0 0</inkml:trace>
  <inkml:trace contextRef="#ctx0" brushRef="#br0" timeOffset="-53360.24">29413 9906 0,'40'0'31,"-80"40"-16,40 40-15,-81 41 16,41-81-16,0 40 16,-40 40-16,40-80 15,-40 40 1,39-80 46</inkml:trace>
  <inkml:trace contextRef="#ctx0" brushRef="#br0" timeOffset="-52806.92">29493 5214 0,'-80'0'0,"-41"160"15,81-40-15,-80 41 16,40-41-16,-1 81 16,41-161-16,0 0 15,40 0 1,0 0 62</inkml:trace>
  <inkml:trace contextRef="#ctx0" brushRef="#br0" timeOffset="-52376.56">29854 5494 0,'0'161'31,"-80"-1"-16,0-80-15,-1 41 16,41-81-16,40 0 16,-40 40-16,0-40 31</inkml:trace>
  <inkml:trace contextRef="#ctx0" brushRef="#br0" timeOffset="-52016.96">30175 5695 0,'-40'80'31,"0"40"-31,-40 81 16,39-161-16,1 40 16,0 0-16,0 1 15,0-81 1,40 40 0,-40 0-1</inkml:trace>
  <inkml:trace contextRef="#ctx0" brushRef="#br0" timeOffset="-47920.43">17455 16724 0,'0'-40'31,"0"0"-15,0-1 15,0 1-15,40 0-16,0 40 15,40 0 1,-39 0-16,-1 0 16,0 0-16,0 0 15,40 40-15,-40-40 16,-40 40-16,40 1 15,-40-1 1,0 40-16,0-40 16,0 0-1,-40 40-15,0-80 16,-40 0-16,40 0 16,0 0-16</inkml:trace>
  <inkml:trace contextRef="#ctx0" brushRef="#br0" timeOffset="-47673.47">18057 16924 0,'40'0'31,"0"40"-31,0 41 0,-40-1 31,0 0-31,0 0 16,0 0 0,0-39-16,0-1 15,-40-40 1,-40 0-16,0 0 15,-1 0-15,41 0 16,-40 0-16,40 0 16,0-40-1,0-41 1</inkml:trace>
  <inkml:trace contextRef="#ctx0" brushRef="#br0" timeOffset="-47265.4">19301 17325 0,'-40'0'16,"0"0"-1,-1 0-15,-39 81 16,80-1-16,-40-80 16,0 40-16,40 0 15</inkml:trace>
  <inkml:trace contextRef="#ctx0" brushRef="#br0" timeOffset="-46481.08">19221 16724 0,'0'-40'16,"0"0"0,0-1-16,40 41 15,0-40-15,0 40 16,0-80 0,0 80-16,0 0 31,0 0-31,1 0 15,-1 0 1,-40 80 15,0 1-31,0-1 16,0-40 0,0 40-16,0 0 15,-40-80 1,40 40-16,-41-40 15,82 0 79,79 0-94,-80 0 16,40 0-1,-40 0-15,1 0 16,-1 0-16,0 0 0,0 0 63</inkml:trace>
  <inkml:trace contextRef="#ctx0" brushRef="#br0" timeOffset="-46017.01">20505 17045 0,'40'0'31,"-40"80"-16,0 0-15,-40-80 16,40 40-16,0 0 16,0 0-16,0 0 15,-41 1 1</inkml:trace>
  <inkml:trace contextRef="#ctx0" brushRef="#br0" timeOffset="-44952.58">21387 16483 0,'0'-40'32,"-40"40"-1,0 0-15,-40 0 15,40 80-31,40 0 15,0-39 1,0 39-16,0-40 16,0 40-16,0-40 15,0 0-15,0 41 16,0-41-16,0 0 16,80 40-16,-40-40 15,80-40-15,-79 0 16,79 80-16,0-80 15,-80 0-15,81 0 16,-81 0 0,40-120-1,-80 80 1,0-40 0,0 40-1,-40-1 1,0 41-16,40-40 15,-40 0-15,0 40 16,0 0 0,-1 0-16,-39 0 15,0 0 17,80 40-17,0 0 1,0 1-1,0 39 1,40-80 0,-40 40-16</inkml:trace>
  <inkml:trace contextRef="#ctx0" brushRef="#br0" timeOffset="-44136.86">18538 15882 0,'-40'0'31,"-40"120"-16,40 80-15,-40-39 16,-1 39-16,81-79 16,-80 79-16,40 1 15,0-81-15,0 40 16,0-79-16,-1 79 16,1 41-16,-40-41 15,40-80-15,0-40 16,40 0-16,-40-40 109</inkml:trace>
  <inkml:trace contextRef="#ctx0" brushRef="#br0" timeOffset="-43063.09">20344 15721 0,'-40'0'15,"0"0"1,-81 120-16,121 1 16,-80 39-16,0 41 15,40-81-15,-40 40 16,39-39-16,1 39 15,0-39-15,-40 119 16,40-79-16,0-41 16,-81 40-16,81-39 15,-40 39-15,40-80 16,0-40-16,40 81 16,-81-81-16,81 0 15,-40 0 1</inkml:trace>
  <inkml:trace contextRef="#ctx0" brushRef="#br0" timeOffset="-42263.84">22150 16082 0,'0'-40'63,"-40"40"-48,-41 0 1,1 201-16,0-1 15,0 41-15,39 39 16,-79 1-16,80-40 16,-80 80-16,79-201 15,-39 121-15,-40-41 16,80-80-16,-41-39 16,81-41-16,-40 0 109</inkml:trace>
  <inkml:trace contextRef="#ctx0" brushRef="#br0" timeOffset="-36447.97">4695 7740 0,'0'-40'125,"0"0"-125,80 40 31,81 0-31,-1 0 16,1 0-16,160 0 15,-161-80-15,1 80 16,-81-40 0,-40 40-16,80 0 15,-80 0 1,1 0-1,39 0 1,-40 0-16,40 0 16,41 0-16,-41 0 15,40 0-15,-40 0 16,1 0-16,-41 0 16,40 0-16,-40 0 15,40 0-15,1 0 16,-1 0-16,40 0 15,-79 0-15,79 0 16,-80 0-16,80 0 16,-79 0-16,79 0 15,0 0-15,-80 0 16,121 0-16,-1 0 16,41 0-16,-81 0 15,41 0-15,-41 0 16,-39 0-16,-1 0 15,40 0-15,-80-40 16,41 40-16,39-41 16,-40 41-1,41 0-15,-81 0 16,80 0-16,-40 0 16,-40 0-16,81 0 15,-81 0-15,40 0 16,41 0-1,-41 0-15,80 0 16,-39 0-16,39 0 16,-39 0-16,-41 0 15,0 0-15,-40 0 16,41-40 0,-41 40-16,40 0 15,-40 0-15,40 0 16,81 0-16,-81 0 15,40 0-15,-39 0 16,39 0-16,-80-40 16,0 40-16,41 0 15,-1 0-15,40 0 16,41 0-16,79 0 16,-79 0-1,-1 0-15,1 0 16,-81 0-16,41 0 15,-41 0-15,40-40 16,-80 40-16,81 0 16,-1 0-16,0 0 15,-79 0-15,39 0 16,0 0-16,40 0 16,-79-40-16,39 40 15,0 0-15,0 0 16,41 0-16,-1 0 15,1 0-15,-1 0 16,-40 0-16,-40 0 16,81 0-16,-81 0 15,80 0-15,1 0 16,-1 0-16,-40 0 16,0 0-16,-39 0 15,79 0 1,0 0-1,-80 0 1,81 0-16,-1 0 0,1 0 16,39 0-1,-120 0-15,40 0 16,-39 0-16,-1-40 31,40 40 16,-40 0 0,0 0 47,-40 40-79,0 40 1,0-40-16,0 41 16,0-41-16,0 40 15,0-40-15,0 40 16,40 0-16,-40 1 15,0-1 1,40-40 0,-40 40-16,0-40 0,0 0 15,0 0 1,0 1-16,0 79 16,0-40-16,0 0 15,0-40 1,0 81-16,0-81 15,0 80 1,0-80-16,0 0 16,0 0-16,0 81 15,0-81-15,0 40 16,0 0 0,0 81-16,0-81 15,0 0 1,-40 0-1,0-80 1,40 81 0,0-41 93,-40-40-109,-40-40 16,-41-81-16,1-119 15</inkml:trace>
  <inkml:trace contextRef="#ctx0" brushRef="#br0" timeOffset="-29921.47">4615 7500 0,'-41'0'63,"-39"40"-32,80 40-31,0 0 15,0-40-15,0 81 16,0-1-16,0-40 16,0 0-16,0 81 15,0-81-15,0 80 16,0-39-16,0-1 16,0 0-16,0-80 15,0 81-15,0-81 16,0 0-16,0 40 15,0 0-15,0-40 16,0 41 0,0-41-1,0 0-15,0 40 0,0-40 16,0 0 0,0 0-16,0 0 15,-40 41 1,40-41 15,0 0-31,0 0 16,0 0 93,80-40-109,201 0 16,0 0-16,40 0 15,-80 0 1,-81 0-16,1 0 0,-41 0 16,1 0-16,-41 0 15,40 0-15,1 0 16,-41 0-16,40 40 15,81 0-15,-81-40 16,1 0-16,-1 0 16,-80 0-16,40 0 15,1 0-15,-1 0 16,40 0 0,-39 0-16,79 0 15,-40 0-15,41 0 16,-41 0-16,1 0 15,39 0-15,-39 0 16,-1 0-16,-40 0 16,-40 40-16,41-40 15,-41 0-15,80 0 16,0 41-16,1-41 16,-1 0-16,-40 0 15,-39 0-15,39 0 16,-40 0-16,120-41 15,-39 41-15,-41 0 16,81 0-16,-41 0 16,0 0-16,41 0 15,-41 0-15,-39 0 16,39 0-16,-40 0 16,-40 0-16,41 0 15,39-40-15,0 40 16,1 0-16,79 0 15,1 0-15,-41 0 16,1 0-16,40 0 16,-121 0-1,0 0-15,0 0 16,1 0-16,-41-40 16,40 40-16,0-40 15,41 0 1,-41 40-16,-40 0 15,0 0-15,0 0 16,0 0-16,-40-40 16,40 40-1,41 0 1,39 0-16,-80 0 16,40 0-16,-39 0 15,79 0-15,-80 0 16,0-40-16,0 40 15,0 0 1,1 0-16,-1 0 16,0 0-16,80 0 15,-80 0-15,81 0 16,-1 0-16,-80 0 16,41 0-1,-41 0 1,0 0 15,0 0-15,0 0-16,80 0 15,-39 0 1,-1 0-16,0 0 16,0 0-16,1 0 15,-41 0 1,0 0-16,0 0 15,0 0 17,0 0-32,41-40 15,-41 40 1,0 0-16,0-40 16,0 40 15,0 0-31,81 0 15,-41 0 1,80 0-16,1 0 0,-41 0 16,1 0-16,-81 0 15,0 0 1,40 0 62,-40 0-62,0 0-1,0 0 48,-40-41-16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0T05:24:47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5556 8310 0,'-25'-25'313,"1"25"-282,-1 0 47,0 0-16,0 0 1,0 0-47,1 0 15,-1 0 47,0 0-62,25 25-1,-25-25 1,25 24-16,-25-24 31,-24 25 0,24 0 1,25 0 61,0 0-30,0-1-63,0 1 15,0 0 17,0 0-1,0 0 0,0-1 0,0 1 1,25-25-17,-25 25 1,25-25 0,-1 25-1,1 0 1,0-1 31,0-24-32,0 0 32,-1 0-31,1 0-1,0 0 1,0 0 47,0 0-48,-1 0 1,1 0-1,0 0 48,0 0-16,0-24 15,-25-1 16,0 0-46,0 0-1,24 0 0,-24 1 0,0-1 48,0 0-79,0 0 31,0 0 109,0 1-93,-24-1 31,-1 0-46,25 0 46,0 0-63,-25 25 1,0 0 93,25-24 63,-25 24-156</inkml:trace>
  <inkml:trace contextRef="#ctx0" brushRef="#br0" timeOffset="30376.57">1240 11112 0,'-25'-24'15,"1"24"79,-1 0-63,-25 0-15,25 0 15,-24 0-15,24 0 15,0 0-15,0 0-1,25 24 1,-24 1 0,24 0 15,0 0-16,0 0 1,0 0 31,0-1-31,0 1-16,0 0 31,24 0-31,1 0 15,0-1 17,0-24-1,0 25-31,-1-25 16,1 0-1,0 0-15,0 0 16,0 0-1,24 0 1,-24 0 31,25 0-31,-50-25-16,24 25 15,1-24 1,-25-1-1,25 0-15,-25 0 16,25 0 15,-25 1-15,0-1 15,0 0 32,0 0-32,0 0-31,-25 25 109,-25 0-93,26 0 0,-26 0 15</inkml:trace>
  <inkml:trace contextRef="#ctx0" brushRef="#br0" timeOffset="31447.29">1860 11237 0,'0'-25'78,"0"0"-47,25 25-15,0 0-16,0 0 15,0 0 1,-1 0-16,1 0 16,25 0-1,-25 0 1,-1 0-1,1 0 1,25 0 0,-25 0-1,-1 0-15,1 0 16,0 0 0,0 0-1,0 0-15,-1 0 16,1 0 15,0 0-15,0 0-1,0 0 17</inkml:trace>
  <inkml:trace contextRef="#ctx0" brushRef="#br0" timeOffset="32768.43">1885 11361 0,'25'0'93,"0"0"-77,24 0 0,1 0-1,-25 0 1,0 0 0,-1 0-1,1 0 1,0 0-1,0 0 1,0 0 0,-1 0 15,1 0-15,0 0 15,0 0-31,0 0 15,-1 0 17,26 0-17,-25 0 1,0 0-16,-1 0 16,1 0 46</inkml:trace>
  <inkml:trace contextRef="#ctx0" brushRef="#br0" timeOffset="34463.58">2406 11038 0,'25'0'171,"0"0"-155,-1 25 0,-24 0-1,25-1-15,0 1 16,0 0 0,-25 0-1,25 0-15,24 0 63,-24-25-32,-25 24-31,25-24 62,0 25-46,-25 0 234,-25 0-234,0-25-16,25 25 15,-25-25 1,0 49 0,1-49-16,24 25 31,-50-25-16,25 25 1,0-25 0,1 25-16,-1-1 15,0-24 32</inkml:trace>
  <inkml:trace contextRef="#ctx0" brushRef="#br0" timeOffset="47062.52">3373 11013 0,'-24'0'140,"24"50"-77,0-25-47,0 24 15,0-24-16,0 0 1,0 0-16,0 0 16,0-1-1,0 26-15,0-25 16,0 24 0,0 1-1,0-25 1,0 0-1,-25-1 1</inkml:trace>
  <inkml:trace contextRef="#ctx0" brushRef="#br0" timeOffset="48159.49">3820 11584 0,'-25'0'62,"25"25"16,0-1 63,0 1-110,0 0 94,0 0-109</inkml:trace>
  <inkml:trace contextRef="#ctx0" brushRef="#br0" timeOffset="50127.6">4167 10988 0,'50'0'78,"-1"0"-63,-24 0-15,25 0 16,-1 0-16,-24 0 16,25 0-16,-25 0 15,-1 0-15,1 0 16,0 0 0,0 0-1,0 0 1,-1 0-1,1 0 1,-74 0 125,-26 25-141,26 0 15,24 0-15,-25 24 16,25-49-16,-49 25 16,74 0 30,-25 0-30,50-25 140,0 0-140,24 0 0,-24 0-1,0 0 1,0 25-1,0 0 1,-1-1 0,1 1 15,0 0-15,-25 0 15,0 0-16,0-1 17,0 1-1,0 0 0,-25 0-15,0-25-1,1 0 32,-1 0-15,-25 0-1,25 0-16,-24 0 1,24 0 15,0 0 1,0 0-17,1-25 79,24 0-78,-25 25 77,25-25-61,0-24-32</inkml:trace>
  <inkml:trace contextRef="#ctx0" brushRef="#br0" timeOffset="77744.11">5159 9004 0,'50'0'141,"-25"0"-126,24 0-15,-24 0 32,25 0-32,-25 0 31,-1 0-31,1 0 15,0 0 1,0 0-16,0 0 16,-1 0 15,1 0-15,0 0-16,0 0 15,0 0-15,24 0 16,-24 0-1,0 0 189</inkml:trace>
  <inkml:trace contextRef="#ctx0" brushRef="#br0" timeOffset="83032.6">2555 5035 0,'0'50'110,"0"-25"-95,0 0-15,0-1 16,0 1 0,0 0 30,0 0-46,0 0 16,25 24 0,-25 1-1,0-1 1,24-49-16,-24 25 94,0 0-79,0 0 1,0 0 31</inkml:trace>
  <inkml:trace contextRef="#ctx0" brushRef="#br0" timeOffset="85487.59">4961 5110 0,'0'-25'16,"25"0"31,0 25-1,-1 0-14,26-25-32,-25 25 15,0 0 1,-1 0-16,1 0 31,0 0-15,0 0-16,0 0 31,-1 0-15,1 0-16,0 0 15,0 0 1,0 0-16,-1 0 78,1 0-62,0 0-1,-25 25 79,0 0-78,-25 25-1,0-50 1,1 24-16,-1 1 16,-25 25-1,25-50 1,25 25-1,-24-25-15,-1 0 16,25 24-16,-25-24 16,0 25 15,0 0-15,1-25-1,48 0 157,1-25-141,0 25 16,0 0 16,0 25-32,-25 0-15,24-25 15,-24 25-16,0-1 1,0 1 0,0 0 15,0 0-31,0 0 16,0-1 15,0 1 0,0 0 16,0 0-16,-74-25 16,74 25-47,-25-25 31,0 0-31,1 0 16,-1 0 15,0 0-15,0 0-1,0 0 17,1 0-17,-1 0 17,25-25 61,-50 0-46,50 0-31,-25 25-1,1-25 17,24 1 30</inkml:trace>
  <inkml:trace contextRef="#ctx0" brushRef="#br0" timeOffset="90794.58">22696 3200 0,'-25'25'187,"25"-1"-187,0 1 16,-49 0-16,49 0 15,-25 24-15,0-49 16,0 50-16,1-25 16,24 0-16,-25 24 15,0 1 1,-25-25-16,50-1 15,-49 26-15,49-25 16,-25 0 0,25 0-16,-25-25 15,0 49 1,25-24 0,0 0-1,-24 0 1,24-1-1,-50 1 1,50 0-16,-25-25 0,25 25 16,-49 0-16,49-1 47,-25-24 62,25 25-93,-25-25-1,0 25-15,0 25 31,25-26-15,-49 1 0,49 0 62,49-75 62,26 1-140</inkml:trace>
  <inkml:trace contextRef="#ctx0" brushRef="#br0" timeOffset="91928.52">23068 3373 0,'0'-24'31,"-24"24"1,-26 49-17,25-49-15,25 25 16,0 0-16,-49 24 16,24-24-1,0-25-15,25 50 16,-25-25-16,0-1 15,25 1 1,-24 0 0,-1 25-1,-25-25-15,50-1 16,-50 26-16,50-25 16,-24 0-1,24-1-15,-25 26 16,0-50-16,25 25 15,-25-25 1,25 25 0,0-1-1,-49 1-15,24 25 16,25-25 0,-25-1-1,0 1 1,0-25-1,25 25 1,0 0 0,-24 0-16,-1-1 15,0 1-15,0 0 16,0 0-16,1 0 16,24-1-16,0 26 15,0-25-15,-25-25 16,25 25-16</inkml:trace>
  <inkml:trace contextRef="#ctx0" brushRef="#br0" timeOffset="93176.56">23316 3597 0,'-24'0'63,"-1"0"-48,25 24-15,-25-24 16,0 25-16,0-25 15,25 50 1,-24 0 0,-1-26-16,-25 51 15,25-26 1,1-49-16,-1 50 16,-25 0-1,50-26 1,-25 1-1,25 0-15,0 25 16,0-26 0,-49 1-1,49 0-15,-25 25 16,0-26 0,25 1-1,-25-25 1,25 25-16,0 0 15,-24 0 1,24-1 0,-25 1-1,0 25 1,0-25-16,25-1 16,0 1-16,-25-25 15,0 50-15,1-50 16,24 25-1,-25 24 1,0-49 0,0 25-16,0-25 15</inkml:trace>
  <inkml:trace contextRef="#ctx0" brushRef="#br0" timeOffset="109743.27">3076 4986 0,'-25'-25'78,"0"25"-15,0 0-32,1 0-16,-1 0 1,0 25 15,0 0 47,0-25-62,1 24 0,24 1-1,-25 0 1,0 0 0,-74 24-1,74-49 16,25 25-31,-25-25 16,0 0-16,0 25 16,-24 0 15,49 0-15,-25-25-1,0 49 1,0-49-1,1 0-15,24 25 16,-25-25 0,0 0 15,-25 50 0,1-50-15,24 24-16,0-24 15,0 25-15,1 0 16,-26 0 0,25 0-1</inkml:trace>
  <inkml:trace contextRef="#ctx0" brushRef="#br0" timeOffset="111162.27">6102 8806 0,'-25'24'78,"0"1"-62,1 0-16,-1 25 15,0-26-15,0 1 32,0 25-32,1 0 15,24-26 1</inkml:trace>
  <inkml:trace contextRef="#ctx0" brushRef="#br0" timeOffset="112743.25">6796 8235 0,'0'50'172,"0"-25"-157,0 24 17,0-24-1,0 25-15,0-26-1,0 1 1,0 0-1,0 0 1,0 0 15,0-1-15,0 1 0,0 0-1,0 0 16,0 0 16,0-1-15,0 1-17,-24 25 16,48-50 298</inkml:trace>
  <inkml:trace contextRef="#ctx0" brushRef="#br0" timeOffset="121238.56">1116 12824 0,'0'25'156,"0"0"-156,0-1 16,0 1-16,0 0 16,0 0-1,0 0-15,0-1 16,0 1 15,0 0-31,0 0 16,0 24-1,0-24 1,0 25-16,0 0 16,0-1-1,0-24 1</inkml:trace>
  <inkml:trace contextRef="#ctx0" brushRef="#br0" timeOffset="122328.54">2084 12948 0,'49'0'141,"26"0"-141,-26 0 15,26 0-15,-51 0 16,51 0-16,-75-25 16,49 25-16,-24 0 15,0 0 1,0 0 31,0 0 62</inkml:trace>
  <inkml:trace contextRef="#ctx0" brushRef="#br0" timeOffset="123167.49">2009 13196 0,'25'0'62,"0"0"-62,0 0 16,-1 0-16,1 0 16,0 0-16,25-25 15,-26 25-15,1 0 16,25 0-16,24 0 15,-24 0-15,24 0 16,-49 0-16,0 0 16,24 0-16,-24 0 15,0 0 1,0-25 125,0 25-110,-25-24-16</inkml:trace>
  <inkml:trace contextRef="#ctx0" brushRef="#br0" timeOffset="124217.32">2580 12750 0,'0'24'78,"24"1"-62,1 0-16,-25 25 16,25-26-1,0 1-15,0-25 31,-25 25-15,49-25 0,-49 25-1,25 0 17,0-25-1,0 24-16,-25 26 142,0-25-142,-25-25-15,0 49 16,0 1-16,1-50 16,-1 50-16,25-1 15,-50 26-15,50-26 31,-25-24-31,25 0 16,0 0-16,-25 24 16</inkml:trace>
  <inkml:trace contextRef="#ctx0" brushRef="#br0" timeOffset="152304.1">3721 12725 0,'-25'0'0,"0"0"16,0 0 31,0 0-1,1 0-30,-1 0 0,-25 49 15,50-24-15,-49 0-16,49 25 15,-25-1 1,25-24-1,-25 0 1,25 0 0,0-1-16,0 1 31,0 0-15,0 0-16,25-25 15,0 0 1,49 25-16,-49-25 15,24 0 1,-24 0-16,25 0 16,-25 0-1,0 0 1,-1 0-16,-24-25 16,25 25-16,0-25 15,-25 0-15,0 0 31,-25-24-15,25 24 0,-25 25-16,1-25 15,24 0-15,0 1 16,-25 24-16,25-25 16,-25 25-1,0-25 1,0 0-16,0 25 78,1-25-62</inkml:trace>
  <inkml:trace contextRef="#ctx0" brushRef="#br0" timeOffset="152952.24">4043 13320 0,'0'0'0,"-25"0"16,1 0 0,-1 0-1,25 25-15,-25-25 16,0 50-1,25-26 1,-25 1-16,25 0 16,0 0 46</inkml:trace>
  <inkml:trace contextRef="#ctx0" brushRef="#br0" timeOffset="155257.54">4366 12874 0,'0'-50'15,"0"25"17,0 0-17,0 1 79,24 24-78,1 0-16,0 0 15,0 0-15,0 0 47,-1 0-31,1 0-1,-25 24 17,0 1-32,0 0 31,0 49-15,-49-49-1,24 25 1,0-50-16,0 0 15,0 0 79,1 0-63,24-25 16,49 25-31,-24 0 0,25 0-1,-26 0 1,26 0-1,-25 25 1,-25 0 15,0-1-15,0 1 0,0 0 15,-25-25 0,0 0-31,-24 25 16,49 0-16,-25-25 31,0 0-15,-25 0-1,26-25-15,-1 25 16,0 0 78</inkml:trace>
  <inkml:trace contextRef="#ctx0" brushRef="#br0" timeOffset="155854.81">4887 13221 0,'0'25'62,"-25"-25"-62,0 25 16,0-1-16,25 26 16,0-25-1,-50 0-15,50-1 16</inkml:trace>
  <inkml:trace contextRef="#ctx0" brushRef="#br0" timeOffset="157480.31">5531 12675 0,'0'-25'78,"-24"25"-62,-1 0-16,0 0 16,0 0-16,-24 0 15,-1 0 1,0 25-16,1 0 15,24-25 1,-25 0-16,26 0 16,-1 50 187,25-26-188,0 1-15,0 0 16,0 0-16,0 0 16,0 24-1,25-24 157,-1-25-141,1 0-15,0 0 0,0 0 15,0 0-31,-1 0 16,26 0 15,-25 0 16,-25 25-32,0 0 17,0-1-17,0 1-15,0 0 31,0 25 1,0-26-1,-50-24-31,25 0 31,-24 0 32,24 0-16,0 0 31</inkml:trace>
  <inkml:trace contextRef="#ctx0" brushRef="#br0" timeOffset="159966.81">5829 13295 0,'-25'0'78,"0"0"-78,25 25 16,-24 0-16,-1 0 15,0 0 1</inkml:trace>
  <inkml:trace contextRef="#ctx0" brushRef="#br0" timeOffset="161166.87">6077 12898 0,'0'-24'16,"0"-1"-1,25 25-15,-25-25 16,25 0-16,-25 0 15,49 25 17,-24 0-1,25 0 0,-25 0-15,-1 0 15,1 0-15,0 25-16,-25 0 31,0 25-31,0-26 16,0 1-1,0 0 1,0 0-1,0 24-15,-25-24 16,-24 0 0,24-25-16,0 0 15,0 25 1,0-25 0,-24 25 93,123-25-62,-24 0-32,-1 0-15,1 0 16,-25 0-16,49 0 16,-49 0-1,0 0-15</inkml:trace>
  <inkml:trace contextRef="#ctx0" brushRef="#br0" timeOffset="162247.31">6896 13146 0,'-25'0'93,"0"0"-77,0 25-16,-24 50 16,24-75-16,0 49 15,0-24-15,0 0 16,1-25 0,24 25 109</inkml:trace>
  <inkml:trace contextRef="#ctx0" brushRef="#br0" timeOffset="163639.94">7417 12700 0,'0'-25'63,"-50"25"-32,0 0-15,1 0-16,-1 0 31,25 25-16,25 0 1,0 0 0,-24-1-1,24 1 1,0 0-16,0 0 16,0 24 15,0-24-16,0 0 17,0 0-32,49 0 15,1-25 1,-25 0 0,24 0-16,26 0 15,-51 0 16,26 0-31,-25 0 16,0 0 0,-25-25 46,0 0-46,0 0 62,0 0-47,-25 25 0,-25 0-15,25 0 0,-24 0-16,24 0 62,0 25-31,25 0 1,-25 0 108</inkml:trace>
  <inkml:trace contextRef="#ctx0" brushRef="#br0" timeOffset="185655.66">4018 12477 0,'-24'0'31,"-1"0"-31,0 0 16,0 0-1,25 25 1,-25-1 0,1-24-1,-1 0 1,-25 25-16,50 0 15,-25-25 1,25 25-16,-24-25 16,-1 25-16,-25 24 15,25-24 1,0-25-16,25 50 16,-49-26-1,49 1-15,0 0 16,-25 0-1,25 0 17,0-1-32,-50 1 15,50 0 1,-24 0 0,-1 0-16,25-1 15,-25 1-15,0 0 16,25 0-1,0 0 48,0-1-47,0 1 15,-49 0-16,49 0-15,-25-25 47,50-25 141</inkml:trace>
  <inkml:trace contextRef="#ctx0" brushRef="#br0" timeOffset="191448.46">4663 12502 0,'-25'0'63,"25"24"-48,-24 1 17,-1 0-17,0 0 32,0 0-16,0 24 1,1-49-17,24 25-15,0 25 32,-25-26-32,25 1 31,0 0-16,-25 0 1,25 0 0,0-1 46,-25-24-62,25 25 31,0 0-31,0 0 16,-25-25-16,25 49 16,-24-49-1,24 25-15,-25-25 16,25 50 0,-25-1-1,0-24 16,0 25 48,25-25-64,-24 0 16</inkml:trace>
  <inkml:trace contextRef="#ctx0" brushRef="#br0" timeOffset="199878.51">8607 5035 0,'0'-24'79,"-25"24"-48,1 0-16,-1 0 1,0 0-16,-25 0 16,-24 0-16,24 0 15,1 0-15,24 0 16,-25 0-16,26 0 16,-26 0-1,25 0 32,0 0 141,25 49-173,0-24 1,0 25-16,0-26 15,0 1 1,0 0 31,25-25 62,0-25-93,25 25 0,-26-25-1,26 25 1,-25-24-1,24 24 64,-24 0-64,0 24 1,-25 1 15,0 0 0,0 0-31,0 0 16,0-1 0,0 1-1,0 0-15,0 0 31,0 0-15,0-1 0,-25 1-16,-24 0 15,24 0 1,0-25-16,-25 0 16,26 0-1,-1 0 1,0 0-1,0 0 1,0 0 31,1 0-47</inkml:trace>
  <inkml:trace contextRef="#ctx0" brushRef="#br0" timeOffset="201448.61">10864 5234 0,'0'-25'16,"25"25"31,-25-50-32,25 50 1,0-24 0,0-1-1,-25 0-15,24 25 16,1 0-1,0 0 1,0 0 0,0 0-16,-1 0 15,1 0 1,0 0 15,0 0-15,0 0-1,0 0 1,-25 25 0,0 0-16,0-1 15,0 1 17,0 0-32,0 0 15,0 0-15,-25-25 31,0 49-31,-25-49 16,1 0 0,24 25-16,25 0 15,-25-25 1,0 0 15,0 0-31,25 25 31,0-1 16,25-24 16,25 50-63,-25-50 15,24 0 1,-24 0-16,0 0 16,0 0-1,0 0 1,-1 0-16,1 0 16,25-25-1,-1 0 110</inkml:trace>
  <inkml:trace contextRef="#ctx0" brushRef="#br0" timeOffset="203032.5">14114 5060 0,'0'-25'32,"0"1"-17,-25 24 1,0 0-1,0 0-15,1 0 16,-1 0 0,0 0-16,0 0 31,-24 0-31,24 0 16,0 0 15,0 49-31,0-49 15,25 25 1,-24-25-16,24 25 16,0 0-1,-25-1 1,25 1 0,0 0-1,0 0 1,0 0-1,0-1-15,0 26 16,25-25 0,-25 0-1,24-1 1,1-24 15,-25 25-15,25-25-1,0 0 1,0 0-16,24 0 16,-24 0-1,0 0 1,0 0-16,-1 0 16,1 0-1,0-25 1,0 1 31,-25-1-16,0-25 16,0 25-16,-25 25 0,0 0-15,0 0-16,1 0 16,-26 0-16,25 0 15,0 0 1,1 25-1,-1-25 1,25 25 15,-25-25-31,25 25 32</inkml:trace>
  <inkml:trace contextRef="#ctx0" brushRef="#br0" timeOffset="-184288.49">6028 5011 0,'0'-25'31</inkml:trace>
  <inkml:trace contextRef="#ctx0" brushRef="#br0" timeOffset="-180528.34">5904 5135 0,'-25'-25'266,"-25"25"-235,25 0 94,0 0-94,1 0-15,-1 0-1,25 25 1,-25-25-16,0 24 16,-24 1 15,24-25 0,25 25-15,-50 0-1,25-25 1,25 25-16,-49-25 16,24 0-16,25 24 15,-50-24 17,50 25-32,-24-25 15,-26 0 32,50 25-31,-25-25-1,-24 0 48,24 0-48,25 25 1,-75 0-16,51-1 16,-1-24-1,0 0-15,0 0 47,0 25 0,1 0-47,-1-25 31,25 25 1,-25-25-17,0 0-15,25 25 16,-25-25 15,1 0-15,-1 0-1,25 24 1,-25 1-16,0-25 16,0 0-1,0 25 1,-24 0-1,24 0 32,0-25-31,0 0 0,-24 24-1,24-24 1,0 25-1,0-25 64,25 25-48</inkml:trace>
  <inkml:trace contextRef="#ctx0" brushRef="#br0" timeOffset="-179169.27">7367 8806 0,'0'49'78,"0"-24"-62,0 0-16,-25 0 15,25-1 1,-25 1-16,25 0 16,-24-25-1,24 25 1,-25 0 15,0 24 0,0-49 32,25-49-16</inkml:trace>
  <inkml:trace contextRef="#ctx0" brushRef="#br0" timeOffset="-176999.09">7913 8260 0,'0'-25'47,"24"0"0,1 25-31,0 0-16,25 0 15,-25 0 1,24 0-16,1 0 15,-1 0-15,-24 0 16,25 0 0,-25 0 46,-25 25 126,-25-25-188,-25 50 15,1-25 1,24-25-16,25 24 16,-50 1 15,50 0 16,0 0 78,0 0-110,0-1 188,25-24-171,0 0-17,0 0-15,-1 0 16,26 0 62,-50 25-31,0 0-31,25-25-1,-25 25 1,0 24-1,0-24 32,0 0 0,-25 0 0,0-25-31,0 0-16,1 0 31,-1 0-15,0 0-16,0 0 15,0 0 1,1 0-16,-1 0 15,0 0 1,0 0 15,0 0-31,0 0 16,1 0 0,-1 0-1,0 0 1,0 0 15,0 0 16,25-50 78,-24 50-109</inkml:trace>
  <inkml:trace contextRef="#ctx0" brushRef="#br0" timeOffset="-170682.03">943 14536 0,'0'-25'110,"0"0"-95,24 25-15,1-25 16,0-24 15,0 49 16,0-25-16,-1 25 1,1 0 15,25 0-32,-25 0 1,-1 0-1,1 0 17,-25 25-1,25-25-15,-25 24-16,0 1 15,0 0 1,0 0-16,0 0 15,-25-1 1,25 1 15,-25 0 1,1-25-17,-1 0 1,0 0 31,0 0-32,0 0 63,50 0 126,0 0-189,25 25 32,-50 0-31,0-1-1,24 26 48,-24-25-48,0 0 32,0-1-47,0 1 32,0 0 30,0 25-46,-24-50-1,-1 24 17,0-24-1,0 0-31,-24 0 15,24 0 1,0 0-16,0 0 16,0 0-1,1 0 17,-1 0-32,0 0 15,0 0 16,0-24 63,1-1-78</inkml:trace>
  <inkml:trace contextRef="#ctx0" brushRef="#br0" timeOffset="-169793.01">2059 14660 0,'0'-25'62,"25"25"94,-1 0-156,26 0 16,24 0-16,-24 0 16,24 0-16,1 0 15,-50 0 16,-1 0 48,1 0-64</inkml:trace>
  <inkml:trace contextRef="#ctx0" brushRef="#br0" timeOffset="-168986.28">2108 14883 0,'0'-25'78,"50"25"-63,0 0-15,-26 0 16,51 0-16,-26 0 16,-24 0-1,25-25 1,-25 25 78</inkml:trace>
  <inkml:trace contextRef="#ctx0" brushRef="#br0" timeOffset="-168040.66">2480 14387 0,'25'49'125,"0"1"-110,25 0-15,-50-1 16,24-24-16,1 25 16,0-26-16,-25 1 15,25-25 1,-25 25 187,-50 25-187,1 24-16,-1-24 15,0 49-15,1-74 16,49 24-16,0-24 15,0 0 1,-25 0 78,25-50-47,0 0-32</inkml:trace>
  <inkml:trace contextRef="#ctx0" brushRef="#br0" timeOffset="-164150.55">3572 14387 0,'-25'0'0,"0"-25"94,0 25-48,1 0-46,24 25 16,-25-25 0,25 25-16,0 24 15,0-24 1,0 0-16,0 0 16,0 24-1,0-24 1,0 25-1,0-1 1,25-49 0,-25 25 15,24-25-15,1 0-16,0 0 15,0 0 1,0 0-1,-1-25 1,-24 0-16,25 25 16,-25-24-16,25-26 15,-25 0 1,0 26 0,0-1-1,0 0 1,0 0-1,-25 0 1,25 1 15,-25-1-15,1 25 15,-1 0 16,0 0-31</inkml:trace>
  <inkml:trace contextRef="#ctx0" brushRef="#br0" timeOffset="-163401.79">4018 14883 0,'0'25'78,"0"-1"-62,0 1-1,0 0-15,0 25 16,-49-26 0,24 51-1,0-50 63,0-25 16,25-25-47</inkml:trace>
  <inkml:trace contextRef="#ctx0" brushRef="#br0" timeOffset="-161953.68">4490 14312 0,'0'50'78,"0"0"-63,0 24 1,0-24-16,0-1 16,0 1-16,0-25 15,0 24-15,0-24 16,0 0-16,0 0 62,0-1 32</inkml:trace>
  <inkml:trace contextRef="#ctx0" brushRef="#br0" timeOffset="-161336.31">4936 14808 0,'0'50'47,"0"-25"-32,0 24 1,0-24 0,0 0 15,0 0 0,-25 0 16</inkml:trace>
  <inkml:trace contextRef="#ctx0" brushRef="#br0" timeOffset="-159930.29">5358 14461 0,'0'0'0,"0"-25"32,0-24 14,0 24-30,0-25 0,0 25-1,25 1 17,-1 24-32,26 0 15,-25 0 16,0 0-15,-1 24 0,-24 1-1,50 0 1,-50 0-16,0 25 16,0-26-1,0 1-15,0 0 16,0 0-1,0 0 1,-25-1-16,25 1 16,-49-25-16,49 25 15,-25 0-15,0 0 16,0-25-16,0 0 16,-24 24 77,49 1-46,25 25-31,-1-50-1,26 0 1,-25 0 0,24-25-1,-24 25-15,25-25 16,-25 25 0,-25-25-1,24 25 32,1 0 0</inkml:trace>
  <inkml:trace contextRef="#ctx0" brushRef="#br0" timeOffset="-159273.78">6052 14784 0,'25'24'62,"-25"1"-46,0 25 0,0-25-1,0-1 1,0 1-16,-25 0 15,25 0-15,-24 24 32,48-73 108,-24-26-124</inkml:trace>
  <inkml:trace contextRef="#ctx0" brushRef="#br0" timeOffset="-157826.12">6598 14139 0,'0'24'78,"0"26"-62,-50-25-16,26 24 16,24 1-1,0-25-15,-25 25 16,0-1-16,0-49 16,0 25 15,1-25 78,48 0-93,-24-25-16,25 25 15,0 0 1,25 0 0,-26 0-1,26 0 1,-25 0 31,24 0-16,-24 0-15,-25-25 31,0 1-32,0-1 16,0 0 32,0 0-32,-49 50 16,49 25-31,0-1-1,0-24 1,0 25 0,0-26-16,0 1 15,0 0 1,0 0-16,0 0 15,0-1-15,0 1 16,0 0-16,0 0 16,0 0-16,0-1 15,24 1 1,-24 0-16,25 0 16</inkml:trace>
  <inkml:trace contextRef="#ctx0" brushRef="#br0" timeOffset="-145240.5">3845 14213 0,'-25'0'140,"0"0"-140,0 25 16,25 0 0,-24-25-16,24 24 15,0 1-15,-25 0 16,0-25-1,25 25 1,-25 0 0,25 49-1,-50-49 1,50 0-16,-24-25 16,-1 25-16,25-1 15,-25 1 1,0 0-1,25 0 1,-25 0-16,25-1 16,0 1-1,-49 0-15,49 0 16,-25 0 0,25-1-16,-50-24 15,26 25 1,-1 0-1,0 0 79,0-25-63</inkml:trace>
  <inkml:trace contextRef="#ctx0" brushRef="#br0" timeOffset="-141544.22">4837 14263 0,'0'-25'47,"-25"25"0,0 25-32,0-1 32,1 1-47,24 0 31,-25 25-31,0-1 32,-25-24-1,50 0 0,0 0-15,-24-25-1,24 25-15,-50 24 32,25-24 46,0 0-63,1 0 1,-26-1 15,50 1 0,-25-25-31,25 25 16,-25-25 15,25 25-15,-49 24 15</inkml:trace>
  <inkml:trace contextRef="#ctx0" brushRef="#br0" timeOffset="-139410.34">5804 14213 0,'-25'0'47,"1"0"-47,-1 0 16,0 0-1,-25 0 17,26 50-32,-1-26 31,0 1-31,0 0 16,0 25 30,1-25-30,-1-1 0,25 1-1,-25-25-15,0 50 16,25-25-16,-25-1 16,1 26-1,-1-25-15,0 0 16,0 24-16,-24-24 15,49 0-15,-25 0 16,-25-1 0,50 1-1,-25 0 1,1 0 0,-1 0-1,25-1 1</inkml:trace>
  <inkml:trace contextRef="#ctx0" brushRef="#br0" timeOffset="-134072.68">17016 5035 0,'0'25'63,"0"0"-47,-25-25 15,25 25-16,-49 24-15,24-24 32,25 25-32,-25-25 15,0-1 1,0 1 46,25 0-46,0 0 62,0 0-62,-49-1 46,98-24-15,-24 0-31,50 0-16,-51 0 15,26 0-15,0 0 16,-26 0-16,1 0 16,0 0-1,0 0 1,0 0-16,-25-24 94,0-1-1,0 0-61,0 0 93,-25 50-78,25 0-16,-25 0-31,25-1 15,-25 1 1,25 0 0,0 0 15,0 0-31,0-1 16,0 1 15,0 0-16,0 0 17</inkml:trace>
  <inkml:trace contextRef="#ctx0" brushRef="#br0" timeOffset="-121041.77">16892 6077 0,'0'50'47,"0"-25"-47,0 49 16,0-24-16,0 24 16,0-24-16,0-1 15,0-24 1,0 0-1,0 0-15,0-1 79,25-24-48,-25 25-31</inkml:trace>
  <inkml:trace contextRef="#ctx0" brushRef="#br0" timeOffset="-120144.52">16917 5953 0,'0'-25'16,"0"1"46,25 24-46,24 0 0,-24 0-1,0 24-15,0 1 16,-25 0-1,24-25-15,-24 50 16,0-26 15,0 26-15,0-25 0,-24 0-16,-26-25 15,0 0 1,26 49-1,-1-49 1,25 25 156,49 49-172,26 1 16,-50-50-16,-1 24 15,1 1 1,0-25-16,-25-1 0,25-24 47,0 0-16</inkml:trace>
  <inkml:trace contextRef="#ctx0" brushRef="#br0" timeOffset="-107216.33">9004 5060 0,'0'-25'141,"-50"25"-110,26 25 0,-26 0 16,50 0-31,-25-25-16,0 25 15,1-25 1,-1 0 31,25 24-32,-25-24 1,0 25-16,-24 0 16,24-25-1,0 0 16,0 25 1,0-25-32,1 25 15,-26-25 1,25 0 0,0 24-16,1-24 15,-1 0 1,0 0 31,0 0-16,-24 25-15,24 0-1,0 0 1,-25-25 15,1 49-15,-1-49 31,25 25-1,1-25-14,-1 0-17,0 25-15,0 0 16,0-25 0,25 25-1,-25-25-15,1 0 31,-1 24-31,0 1 16,0 0 47</inkml:trace>
  <inkml:trace contextRef="#ctx0" brushRef="#br0" timeOffset="-106257.38">8830 8781 0,'0'0'0,"-24"0"16,24 25 31,-25-25-47,0 24 31,0 1-15,0-25 62,25 25-62,-24 0-1,-1 0 1</inkml:trace>
  <inkml:trace contextRef="#ctx0" brushRef="#br0" timeOffset="-104609.53">9649 8136 0,'0'0'0,"-74"0"16,49 0-16,-50 0 16,51 0-16,-26 0 15,0 0-15,26 0 16,-1 0-1,0 0 1,0 0 0,0 0-16,25 25 187,0 0-171,0 24-16,0-24 15,0 0-15,0 0 16,0 24-16,25-24 16,-25 0-1,0 0-15,0-1 16,0 1 0,0 0 109,25-25-125,0-25 15,0 0-15,-25 1 16,24 24-16,1 0 15,0 0 1,0 0 15,0 0-31,24 0 16,-24 0 0,0 0-1,0 0 1,-1 24 15,-24 26-15,25-25-16,-25 0 15,0-1-15,0 1 16,0 0 0,0 0-1,0 24 1,-25-24-1,-24 0 17,24-25-17,0 0 1,0 0 0,1 0-1,-26 0 16,25 0 16,25-25-31,-25 0 0,1 1-1</inkml:trace>
  <inkml:trace contextRef="#ctx0" brushRef="#br0" timeOffset="-99865.77">1414 15974 0,'-75'25'63,"26"-25"-48,-1 25-15,25-25 16,-49 25-16,49-25 16,0 24-16,1-24 15,-1 0 32,0 50 109,25 24-140,0-49 0,0 25-16,0-25 15,0 24-15,0-24 16,0 0-16,0 0 16,0-50 62,0 0-78,0 0 15,25 25-15,0-49 16,-1 49-16,1-25 16,0 0-16,0 25 15,24-25-15,1 25 47,-25 25-31,-25 0-1,0 0-15,0 24 16,0-24-16,0 25 16,0-25-1,-25-1-15,0 1 16,0 0-1,1-25-15,-26 25 16,25-25 0,0 0-1,-24 0 1,-1 0 0,25 0-1</inkml:trace>
  <inkml:trace contextRef="#ctx0" brushRef="#br0" timeOffset="-99344.22">1960 16272 0,'0'-50'47,"74"50"-32,-49 0 1,49 0-1,-49 0-15,74 0 16,-24 0-16,-1 0 16,-49 0-16,0-49 15</inkml:trace>
  <inkml:trace contextRef="#ctx0" brushRef="#br0" timeOffset="-98853.47">1885 16470 0,'25'0'31,"25"0"-31,24 0 16,-24 0-16,-26 0 15,1 0-15,25 0 16,-25 0-16,24 0 16,-24 0-1,25 0 1,-26 0-1,1 0-15,0 0 16,0 0 0,-25-24 46</inkml:trace>
  <inkml:trace contextRef="#ctx0" brushRef="#br0" timeOffset="-98113.68">2431 15974 0,'25'-25'47,"-1"50"-32,1 25-15,25-1 16,-50-24-16,49 25 16,-49-1-16,25 1 15,25 24-15,-25-49 32,-25 25 171,-50 24-203,25 1 15,-24-26 1,24 1-16,0 0 16,25-26-1,25-73 110</inkml:trace>
  <inkml:trace contextRef="#ctx0" brushRef="#br0" timeOffset="-91944.63">3522 15900 0,'0'49'250,"0"-24"-218,0 25-17,0-25 1,0-1 31,0 26-47,0 0 47,0-26-32,0 26 1,0-25 78,0 0-32,0-1 48,0 1-95,0 0 16,0 0 1,0 0-17,0 0 1,0-1 0</inkml:trace>
  <inkml:trace contextRef="#ctx0" brushRef="#br0" timeOffset="-91209.57">3894 16545 0,'-24'25'78,"24"24"-47,-25-24-15,25 0 15,-25 24 16,0-49 93</inkml:trace>
  <inkml:trace contextRef="#ctx0" brushRef="#br0" timeOffset="-88415.9">4341 16148 0,'0'-25'31,"0"0"-15,25 0-1,-25 1 1,24-1-1,1 25 17,25 0 15,-25 0-16,-1 25-16,1 49 1,-25-49 15,0 0-31,0-1 16,0 1-16,0 0 16,-25 0-16,-24 24 15,24-24 1,25 0-16,-25-25 15,0 25 17,1-25 30,24 25-15,24-25 16,76 0-63,-51 0 15,26 0-15,-26 0 16,-24 0-1</inkml:trace>
  <inkml:trace contextRef="#ctx0" brushRef="#br0" timeOffset="-63528.68">3919 15925 0,'-25'0'140,"1"24"-124,-26 26 0,25-50-1,0 50-15,1-26 16,-1-24-16,25 25 31,-25 0-31,0-25 16,25 25-1,-50 24-15,26-24 16,-1-25 0,0 25-1,25 0 32,-25-25-31,25 25-16,-25-1 31,25 1-31,-24-25 16,-1 25-1,25 0 1,-25-25 0,25 25 30,-25 0 1,0-1-15,25 1 14,-24-25-46,24 25 47,-25 0-15,25 0-1,-25-1-16,0-24 126</inkml:trace>
  <inkml:trace contextRef="#ctx0" brushRef="#br0" timeOffset="-61704.66">5035 15900 0,'-24'0'0,"-1"0"16,0 0 31,0 0-16,-49 25-15,74-1-1,-25 1-15,0-25 16,0 25-16,-24 0 16,24-25-1,0 25 1,0-25-1,0 24-15,1 1 32,-1 0-1,0 0 31,0 0-62,-24-1 32,24-24-17,0 50-15,0-50 16,0 25 15,1 0-15,-1-25 15,25 24-15,-25-24-1,-25 0-15,50 25 16,-24 0 0,-1-25 30,0 25-30,0-25 62,25 25-62,-25-25 109</inkml:trace>
  <inkml:trace contextRef="#ctx0" brushRef="#br0" timeOffset="-49560.41">12080 5060 0,'-25'0'171,"0"0"-139,-24 0-17,24 0 1,0 50-16,0-50 31,-24 25 32,49-1-48,-50-24 1,25 50 0,0-50 46,-24 0-31,24 0-31,-25 25 16,26-25 0,-26 25-1,0-25-15,1 24 16,24-24-16,-25 0 15,26 0 1,-1 25 0,0-25 31,0 0-32,0 0 1,25 25-1,-24-25-15,-1 25 32,0 0-17,0-25 1,-25 24 0,26-24-1,-1 25 1,0 0-16,0-25 47,0 0-32,1 25-15,-1-25 16,0 25-16,-25-1 31,26-24-15,-1 0-1,0 0 17,25 25-17,-25-25-15,0 25 16,1 0 0,-1-25 30,0 0-14,0 0 15</inkml:trace>
  <inkml:trace contextRef="#ctx0" brushRef="#br0" timeOffset="-35402.07">14709 4986 0,'-49'0'78,"24"0"-46,-25 0-1,25 25 0,1-1-15,-1-24-1,0 25 1,-25-25 0,26 25-1,-1 0 1,0-25 0,0 0-16,-25 25 31,26-25-16,-1 24-15,0-24 16,25 25-16,-50-25 16,26 0-16,-1 0 15,0 25-15,-25 0 16,26 0 0,-26-25-1,50 24-15,-25-24 16,0 25-1,1-25 1,-1 25 0,25 0 156,-50-25-126</inkml:trace>
  <inkml:trace contextRef="#ctx0" brushRef="#br0" timeOffset="-34584.25">10170 9079 0,'0'24'110,"0"1"-110,0 0 15,-25 0-15,0 0 16,1-25 0,-1 0-1</inkml:trace>
  <inkml:trace contextRef="#ctx0" brushRef="#br0" timeOffset="-33318.5">10641 8111 0,'0'-49'0,"25"24"47,0 0-16,0 0-15,-1 25-1,26 0 32,-25 0-47,0 25 47,-1 0-31,-24 0-16,0-1 15,0 1-15,0 0 16,0 25-16,0-26 31,0 1-15,-24 0-16,-1 0 15,0-25-15,25 25 16,-25-1-16,25 1 16,-25-25-1,25 25 17,0 0 77,0 0-78,0-1-15,0 26 15,0 0 32,0-26-32,50-24 78,0 0-109,24 0 16,0 0-1,-49 0 1,-25-24 78,0-26-79,0 25 1</inkml:trace>
  <inkml:trace contextRef="#ctx0" brushRef="#br0" timeOffset="-30698.3">9823 10864 0,'0'-24'62,"24"-1"-46,-24 0 0,25 0-1,0 25 16,0 0-15,24 0 0,-24 0-16,25 0 15,-25 25 1,-25 0 15,0 24-15,0 1-16,0-25 15,0 0 1,-25 24-16,0-24 16,0 0-16,0-25 15,1 25-15,-1-25 16,0 24 0,-25-24-1,50 25 1,-24-25-1,-1 0-15,0 50 32,25 0 93,25-50-125,0 0 15,49 0-15,-24 0 16,-1 0-16,-24 0 16,25 0-16,-1 0 15,1 0-15,-25 0 31,0 0-15</inkml:trace>
  <inkml:trace contextRef="#ctx0" brushRef="#br0" timeOffset="-30176.77">10889 10889 0,'-25'0'15,"149"0"95,0 0-110,1 0 15,-1 0-15,-50 0 16,0 0-16,-49 0 31</inkml:trace>
  <inkml:trace contextRef="#ctx0" brushRef="#br0" timeOffset="-29664.47">10988 11038 0,'25'0'125,"74"0"-109,-24 0-16,24 0 15,-49 0-15,-25 0 16,24 0 0,-24 0 46</inkml:trace>
  <inkml:trace contextRef="#ctx0" brushRef="#br0" timeOffset="-28953.9">11410 10641 0,'25'99'79,"0"-74"-79,-25 0 15,74 99-15,-49-124 16,-25 50-16,25-1 15,0-24-15,-25 0 32,0 0 108,-50 24-140,25-24 16,-49 25 0,24-25-16,25 24 0,1-24 15,-1 0 1,0-25-16,25 25 47</inkml:trace>
  <inkml:trace contextRef="#ctx0" brushRef="#br0" timeOffset="-25880.6">12427 10765 0,'0'-25'47,"0"75"78,0 24-125,0 1 16,0-50-16,0 24 15,0 26-15,0-51 16,0 1 0</inkml:trace>
  <inkml:trace contextRef="#ctx0" brushRef="#br0" timeOffset="-25368.24">13097 11187 0,'0'50'62,"-25"-26"-46,25 1-16,0 25 0,-25-25 16,25 24-1,-25-49-15,25 25 16,0 25-16,-24-26 78</inkml:trace>
  <inkml:trace contextRef="#ctx0" brushRef="#br0" timeOffset="-24337.26">13519 10716 0,'0'-25'47,"0"0"-31,24 25-1,26 0-15,24 0 16,-49 0-16,25 0 15,-25 0-15,24 25 16,-49 0 109,-25-1-109,25 1-16,-49 0 15,-26 25-15,1-50 16,49 49 0,-24-24-16,24 0 15,0 0-15,0-25 16,50 0 124,25 0-140,-26 0 16,26 24 0,-50 1-1,0 0 1,50 0-16,-50 24 16,0-24-1,0 0 1,0 0-16,0 0 15,0 0 1,-25-25 0,0 0-16,0 0 15,-24 0 1,24 0 0,-50 0-1,75-50 1,0 25-1</inkml:trace>
  <inkml:trace contextRef="#ctx0" brushRef="#br0" timeOffset="-23821.65">14114 11187 0,'0'25'47,"0"0"-47,0-1 15,0 26-15,0-25 16,0 24-16,0-24 15,0 0-15,0 0 16,0 0-16,0-1 16,0 1-1,-25-25 17</inkml:trace>
  <inkml:trace contextRef="#ctx0" brushRef="#br0" timeOffset="-22321.49">14932 10740 0,'0'0'0,"-24"0"78,-26 0-78,0 0 16,1 0-16,24 0 16,-49 25-16,49-25 15,25 25-15,-50 0 16,50 24 187,0 1-203,0-25 16,25-25-16,-25 25 15,0-1 1,25-24 78,0-24-79,-1-1 1,1 25-1,0 0 1,25 0 0,-26 0 15,1 25-31,-25 24 16,0 1-16,0-1 15,0-24-15,0 0 16,0 25 15,-25-50-31,1 25 16,-1-25-1,0 0-15,0 0 16,0 0-16,1 0 16,-1 0-1,0 0 1,0-25-1</inkml:trace>
  <inkml:trace contextRef="#ctx0" brushRef="#br0" timeOffset="-21696.92">15280 11137 0,'0'-25'31,"-25"25"-15,0 0-1,25 25 1,-25-25 0,25 25-16,0 25 15,-25-25-15,25 24 16,-24-24-1,24 25 95</inkml:trace>
  <inkml:trace contextRef="#ctx0" brushRef="#br0" timeOffset="-20537.65">16049 10542 0,'-50'74'31,"25"-24"-16,0 24-15,1 1 16,-1-26-16,0-49 16,25 50-16,0-25 15,-50 0-15,50-1 16,25-24 93,25 0-109,24 0 16,-24 0-16,-25 0 16,24 0-1,1 0 1,-25 0-16,-1 0 78,1-24-78,0 24 16,-25-25-1,0 0 32,0 0-47,0 0 16,-25 25 77,25 25-77,-25 0 0,25 25-16,0-26 0,0 51 15,0-26 1,0-24-16,0 0 16,0 25-16,0-25 31,0-1-16,0 1 95,-24 0-63,-1-25-32</inkml:trace>
  <inkml:trace contextRef="#ctx0" brushRef="#br0" timeOffset="-13233.69">12799 10542 0,'-25'0'63,"25"25"-48,-24-25 1,-1 49-16,0-24 16,-25 25-1,26-1 1,-1-24-1,0 0 1,0 0 0,0 0-1,1-25-15,24 24 16,-50 26-16,25-25 16,-24 0-1,49-1 1,0 1-1,-25-25 1,25 50 0,-25-25-1,0-25 1,25 24-16,-25-24 31,25 25-15,-49 0-16,49 0 0,-25 0 31,25 0-15,-50 24-1,50-24-15,-25 0 16,1 0 0,24-1-16,-25-24 15,25 50 1</inkml:trace>
  <inkml:trace contextRef="#ctx0" brushRef="#br0" timeOffset="-11649.79">14387 10319 0,'-25'0'15,"0"0"16,0 25-31,0-1 32,1 1-17,-1 0 1,0-25 15,25 25-15,-25 0 15,0-25-31,25 24 16,-24 1-16,-1 25 31,25-25-15,-25-1-1,0 1 1,0 0-1,1 0 1,-1 0 0,25-1-16,-50 26 15,1-25 1,-26 24-16,50-49 16,-24 50-16,24-50 15,25 25 1,-25-25-16,0 0 15,1 25 1,-26-1 0,25 1-1,0 0 1,-24-25-16,49 25 16,-50-25-16,25 25 15,1-1 1,-26-24-16,50 25 78,-25 0-62,0 0 93</inkml:trace>
  <inkml:trace contextRef="#ctx0" brushRef="#br0" timeOffset="-11608.81">13295 11187 0,'50'-75'15</inkml:trace>
  <inkml:trace contextRef="#ctx0" brushRef="#br0" timeOffset="-10318.89">15577 10368 0,'0'0'0,"-49"0"15,24 25 1,-25-25 0,26 75-16,-1-75 15,0 24-15,0 1 16,25 0-16,-25-25 15,0 25-15,1 0 16,24-1-16,-25-24 16,0 25-16,0-25 15,25 25-15,0 0 16,-25 0-16,-24 24 16,-1 1-1,25-25 1,1-25-1,-1 49-15,0-49 16,25 25 0,-25-25-1,25 25 1,-25 0-16,25-1 16,-24-24-16,24 50 15,-25-50-15,0 25 16,0 24-1,0-24 1,1-25 0,-1 25-1,25 0 1,-25 0 0,-25 24-1,26-24 16,24 0-15,-25 0-16,0 0 16,25-1-1,-25 1 17,0 0 139</inkml:trace>
  <inkml:trace contextRef="#ctx0" brushRef="#br0" timeOffset="-9185.88">16718 10468 0,'0'0'0,"-49"0"16,-1 24-1,1 1-15,49 0 16,-25-25-16,0 50 16,-25-26-1,50 1 1,-24-25 0,-26 25-1,25 0 1,-25 0-16,26-1 15,-1 51-15,-25-50 16,25-1-16,-24 1 16,-1 0-1,25-25-15,1 25 16,-1 0 0,0-1-16,0-24 15,25 25 1,-25 0-1,25 0 1,-49 0-16,24-1 16,0 1-1,0 0 1,-24 0 0,24 0-1,0-25 1,0 25-1,1-25 1,24 24 31,0-73 31,24-75-78</inkml:trace>
  <inkml:trace contextRef="#ctx0" brushRef="#br0" timeOffset="-4536.96">27161 3547 0,'-25'0'47,"-24"50"-47,24-26 16,-50 26-16,26 0 16,24-1-16,-49 1 15,74-25-15,-75 49 16,50-24-16,1-25 15,-1 24-15,-25-24 16,25-25-16,1 25 16,-1-25-16,25 25 15,-50-1-15,25 26 16,1-50 0</inkml:trace>
  <inkml:trace contextRef="#ctx0" brushRef="#br0" timeOffset="-3848.57">27484 3671 0,'-25'25'31,"-50"25"-31,1 49 16,49-99 0,-24 49-1,24-24-15,0-25 16,-25 50-16,1-25 15,-1-1-15,0 26 16,26-25-16,-26 24 16,25-24-1,0-25-15,1 25 32,-1 0-17,0 0-15,0-25 16</inkml:trace>
  <inkml:trace contextRef="#ctx0" brushRef="#br0" timeOffset="-2736.45">23217 7392 0,'-99'0'47,"25"0"-47,-26 0 15,-48 49-15,-1 1 16,49 24-16,-24-49 16,75 25-16,-1-25 15,-24 49-15,49-49 16,0 24 0,25-24-1,-25-25 1,25 25-1,-49 0 1</inkml:trace>
  <inkml:trace contextRef="#ctx0" brushRef="#br0" timeOffset="-2238.84">22473 7144 0,'25'0'31,"-25"49"-15,-50 1-16,1 0 16,-1 24-16,-74 50 15,0-25-15,25-24 16,24 24-16,-24-25 16,-25 25-16,50-49 15,49-25-15,25 0 110,74-25-95</inkml:trace>
  <inkml:trace contextRef="#ctx0" brushRef="#br0" timeOffset="-1640.09">23168 7615 0,'0'0'0,"-25"0"16,-25 0 0,25 0-16,-49 0 15,0 0-15,-26 50 16,26-1-16,-1-24 16,26 25-16,-1 24 15,-24-49-15,49 24 16,-49 51-16,49-75 15,25-1 1,-25 1 47</inkml:trace>
  <inkml:trace contextRef="#ctx0" brushRef="#br0" timeOffset="509.95">29865 5457 0,'0'0'0,"-25"25"0,-25 0 15,26-1-15,-76 76 16,76-76-16,-1 1 16,-74 74-16,74-74 15,-25 50-15,-24-75 16,24 74-16,25-74 16,1 25-16,-26 25 31,75-50 78</inkml:trace>
  <inkml:trace contextRef="#ctx0" brushRef="#br0" timeOffset="1086.83">30088 5358 0,'-25'0'16,"-24"49"-16,24-49 16,25 50-16,-25 0 0,-25 24 15,26-49 1,-26 49-16,25-49 15,-24 25-15,24 24 16,-25-49-16,-24 25 16,24-26-16,1 51 15,-75-50-15,74 49 16,25-74-16,0 50 16,1-50-16,-1 24 15,-25 1 1</inkml:trace>
  <inkml:trace contextRef="#ctx0" brushRef="#br0" timeOffset="1526.05">29617 5159 0,'-75'0'15,"1"25"1,-25 74-16,-25 25 15,74-74-15,25 0 16,-74 74-16,74-75 16,-24 1-16,24-25 15,25 24-15,-50 1 16,25-25-16,25 24 16,-49 1-16,49-25 15,-50 24-15,1-49 16</inkml:trace>
  <inkml:trace contextRef="#ctx0" brushRef="#br0" timeOffset="2293.96">27186 7193 0,'-50'0'47,"1"50"-47,-1 0 16,-74 24-16,99-24 15,-99 24-15,75-24 16,-1-1-16,0 1 16,26-50-16,-26 49 15,25 1 1,0-50-16,1 0 15,24 25-15,74-25 110,0 0-95,26 0-15</inkml:trace>
  <inkml:trace contextRef="#ctx0" brushRef="#br0" timeOffset="2847.26">27533 7590 0,'0'-25'15,"-25"25"1,-24 0-16,-1 0 16,1 0-16,-75 50 15,99 0-15,-25-50 16,1 24-16,-26 26 15,50-25-15,-24 24 16,-26 1-16,50-25 16,1-25-16,-1 25 15,0-1 1,0-24-16,0 25 16,25 0-1,-24-25 1</inkml:trace>
  <inkml:trace contextRef="#ctx0" brushRef="#br0" timeOffset="3432.86">26888 6921 0,'-25'24'46,"1"26"-46,-51 24 16,50-49-16,-74 74 16,50-74-1,-26 74 1,50-74-16,-99 50 16,100-51-16,-26 51 15,25-75-15,25 25 16,-49-1-16,49 1 31</inkml:trace>
  <inkml:trace contextRef="#ctx0" brushRef="#br0" timeOffset="31413.91">16371 6102 0,'25'0'62,"0"0"-46,-25 25-1,0 49 1,0 1-16,0 24 16,0-25-16,0 1 15,0-1-15,0-24 16,0-26-16,0-48 125,0-51-110</inkml:trace>
  <inkml:trace contextRef="#ctx0" brushRef="#br0" timeOffset="31894.15">16421 6127 0,'0'0'0,"25"-50"63,-1 25-48,1 1 1,0-1-16,0 25 16,0 0-1,-1 0 63</inkml:trace>
  <inkml:trace contextRef="#ctx0" brushRef="#br0" timeOffset="32615.55">16495 6375 0,'0'-25'94,"25"0"-47,-25 0-32,50 25 1,-26-24-16,26 24 0,-25 0 15,0-25-15,24 0 32</inkml:trace>
  <inkml:trace contextRef="#ctx0" brushRef="#br0" timeOffset="40633.32">10368 12353 0,'-24'0'15,"-26"0"1,25 0-16,-24 0 16,24 0-16,-50 0 15,51 0-15,-26 0 16,25 0-16,-25 0 16,26 0-16,-1 25 15,0-25-15,25 24 16,-50 1-16,50 0 15,-49 0-15,49 24 16,-25-24-16,25 25 31,0-1-31,0-24 16,0 0-16,0 0 31,25-25-31,0 49 16,24-49-16,26 0 15,-51 0 1,26 0-16,-25 0 16,25 0-1,-26 0 1,1 0-16,0 0 16,-25-24-16,25-1 15,-25 0 1,0-25 15,0 26 0,-50 24 16,1 0-47,-1 0 16,25 24-16,0-24 15,0 25 17,25 0 15</inkml:trace>
  <inkml:trace contextRef="#ctx0" brushRef="#br0" timeOffset="41198.78">11112 12576 0,'25'0'78,"75"0"-62,-26 0-16,25 0 16,-24 0-16,-26 0 15,1 0-15</inkml:trace>
  <inkml:trace contextRef="#ctx0" brushRef="#br0" timeOffset="41657.18">11137 12774 0,'25'0'78,"74"0"-62,-24 0-16,24 0 15,-74 0-15,24 0 16,-24 0-1,0 0 95</inkml:trace>
  <inkml:trace contextRef="#ctx0" brushRef="#br0" timeOffset="42175.35">11410 12452 0,'25'0'31,"25"0"-15,-1 74-16,-24-49 15,25 25-15,-26-1 16,26-24-16,-25 25 16,0-25-16,24-1 15,-24 26-15,0-50 16,-25 25 78,0 0-94,0-1 15,0 1-15,-75 50 16,1-26-16,-50 50 16,50-74-16,-26 25 15,76-25-15,-1-25 16</inkml:trace>
  <inkml:trace contextRef="#ctx0" brushRef="#br0" timeOffset="46142.51">12923 12328 0,'0'-25'16,"-49"25"15,-1 25-15,25 25-1,25-1-15,-49 26 0,49-51 16,-25 51 0,0-26-16,-25 1 15,26 0-15,-1-50 16,0 49-16,25-74 109,25 25-93,24 0-16,26 0 16,-26-49-16,51 49 15,-26 0-15,0 0 16,-24 0-16,-25 0 15,0 0 1,-25-25 31,0 0-16,0-24-31,-25 24 16,25 0 15,0 50 32,0 24-48,0 1-15,0 0 16,0-1-16,0-24 15,0 25-15,0-26 16,25 1-16,-25 0 16,24 0-1,-24 0 1,0-1 0</inkml:trace>
  <inkml:trace contextRef="#ctx0" brushRef="#br0" timeOffset="46599.14">13816 12898 0,'0'75'47,"0"-50"-32,-25 24-15,1 1 16,24-1-16,0-24 16,0 0-16,-25 0 15,0 25 16</inkml:trace>
  <inkml:trace contextRef="#ctx0" brushRef="#br0" timeOffset="47446.62">14188 12303 0,'0'75'125,"0"-26"-125,0 26 15,0 24-15,0-25 16,0 1-16,0-51 15,0 26 1,0 0-16,0-26 31,0 1 1</inkml:trace>
  <inkml:trace contextRef="#ctx0" brushRef="#br0" timeOffset="53670.17">13593 12204 0,'-25'0'31,"-49"0"-31,49 0 16,0 0-16,-24 25 15,24-25-15,-25 74 16,25-74-16,25 25 16,-49 25-16,-1-1 15,50-24 1,-25 0-16,0 0 15,1-1-15,24 1 16,-25 25 0,0-50-16,25 25 15,-25-25-15,25 24 16,-25 26-16,-24 0 16,49-26-16,-50 26 15,25-25-15,25 0 16,-24-1-16,-26 26 15,50-25-15,-25-25 16,25 25-16,-49 24 31,49-24-31,-25 0 16,-25 0 0,25 24-16,1-24 15,-1 0 1,0 25-16,0-50 15,25 49-15,-25-49 16,1 25 0,48-50 327</inkml:trace>
  <inkml:trace contextRef="#ctx0" brushRef="#br0" timeOffset="55974.5">14635 12179 0,'0'0'0,"-50"0"16,1 50-16,-26-25 16,-24 49-16,24 25 15,-49-49 1,25 49-16,50-49 0,24-1 15,-50 1-15,75-25 16,-49 74-16,24-99 16,25 25-16,-25-1 15,-24 1 1,24-25 93,0 0-93</inkml:trace>
  <inkml:trace contextRef="#ctx0" brushRef="#br0" timeOffset="67542.6">11485 8756 0,'0'50'31,"-25"-1"-31,0 1 16,0-1-1,25-24 1,-25 25 0,1-25-1</inkml:trace>
  <inkml:trace contextRef="#ctx0" brushRef="#br0" timeOffset="68607.33">12229 7888 0,'0'0'0,"-50"0"16,25 0-1,0 0 1,1 0 0,-26 0-16,25 25 15,0-25-15,25 24 16,-49-24-16,-1 25 15,50 0 1,-49 0-16,49 0 16,-25 24-16,0-24 15,25 0 1,0 0-16,0 0 16,0 24-16,0 1 15,0-25 16,0-1-31,0 1 16,0 0-16,50 49 16,-26-74 15,26 0-15,0 0-1,-1 0-15,1 0 16,-25 0-1,-1 0-15,1 0 16,0 0-16,0 0 16,-25-24-16,25 24 15,-25-25 1,0 0 0,0 0-1,-50 25 48,25 0-63,-24 0 15,-26 0-15,26 50 16,-1-25-16,0-1 16,50 1-1,0 0 48,0 0-48,0 0 1</inkml:trace>
  <inkml:trace contextRef="#ctx0" brushRef="#br0" timeOffset="69197.86">12725 8657 0,'-25'0'63,"0"0"-48,25 49-15,0-24 16,0 0-16,-25 25 15,25-26-15,0 1 16,0 0-16,-24 0 94,24-75-47</inkml:trace>
  <inkml:trace contextRef="#ctx0" brushRef="#br0" timeOffset="71046.16">13444 7913 0,'0'-25'0,"0"74"62,-25-24-46,25 0-16,-24 25 16,24-1-16,-50-24 15,50 0-15,-25 0 16,25 0-16,-25 24 16,1-24-16,-1 0 15,0 24 16,75-49 126,-1 25-157,1 0 15,-1-25-15,1 25 16,0 0-16,-26-25 16,1 0-1,0 0 1,0 0-16,0 0 15,24 0-15,1 0 16,-25 0 0,24 0-1,-49-25 48,0 0-32,0 0-15,-25 0 15,1 25 47,-1 0-47,0 0-31,0 0 16,0 0 15,25 25-15,-24-25-1,-1 25 17,25 0-17,0 0-15,-25-1 16,25 1 0,0 0-1,0 0-15,0 0 47,0-1-31,0 1-1,0 0 17,0 0-17,25 0 16,0-1 1,-25 1 61,0 0 17,0-50 30</inkml:trace>
  <inkml:trace contextRef="#ctx0" brushRef="#br0" timeOffset="72895.55">17611 4862 0,'-24'25'93,"-1"24"-93,-25 1 32,50-25-32,-50-1 31,50 1-31,-24-25 16,-1 25-1,-50 0-15,75 0 16,-49-25-1,24 0 1,25 24-16,-25 1 16,0 0-16,1-25 15,24 25 1,-75 0-16,50-1 16,1 1-16,-1-25 15,-50 50-15,26-25 16,-1-25-1,1 24-15,-1 1 16,50 0 0,-50-25-16,26 0 15,24 25-15,-25 0 16,0-1 0,0-24-1,25 25-15,-25-25 31,-24 25-15,49 0-16,-25-25 16,0 25 15,0-1 0,1 1 16,-1-25-31,0 25 15</inkml:trace>
  <inkml:trace contextRef="#ctx0" brushRef="#br0" timeOffset="74862.52">372 6548 0,'25'0'46,"-25"75"-46,0-26 16,25 26-16,-25-26 16,24 1-16,-24-25 15,25 0 1,-25 0 0,0-1-16,0 1 15,0 0 1,0 0-16,0-50 78</inkml:trace>
  <inkml:trace contextRef="#ctx0" brushRef="#br0" timeOffset="75383.03">446 6449 0,'0'0'0,"0"-25"94,25 1-63,25 24-15,0 0-16,24-25 15,-24 25 1,-26 0-16,1 0 15,0 0-15,0-25 16</inkml:trace>
  <inkml:trace contextRef="#ctx0" brushRef="#br0" timeOffset="75862.48">446 6697 0,'0'25'32,"25"-25"-17,25 0 1,-25 0 0,24 0-1,-24 0 1,25 0-1,-25 0 1,-1 0 47</inkml:trace>
  <inkml:trace contextRef="#ctx0" brushRef="#br0" timeOffset="77006.92">1166 6400 0,'0'49'31,"0"26"-15,0-26-16,0 26 16,0-26-16,0 1 15,0 49 1,0-74-16,0 25 16,0-26-16,0 26 15</inkml:trace>
  <inkml:trace contextRef="#ctx0" brushRef="#br0" timeOffset="77702.55">1315 6524 0,'0'-25'15,"24"0"1,1 25 15,0 0-31,0 0 32,-25 25-17,0 24 1,49 1-16,-49-25 15,0 0-15,0-1 16,0 1-16,0 0 16,0 25-1,-24-26 1,-1-24 0,0 0-1,0 0 1,0 0-1,25 50 142,25-25-157,50 99 15,-75-74-15,24-26 16,26 26-16,-50-25 16,0 0-16,25-25 15</inkml:trace>
  <inkml:trace contextRef="#ctx0" brushRef="#br0" timeOffset="78191.61">372 7665 0,'25'-25'47,"49"0"-47,26 0 16,-76 25-1,26-25-15,0 25 0,-26-24 16</inkml:trace>
  <inkml:trace contextRef="#ctx0" brushRef="#br0" timeOffset="78607.11">446 7714 0,'25'0'63,"0"0"-63,0 0 15,25 0-15,24-25 16,-24 1-16,24 24 15,25-25-15,-49-25 32,-25 50-1</inkml:trace>
  <inkml:trace contextRef="#ctx0" brushRef="#br0" timeOffset="78975.36">1191 7541 0,'0'0'16,"49"0"0,-24 0-1,0 0-15,0 0 16,-1 0-1,-24-25 32,25 0-31</inkml:trace>
  <inkml:trace contextRef="#ctx0" brushRef="#br0" timeOffset="79390.81">1463 7367 0,'25'0'63,"-25"25"-63,0 24 0,0-24 15,0 50 1,0-1-16,0-49 16,0 24-16,0 1 15,0 0-15,0-26 16</inkml:trace>
  <inkml:trace contextRef="#ctx0" brushRef="#br0" timeOffset="86959.17">13395 9029 0,'0'-25'46,"0"0"-46,49 0 16,1 25 0,-1-24-16,1 24 15,24-25 1,1 25-16,24 0 16,-25-50-16,-24 50 0,0 0 15,-26 0 1,1-25-1</inkml:trace>
  <inkml:trace contextRef="#ctx0" brushRef="#br0" timeOffset="87479.11">13519 9302 0,'0'-25'16,"24"-25"-1,1 26 1,25 24-16,24 0 15,50-50-15,-74 25 16,24 0-16,1 25 16,-26 0-16,1 0 15,-25 0-15,-1-24 16</inkml:trace>
  <inkml:trace contextRef="#ctx0" brushRef="#br0" timeOffset="89125.96">10145 14213 0,'-25'74'62,"1"-24"-62,-1 49 16,0-49 0,0 0-16,0-1 15,0 1 1,1-50 0,24 25-16,49-25 125,-24 0-125,50 0 15,-51 0-15,1 0 16,25 0-16,-1 0 15,1-25-15,-25 0 47,0 0-31,-1 25-16,-24-25 16,0-24-16,0 24 15,0 0 110,-24 50-109,24 0-16,0 0 15,0-1-15,0 26 16,0 0-16,0-1 16,0-24-16,0 25 15,0-1-15,0 1 16,0-25-16,0-1 16,24-24-16,-24 50 15,50-50 95,-25 0-110</inkml:trace>
  <inkml:trace contextRef="#ctx0" brushRef="#br0" timeOffset="89694.18">11435 14461 0,'50'0'110,"49"0"-110,25 0 15,-25 0-15,25 0 16,-50 25-16,-24-25 16,-25 0-16,0 0 15,-25 25 48</inkml:trace>
  <inkml:trace contextRef="#ctx0" brushRef="#br0" timeOffset="90102.81">11509 14759 0,'50'0'47,"24"0"-32,-24 0-15,49 0 16,-24 0-16,24 0 16,-50 0-16,26 0 15,-26 0-15,-24-25 63</inkml:trace>
  <inkml:trace contextRef="#ctx0" brushRef="#br0" timeOffset="90814.5">12055 13866 0,'0'0'0,"0"74"31,0-49-31,0 25 16,0 24-16,0-24 16,0 49-16,25-74 15,49 74-15,-49-49 16,25-1-16,-50-24 15,49 25-15,1-26 16,-25 26-16,0-50 16,-25 25-16,24 24 15,-24-24 142,-24-25-142,-26 75-15,0-51 16,1 26-16,24-25 15,-25 49-15,25-49 16,25 25-16,-24 24 16,-26-24-16,50-26 15,0 1-15,0 0 16</inkml:trace>
  <inkml:trace contextRef="#ctx0" brushRef="#br0" timeOffset="93334.79">29716 9847 0,'-25'25'31,"25"50"-31,-49 24 16,-26 50-16,50-75 16,1 50-16,-1 0 15,0-25 1,0-24-16,0-26 16,1 26-16,-1-75 15,25 25-15,-25 24 16,-25-49 31</inkml:trace>
  <inkml:trace contextRef="#ctx0" brushRef="#br0" timeOffset="93727.14">29170 9699 0,'0'0'0,"-24"0"16,-1 0-16,0 49 15,0 1-15,0-1 16,-24 26-16,-1 24 16,25-74-16,-24 74 15,24-49-15,0-25 16,-49 49-16,24 0 15,-49 1-15,74-26 16,-25-24-16,50 0 16</inkml:trace>
  <inkml:trace contextRef="#ctx0" brushRef="#br0" timeOffset="94159.13">29220 9947 0,'0'0'0,"0"24"16,0 51-1,-25 24-15,25-24 16,-25-26-16,25 50 15,-24 25-15,-1-49 16,0-26-16,0 1 16,0 24-16,0-24 15,25-25-15,-24-25 63</inkml:trace>
  <inkml:trace contextRef="#ctx0" brushRef="#br0" timeOffset="99495.5">13320 14436 0,'0'0'0,"0"-24"15,0-1-15,0 0 47,25 25-16,0 0-15,49 0 0,-24 0-1,-25 0-15,49 0 16,-49 0 0,-25 25-16,0 24 15,0-24 1,0 25-1,0-25 1,0 24 0,-25-49-16,0 25 15,-49 25-15,49-50 16,0 0 0,50 0 93,49 0-93,-24 0-16,24 0 15,-49 0-15,0 0 16,0 0-16,0 0 31,-1 0-15,-24 24-16,0 1 15,0 25 1,0-25 0,-24-1-16,-1-24 15,-25 25-15,25-25 16,1 0-16,-1 0 15,0 0-15,0 0 32,0 0-32,1 0 15,-26 0 1</inkml:trace>
  <inkml:trace contextRef="#ctx0" brushRef="#br0" timeOffset="99967.99">14337 15081 0,'0'25'63,"-25"0"-63,0 24 0,1-49 16,24 25-1,-25 0-15,25 0 47</inkml:trace>
  <inkml:trace contextRef="#ctx0" brushRef="#br0" timeOffset="100917.66">14858 14511 0,'0'-25'15,"0"-25"1,0 26 0,0-1-1,25 0 1,0 25 15,24 0-15,-24 0-1,25 0 1,-50 25 0,0 24-1,0-24 1,0 50-1,-100-1-15,100-49 16,-49 0-16,-26 24 16,26-24-16,-1 0 15,25-25 1,50 0 62,25 49-78,-1-49 16,26 25-16,-1-25 15,-49 0-15,49 0 16,-49 0-16,25 0 16,-25 0-16,-1 0 31,1 0 0</inkml:trace>
  <inkml:trace contextRef="#ctx0" brushRef="#br0" timeOffset="101550.74">15974 14833 0,'-25'25'47,"25"0"-31,0 0-16,0-1 15,-24 26 1,-1-25 15,25 0-15,-25-25-16</inkml:trace>
  <inkml:trace contextRef="#ctx0" brushRef="#br0" timeOffset="102342.8">16942 14015 0,'0'0'0,"-75"0"16,50 24-1,-49 1-15,24 25 16,26-25 0,-1 24-1,0-24-15,25 25 16,0-1-16,0 1 15,0-25-15,0 0 16,0 24-16,0 1 16,0-1-1,50-24 1,-26 0-16,26 0 16,24-25-16,1 0 15,-50 0-15,49 0 16,0 0-16,-49 0 15,25-25-15,-25 0 16,-1 0 0,-24 1-16,25-26 15,-25 25 32,-25 25-47,1 0 16,-51 0-16,26 0 15,24 0-15,0 0 16,-25 0-16,26 0 47,24 50-31,0-25-1,0 24-15,0-24 16</inkml:trace>
  <inkml:trace contextRef="#ctx0" brushRef="#br0" timeOffset="106687.11">14238 14015 0,'-25'0'15,"-25"49"1,1-24-16,-1 25 15,-24-1-15,-25 50 16,49-49-16,-24 0 16,24 24-16,0-24 15,26-25-15,-1 49 16,0-24-16,0 24 16,0-24-16,25-1 15,-74 50-15,49-24 16,25-26-1,-49 1-15,24-25 63,25 0-32,0-1 16,-25 1-47,25 0 94,0-50-79,74 25-15,50-49 16,50 49-16</inkml:trace>
  <inkml:trace contextRef="#ctx0" brushRef="#br0" timeOffset="107726.86">15528 14213 0,'-25'0'15,"-25"0"1,26 0-1,-51 25-15,50 24 16,0-49-16,-24 75 16,-1-25-16,1 24 15,24-49-15,-25 49 16,1 1-16,24-51 16,0 51-16,0-75 15,25 25-15,0 24 16,0-24-16,-25 0 15,1 0-15,-1 24 16,0-24-16,25 0 16,-50 24-1,50-24 1,0 0-16,-24 0 16,-1-25-16,25 25 15,-25 24 16,25-24-15,-25-25 0,25 25-16</inkml:trace>
  <inkml:trace contextRef="#ctx0" brushRef="#br0" timeOffset="108958.7">17314 13891 0,'-25'24'47,"0"26"-31,0-25-1,-24 24-15,24 26 16,0-50-16,-25 24 16,26 26-16,-1-51 15,-25 26-15,50-25 16,-25 0-16,1 24 16,24-24-16,-25-25 15,0 50-15,25-25 16,-25-1-16,-49 51 15,49-50-15,-25-1 16,50 26-16,-49-25 16,49 24-16,-25-49 15,25 25-15,-50 25 16,26-1 0,24-24-1,-25 25 1,25-1-1,-25-49-15,25 25 32,-25 25 93</inkml:trace>
  <inkml:trace contextRef="#ctx0" brushRef="#br0" timeOffset="111478.45">25127 9773 0,'-49'0'31,"-26"74"-31,26 1 16,-26-1-16,25 1 16,-49 24-16,50-25 15,-51 26-15,1-26 16,-25 50-16,50-25 16,-1-24-16,51-26 15,-26-24-15,50 25 16,25-100 46,0 25-46</inkml:trace>
  <inkml:trace contextRef="#ctx0" brushRef="#br0" timeOffset="111918.95">25598 9748 0,'0'0'0,"0"50"16,0-1-16,-24 26 15,-76 24-15,51-24 16,-75 73-16,74-48 15,-49 73-15,25-123 16,-1 49-16,1-49 16,24 24-16,0-24 15,26-26 1</inkml:trace>
  <inkml:trace contextRef="#ctx0" brushRef="#br0" timeOffset="112303.45">25598 10244 0,'0'0'0,"-24"100"15,-100-1-15,24 25 16,51-25-16,-26 0 16,-24 25-16,25-74 15,-1 74-15,-24-75 16,25 51 0,-1-75-16,-24 24 15,49-49 1,26 0-1,-1 0 1</inkml:trace>
  <inkml:trace contextRef="#ctx0" brushRef="#br0" timeOffset="124214.3">5135 9723 0,'-25'0'172,"74"-49"-156,-24 49-16,74 0 15,-49 0-15,49 0 16,0 0-16,1 0 15,48 0-15,-73 0 16,24 0-16,-49 0 16,-25-25-16,24 25 15,1 0-15,-1 0 16,-24 0-16,50 0 16,-1 0-16,0 0 15,-24 0-15,49 0 16,-24 0-16,24 0 15,-25 0-15,1 0 16,-26 0-16,26 0 16,-1 0-16,-49 0 15,74 0-15,25 0 16,-25 0-16,50 0 16,-50 0-16,50 0 15,0-25-15,-50-24 16,50 24-16,-74 25 15,24 0-15,-25-25 16,25 25 0,25 0-16,0 0 15,-24 0-15,24 0 16,-25 0-16,75 0 16,-125 0-16,100 0 15,-99 0-15,49 0 16,-25 0-16,25 0 15,1-50-15,-26 50 16,25 0-16,-49 0 16,49 0-16,0 0 15,1 0-15,-1 0 16,-25 0-16,25 0 16,-24 0-16,-1 0 15,-24 0-15,24 0 16,1 0-16,-26 0 15,26 0-15,-1 0 16,25 0-16,1 0 16,24 0-16,-25 0 15,50 0-15,-75 0 16,25 0-16,-49 0 16,-25 0-16,74 0 15,-25 0 1,1 0-16,24 0 15,-49 0-15,49 0 16,-25 25-16,50 25 16,-49-50-16,-1 0 15,-49 25-15,49-25 16,-24 0-16,24 0 16,-24 0-16,-25 0 15,49 0-15,-49 0 16,25 0-16,-26 0 15,1 0-15,0 0 16,0 0 0,0 0-1,-1 0-15,1 0 94</inkml:trace>
  <inkml:trace contextRef="#ctx0" brushRef="#br0" timeOffset="125904.02">5308 9996 0,'25'0'63,"25"0"-63,-1 0 15,26 0-15,-1 0 16,-24 0-16,24 0 16,-49 0-16,49 0 15,50 0-15,0 0 16,-49 0-16,49 0 16,25 0-16,-25 0 15,-25 0-15,25 0 16,-50 0-16,1 0 15,-26 0-15,26 0 16,-50 0-16,24 0 16,1 0-16,-1 0 15,26 0-15,-1 0 16,25 0-16,-49 0 16,24 0-16,-24 0 15,0 0-15,24 0 16,-49 0-16,49 0 15,-24 0-15,24 0 16,1 0 0,24 0-16,0 0 15,25 0-15,-25 0 16,-24 0-16,-1 0 16,-24 0-16,-1 0 15,-24 0-15,50 0 16,-26 0-16,26 0 15,-1 0-15,25 0 16,-24 0-16,-1 0 16,25 0-16,-24 0 15,24 0-15,50 0 16,-25 0-16,0 0 16,99 0-16,-99 0 15,75 0-15,-75 0 16,24 0-16,-73 0 15,24 0-15,-25 0 16,-24 0-16,24 0 16,1 0-16,-1 0 15,-24 0-15,24 0 16,26 0-16,24 0 16,0 0-1,24 0-15,-73 0 0,-1 0 16,1 0-16,-51 0 15,26 0-15,0-25 16,-25 25 0,49-24-16,25 24 15,25 0-15,0 0 16,-25 0-16,1 0 16,-26 0-16,-24 0 15,-26-25-15,1 25 16,0 0-16,74-25 15,1 25-15,-1 0 16,99 0-16,-49 0 16,-50 0-16,0 0 15,-24 0-15,-50 0 16,-1 0-16,1 0 31,-25-25 94</inkml:trace>
  <inkml:trace contextRef="#ctx0" brushRef="#br0" timeOffset="127566.65">4341 7590 0,'25'0'31,"-1"0"16,1 0-16,0 0-31,0 0 16,-25-25-16,25 25 15,-50 0 110,0 0-109,0 0 31,0 75-31,1-50-16,24 24 15,0 26-15,0-1 16,0 0-16,0 1 15,0-25-15,0 49 16,24-25-16,-24 1 16,0 24-16,0-74 15,0 24-15,0-24 16,0 0 0,0 0-1,0-1 1,-24-24-1,-26 0 17,25 0-1,0 50 47,25 0-78,25 49 16,0 0-16,0 0 15,-25 1-15,0-26 16,0 0-16,0-49 16,0 25-16,0 24 15,-25-49-15,0 0 16,25 0-16,0-1 94,0 1-94,0 0 15,25-25 1,74 0-16,0 50 15,-24-50 1,24 0-16,0 0 16</inkml:trace>
  <inkml:trace contextRef="#ctx0" brushRef="#br0" timeOffset="128896.27">14312 7367 0,'0'-25'16,"0"50"-16,0 0 78,25 24-47,-25 1-31,0 24 16,0 26-16,0-51 15,0 26-15,0 24 16,0-25-16,0 1 15,-25-50-15,0 24 16,25 1-16,-24-25 16,24-1-16,-25 26 15,25-25-15,0 0 16,0-1 0,0 26-16,0-25 15,0 24 1,25-49-16,49 0 15,-24 0-15,-25 0 16,-1 0-16,1 0 16,0 0-1,0 0-15,-25-24 47,0-1 31,-50 50-62,25 24-16,25-24 16,-74 49-16,49 1 15,25-26-15,-50 26 16,50-26-16,0 1 15,0 24-15,0-24 16,0 25-16,0-26 16,0-24-16,25 49 15,0 1-15,0-50 16,-25 49-16,0-49 16,25 24-16,-25-24 15,0 25 63,-25-50-62,-74 0 0,-100 0-16,50 0 0,75 0 15,0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1-30T08:58:01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1563 11633 0,'-25'-24'31,"0"24"-15,25 0 15,-25 0-31,25 0 62,-49 0-46,49 0 15,-25 0-15,25 24 15,-25-24-16,25 25 1,-25 25 15,25-50-31,-25 25 16,25-1-1,0 1-15,0 0 47,0 25-47,0-26 16,0-24 15,0 50-15,0-50 15,0 25-16,25-25 1,0 49 78,-25-49-79,50 25 16,-26 0 1,1-25 46,-25 0-63,25 0 16,-25 0-15,50 0 0,-50 0 30,24 0-30,-24 0 62,50 0-62,-50 0-1,25 0 48,-25 0-48,25 0 32,0 0-31,-25-25 15,0 25-16,0-25 17,0 1-17,0-1 16,0 0 1,0 0-1,0 0-31,0 25 15,0-24 1,0-26 15,-25 25 0,0-24 1,0 49 14,0-25-30,25 0 15,-25 25 16,25 0-31,0-25-16,-24 25 15,24-25 16,-50 25 63</inkml:trace>
  <inkml:trace contextRef="#ctx0" brushRef="#br0" timeOffset="1232.07">2009 11733 0,'0'0'62,"25"0"-46,-25 0-16,50 0 31,-1 0-31,1 0 0,-25 0 16,49 0-16,-49 0 0,24 0 31,26 0-31,-75 0 0,25 0 15,-1 0-15,1 0 47,-25 0-31,50 0 15,-1 0-31,-49 0 16,25 0-16,25 0 15,-25 0 1,49 0-16,-74 0 31,50-25-31,-25 25 16,-25-25-1</inkml:trace>
  <inkml:trace contextRef="#ctx0" brushRef="#br0" timeOffset="2832.16">2133 11956 0,'0'0'125,"25"0"-109,-25 0-16,50 0 15,-1 0-15,-49 0 16,25 0-16,25 0 31,-26 0-31,-24 0 16,25 0-16,0 0 15,0 0 1,0 0-16,-1 0 16,1 0-16,-25 0 0,25 0 15,0 0-15,0 0 31,-25 0-31,24 0 0,1 0 16,0 0 93,25 0 63,-25 0-141,-1 0-15,1 0 15,-25 0-16,25 0 1,0 25 46,0-25-46</inkml:trace>
  <inkml:trace contextRef="#ctx0" brushRef="#br0" timeOffset="4415.25">2729 11485 0,'0'24'109,"24"-24"-93,-24 25-16,50 0 31,-25 25-31,0-26 16,-1 1-1,1 0-15,-25-25 16,25 25 0,-25-25 15,25 25-31,0-25 15,-25 24-15,24-24 16,1 25-16,0 0 31,-25-25-15,25 25-16,-25-25 31,25 0-15,-25 49 186,-25-49-186,0 25-16,0 0 16,25-25-1,-49 25-15,24-25 63,0 25-48,25-25 16,0 24-15,0 1 0,0 0-1,-25 0-15,25 0 16,-25-25 15,1 0-31,24 49 16,-25-49-16,25 25 31,-25-25-31,0 25 15,25 0 32,-25-25 140</inkml:trace>
  <inkml:trace contextRef="#ctx0" brushRef="#br0" timeOffset="7847.44">3746 11609 0,'0'0'125,"0"24"-109,0 1-16,0-25 15,0 50-15,-50-1 32,50-49-17,0 25-15,0 0 16,0 0-1,0 24-15,0-24 32,0 0-32,0 0 15,0-25-15,0 25 16,0-1-16,0 1 0,0-25 31,0 25-15,0 0-1,0 0 1,0-25-16,0 24 31,0 1-15,0 0-1,0-25-15</inkml:trace>
  <inkml:trace contextRef="#ctx0" brushRef="#br0" timeOffset="8777.5">4341 12179 0,'0'0'63,"-25"25"-48,25 0-15,0 0 16,0 24-16,-25 1 16,0-25-16,25-1 15,0-24-15,-24 50 0,24-50 16,-25 25-1,25-25 17</inkml:trace>
  <inkml:trace contextRef="#ctx0" brushRef="#br0" timeOffset="12007.68">4862 11807 0,'0'-25'47,"0"0"-31,0 25-16,0-24 15,25-1 1,-25 0 15,24 0-15,1 25 31,0-25-32,-25 25 48,25 0-48,0 0 16,-25 0-31,24 0 16,1 0 0,0 25-16,0 0 31,24 0-31,-49 24 15,0-49 17,0 50-32,0-25 15,0 0-15,0-1 16,0-24-16,0 25 15,0 0-15,0 0 0,-24-25 16,-26 25 15,50-25-31,-50 0 0,26 0 16,-1 24-16,0-24 15,0 0 32,25 0 94,50 0-126,-50 0-15,25 0 16,24 0-16,-24 0 15,0 0-15,0 0 16,-25 0 15,24 0-15,1 0 15,-25 25 0,0 0-15,0 0-16,0 0 15,0-1-15,0-24 16,-25 25-16,25 0 31,-24 0-15,-1-25-1,0 0-15,25 0 16,-25 0-16,0 0 16,1 0-16,24 0 15,-25 0-15,0 0 31,0 0-15,0 0-16,1 0 16,-1 0-16,0 0 31,0 0-16,25 0 79</inkml:trace>
  <inkml:trace contextRef="#ctx0" brushRef="#br0" timeOffset="32573.86">5457 8210 0,'-25'-24'16,"0"24"46,1 0-31,24 0-31,-25 0 32,25 0-1,-50 0-31,50 0 15,-49 0 17,24 0-32,25 0 0,-25 0 31,0 0 0,0 0 16,25 0-47,-24 0 31,-1 0 16,0 24-16,25-24 16,0 25-47,0-25 31,0 25 0,0 25-31,0-50 31,0 24-31,0 1 16,0 0 15,0-25 0,0 25-31,0 0 47,0-1-47,0 1 63,25 0-32,-25-25-16,25 25 17,-1-25-32,1 25 15,-25-25 16,50 24-31,-25-24 32,-1 25-17,1-25 16,0 0-31,-25 0 32,25 0-1,49 0-31,-74-25 78,25 25-63,0 0-15,-25-24 0,25 24 32,-1-25-32,1 0 15,-25 0 16,0 25-15,0-25 15,25 1-31,-25-1 31,0 25-15,0-25 15,0 0 0,0 0-15,0 25 15,0-24-31,0-1 31,0 0 1,0 25-1,0-25 16,0 0-16,0 25 47,-50 0-47,50 0-15,-24-24-1,24 24 32,-25-25-16,0 25-31,25 0 16,-25 0 15,-24 0-15,24 0-1,-25 0-15</inkml:trace>
  <inkml:trace contextRef="#ctx0" brushRef="#br0" timeOffset="88712.07">22721 3274 0,'-25'0'234,"0"0"-219,25 0-15,-24 25 32,24 0-1,-50 0-16,50-1 1,-25 1-16,25-25 31,-25 50-15,1-50-1,-1 25-15,25-25 47,-50 49-47,50-49 16,-49 25-16,49 0 78,-50 24-78,0-24 47,1 50-47,49-75 0,-50 0 31,50 49-31,-25-49 31,-24 50-31,49-25 31,-25 0 0,25-25 16,-50 49-47,50-49 0,-24 25 47,-1-25 0,25 25-16,-25 0-15,25-25-16,-25 24 15,0 26 48,1-25-1,-1 0-46,25-1 46</inkml:trace>
  <inkml:trace contextRef="#ctx0" brushRef="#br0" timeOffset="90082.15">23044 3373 0,'0'0'109,"0"0"-78,0 25-15,-25 0-16,25 0 15,-25 0-15,0 24 16,0 1-16,1-25 0,24-1 31,-50 26-31,25-50 16,0 25-16,25 0 15,0 0-15,-24-1 16,-1-24-16,0 25 31,25 0-15,0 0-16,-25-25 15,25 25 1,-25-25-1,0 24 1,25-24 0,0 25-16,-24 0 31,-1 0-16,0 0 1,25-25-16,-25 24 16,0-24-16,1 25 15,-26 25-15,50-50 31,-25 25-31,-24-25 0,24 24 16,25 1-16,-25-25 16,0 25-16,0 0 31,25 0-31,0-25 15,0 49-15,-24-24 0,24-25 16,-25 50-16,0-26 31,25 1-15,-25-25-16,0 0 125</inkml:trace>
  <inkml:trace contextRef="#ctx0" brushRef="#br0" timeOffset="91817.25">23515 3597 0,'0'-25'62,"-25"25"-46,0 0 0,0 0-16,-24 25 15,24 24-15,0-49 31,25 25-31,-25 25 16,1-25-16,-1-1 16,0-24-16,25 25 15,-50 0 16,50 0-31,0 0 16,-24-25-16,-1 24 16,0 1-16,25 0 15,-25-25 16,25 25-31,0-25 16,-49 49-16,49-24 16,0 0-16,-25-25 31,25 25-31,-25-25 15,0 49 1,25-49-16,0 25 31,0-25-31,-49 50 0,49-50 16,-25 25-1,25-25 17,0 24-32,-25 1 15,0-25-15,0 25 0,1 0 16,24 0 15,-25-25-15,25 24 15,-50 1-16,50 0 1,-50-25 0,26 50-1,-1-50 16,25 24-15,-25 1 31,25-25-32,-25 25 188,0 25-187,25-50 15,0 24-31,0 1 62,0-25-46,-24 50 0,-1-50 77,25 0-62</inkml:trace>
  <inkml:trace contextRef="#ctx0" brushRef="#br0" timeOffset="143439.2">6747 8062 0,'25'-25'250,"-25"25"-234,0 0-1,0 25 32,0-1-16,0-24-15,0 25 15,0 0 0,0 0-15,0-25-1,0 25 17,0-1-17,0 1 32,0-25-31,0 25-1,0 0 1,0 0-1,0-25 1,0 24-16,0 1 47,0-25-16,0 25-15,0-25-1,0 25 16,0 0-15,0-1 0,0-24 15,0 25-16,0 0 1,0 0 0,0-25-16,0 25 46,0-1-30,0 1 0,0-25-1,0 25 16,0-25-15,0 50 15,0-50-15,0 24 15,0-24 47,0 50 187,0-50-249</inkml:trace>
  <inkml:trace contextRef="#ctx0" brushRef="#br0" timeOffset="153303.76">1513 13295 0,'0'0'250,"0"0"-235,25 0 32,-25 50-16,0-25 63,0 24-79,0-24 1,0-25 15,0 25 16,0 0-16,0 0-15,0-25-1,0 24 17,0 1-1,0 0 0,0-25-15,0 25-1,0 0-15,0-1 16,0-24 15,0 25 0,0-25-15,0 25-1,0 0-15,0-25 78,0 25-62,0-1 0,0 1-16,0-25 62,0 25-46,0 0 15</inkml:trace>
  <inkml:trace contextRef="#ctx0" brushRef="#br0" timeOffset="154663.84">2183 13345 0,'0'0'140,"0"0"-124,25 0-16,-1 0 31,26 0-31,-25 0 16,0 0-16,-1 0 0,-24 0 15,25 0-15,-25 0 63,50 0-48,-50 0 1,25 0 0,-25 0-1,49 0 16,-24 0-15,0 0-16,0 0 16,-25 0-1,24 0 16,26 0-31,-50 0 16,25 0-16,0 0 0,0 0 16,-25 0 15,24 0-31,1 0 15,0 0 17,-25 0-17</inkml:trace>
  <inkml:trace contextRef="#ctx0" brushRef="#br0" timeOffset="156047.91">2232 13643 0,'0'-25'47,"0"0"-32,25 25 1,-25 0-16,25 0 0,0 0 16,0 0-16,-25 0 15,24 0 16,1 0-31,0 0 16,-25 0-16,50 0 16,-26 0-16,1 0 15,-25 0-15,25 0 0,0 0 31,0 0-31,-25 0 0,24 0 16,1 0 15,0 0-15,25 0-1,-50 0-15,25 0 32,-25 0-32,24 0 15,1 0-15,0 0 16,-25 0-1,50 0 17,-50 0-1,24 0 0,-24 0 0</inkml:trace>
  <inkml:trace contextRef="#ctx0" brushRef="#br0" timeOffset="158056.04">2778 13072 0,'25'0'125,"-25"0"-110,25 0 1,0 25-16,-25-25 16,24 25-16,-24-1 31,50 1-31,-50 0 0,0 0 15,25 0-15,-25-25 16,25 49-16,-1-49 16,1 25 15,-25 0-31,25-25 15,-25 25 1,25-25 31,0 25-32,24-1 1,-24-24 15,0 25-15,-25-25 202,0 25-202,-25 0-16,25 0 15,-25-25-15,0 49 16,1-24-16,-1 0 31,25-25-15,0 25 15,-25-1-15,25-24-1,-25 25 16,0-25-15,25 25 0,0-25-16,-24 50 31,24-50-16,-25 24 1,25-24 0,0 25 15,-25 0 16,25 0-32,-25 0 172,0-25-171,1 24 93</inkml:trace>
  <inkml:trace contextRef="#ctx0" brushRef="#br0" timeOffset="169354.68">3969 13370 0,'-25'0'16,"0"0"15,0-25 16,1 25-31,24 0-1,-25 0 16,0 0-15,0 0 78,25 0-79,-25 0 1,1 0-1,-1 25 17,0 0-17,25-25-15,0 49 0,0-24 31,0 25-31,0-50 16,0 24-16,0-24 0,0 50 16,0-50-16,0 25 15,0-25 16,0 25 1,0-1-17,25-24 1,-25 25 15,25-25 16,-1 0-32,1 25 1,-25-25 0,50 0-16,-25 0 31,-1 0 0,1-25 0,0 0-15,-25 25-1,25 0-15,-25-24 32,49-1-1,-49 25 16,0-25-32,0 25-15,0-25 16,0 0-16,0 1 78,0 24-63,0-25 1,0 25 0,0-25-1,-24 0 1,-1 25 46,25 0-46,-25-25 15,25 25 0,-25 0-15,25-24 31,-25 24 124</inkml:trace>
  <inkml:trace contextRef="#ctx0" brushRef="#br0" timeOffset="173231.9">4316 13965 0,'0'0'109,"0"50"-93,0-26-1,0-24-15,0 50 16</inkml:trace>
  <inkml:trace contextRef="#ctx0" brushRef="#br0" timeOffset="175655.04">4614 13469 0,'0'-25'62,"0"25"-46,0-49-16,0 24 15,0 0-15,0 25 16,0-25-16,0 0 15,0 1 17,0 24-17,0-25 79,0 25-79,0 0 17,0 0 14,24 0-30,1 0-16,0 0 31,-25 0 0,25 0-15,0 0 0,-25 25 15,0-1-16,24 26 1,-24-25 15,25-25 0,-25 25 1,0-1-17,0-24 32,0 25-31,0 0-1,0 0-15,0 0 16,-25-1-1,25 1-15,-49 0 32,49-25 30,-25 0-31,25 0 94,25 0-109,-25 0 15,49 0-16,-49 0 17,50 0-17,-50 0-15,0 25 31,0 0 1,25-1-32,-25 26 15,0-50 1,0 25-16,0-25 15,0 49 17,0-49-17,0 25 1,0-25 15,0 0 0,-25 0 0,0 0-15,25 0 0,-25 0-16,1 0 31,-1 0-31,25 0 31,-25 0-31,25 0 31,-25 0-31,0 0 63,25-25 46</inkml:trace>
  <inkml:trace contextRef="#ctx0" brushRef="#br0" timeOffset="178545.21">5184 13767 0,'0'0'93,"0"0"-77,0 24 0,0 1-1</inkml:trace>
  <inkml:trace contextRef="#ctx0" brushRef="#br0" timeOffset="179417.26">5209 13816 0,'0'25'62,"0"-25"-30,-25 25-32,25 0 15,-25 24 16,-24-49-31,49 50 16,0-50-16</inkml:trace>
  <inkml:trace contextRef="#ctx0" brushRef="#br0" timeOffset="180793.34">5556 13221 0,'0'-25'62,"0"25"-46,25-25-16,-25 0 31,50 1-31,-26-1 16,-24 0-1,25 25 1,0-25-16,0 25 31,24 0 0,-49 0-15,50 0-1,-25 25 17,0 0-17,-25 0-15,25 24 16,-25-49-1,0 25 1,0 50-16,0-75 31,0 49-15,0 1-16,-25-50 0,0 25 15,25-1-15,-50 26 32,1-50-32,-1 50 0,0-26 15,26-24-15,-1 25 16,-25 0-16,25 0 15,1 0-15,24-25 32,-25 49-17,25-49 16,0 25-15,0 0-16,0 0 47,0-25-32,0 0 1,25 0 0,-25 0 15,49 0-31,1 0 0,24 0 15,25 0-15,-74 0 16,25 0-16,0 0 0,-1 0 31,-49 0-31,25 0 0,0 0 16,0 0 31</inkml:trace>
  <inkml:trace contextRef="#ctx0" brushRef="#br0" timeOffset="190568.89">6548 13841 0,'0'25'125,"-24"0"-109,24-1-16,-25 1 31,25-25-31,0 25 15,0 0-15,-25-25 0,25 25 16,0-25 0,0 0 124</inkml:trace>
  <inkml:trace contextRef="#ctx0" brushRef="#br0" timeOffset="193560.07">7392 12973 0,'0'0'93,"0"0"-77,-75 0-16,1 0 16,49 0-1,0 0 1,1 0-16,24 0 15,-50 0-15,0 0 32,50 0 14,-24 0-30,-1 0 15,0 0 0,25 0-15,-25 0-16,0 0 16,1 0 15,24 0-31,-25 0 249,25 0-233,0 0-16,0 25 16,0-1 15,0 1 0,0-25-15,0 25 15,0 0 0,0 0-15,0-25 15,0 24-31,0 1 249,0 0-155,0-25-47,25 25 15,-25-25 110,24 0-157,1-25-15,-25 25 16,25-25 0,-25 0-16,25 25 31,0-24 0,-1 24-15,-24 0-1,50 0 1,-50 0-1,25 0 1,-25 0 0,49 0 15,-49 0 0,25 0-15,-25 0 15,25 0-31,0 24 15,-25 1 17,25 0-1,-25-25-16,0 50 1,0-50-16,0 25 16,0-1-1,0-24 1,0 50-1,0-25-15,0-25 16,0 25 15,0 24 0,-25-24-15,25-25 0,-25 0-1,0 0 1,0 0 15,25 0 0,-24 0-31,-1 0 16,0 0-16,25 0 15,-25 0 17,0 0-17,1 0-15,-1 0 16,25 0 31,-25 0-32,0 0 1,25 0-1,-25 0 79</inkml:trace>
  <inkml:trace contextRef="#ctx0" brushRef="#br0" timeOffset="201335.51">4118 13047 0,'0'0'31,"0"0"0,-25 0-31,25 0 16,-25 0 0,25 0 15,0 25-16,0 0-15,0 0 16,0-1-16,-25 1 31,0 0-31,25-25 16,0 25-16,0 0 15,0 0-15,0-25 16,-24 49-16,24-49 16,0 25 15,0 0-31,-25 24 15,0-49-15,25 25 16,0-25 0,0 50-1,-25-25 16,25-25-15,-25 24-16,25 1 16,-24 0-1,24-25 16,-25 25-15,0 0-16,0 24 31,0-49-15,25 25-1,0 0 1,-24 0 15,24-25-15,0 24-16,0 1 15,-25 0-15,25 0 32,0 0-17,0-25 1,0 24 93,-25 26-31</inkml:trace>
  <inkml:trace contextRef="#ctx0" brushRef="#br0" timeOffset="206007.78">5035 13146 0,'0'0'110,"-24"0"-79,24 0 16,-25 0-32,25 0 1,0 0-16,-25 50 31,0-50-15,25 25-16,0 0 15,-25 0-15,25-1 94,0 1-63,0-25 16,0 25-16,0 0-15,0 0-1,0-25 1,0 24 15,-24 1-31,-1 25 16,0-50-1,25 25 1,0-1-1,-25 1 17,25-25-32,-25 25 15,25-25-15,-25 50 16,1-50 31,-1 49-16,0-24-16,25 0 17,0-25-17,0 25 1,-25-1 15,25 1-15,0 0-1,-25-25 16,25 25-31,0 0 47,-24-25-31,24 24-1,0-24 1,0 25 15,-25 0-31,25 0 16,0-25-1,-25 25 1,25-25 15,-25 24 32,25 1-48</inkml:trace>
  <inkml:trace contextRef="#ctx0" brushRef="#br0" timeOffset="-199552.58">27037 3175 0,'-25'0'31,"0"25"-15,1-25-1,-26 25-15,0 24 16,1-24-16,-26 49 15,-24-24 1,50 0 0,24-1-16,-25 1 0,50-25 31,-49 24-31,24-24 0,0 25 15,0-50-15,25 25 16,0 24 0,-25-49-16,1 50 0,-1-50 31,25 25-31,-25-25 15,0 49-15,25-49 0,-25 25 16,25 0-16,-49 24 31,24-24-31,25 0 16,-25-25 171</inkml:trace>
  <inkml:trace contextRef="#ctx0" brushRef="#br0" timeOffset="-198249.51">27409 3473 0,'0'0'62,"-49"0"-46,-1 24-16,0 1 16,50 0-16,-49 25 15,24-50-15,0 49 16,-24-24-16,24 0 15,0-25-15,25 25 16,-25 0 0,0-1-1,0 1 1,1 25-16,-1-50 15,25 25-15,-50-25 16,25 49-16,1-24 16,24-25-16,-25 25 31,0 0-31,0-1 0,25-24 15,-25 0-15,25 25 16,-49 0-16,24 0 0,0-25 16,0 25 15,-24-1-31,24 1 15,0 0-15,0-25 16,1 0-16,-1 25 47,25 0-32,0-25-15,-25 0 16,25 24-16,-50-24 16,1 50-1,49-50 1</inkml:trace>
  <inkml:trace contextRef="#ctx0" brushRef="#br0" timeOffset="-197047.44">27682 3746 0,'0'0'31,"-25"0"-31,0 0 15,-24 0-15,49 0 0,-25 24 16,25-24 0,-50 50-1,50-50-15,-24 25 16,24 0-16,-50-25 15,50 49 17,-50-24-32,50-25 15,-49 25-15,49 0 16,-25-25-16,25 24 31,-50 1-31,26 0 0,-1-25 16,25 25-1,-25 0-15,0-1 16,0-24-16,25 25 0,-24 0 15,24-25-15,-25 25 32,0-25-32,25 25 15,-25-1 1,0-24-16,0 0 15,1 25-15,-1-25 16,0 0-16,0 25 31,-74 25-31,74-50 16,25 0-16,-49 24 31,-1-24 47,25 0 0,-24 0-62</inkml:trace>
  <inkml:trace contextRef="#ctx0" brushRef="#br0" timeOffset="-195448.35">26640 3125 0,'0'0'78,"0"0"-78,-25 25 15,25-25 1,-49 50-16,49-25 15,-25-1-15,25 1 16,0-25-16,-50 50 31,50-50-15,0 49-1,-24-24 1,-1 0-16,0 0 31,25 24-31,-25-49 0,25 50 16,-25-25 15,25 0-15,-24-25-1,-1 24 16,25 1-15,-25 0 15,0 0 32,0-25-32,25 25-16,-24 0 17,-1-1-17,25-24 32,-25 25-31,25-25-16,0 25 15,-25-25 16,0 50 1,25-50-17,-24 24 16,24-24-15</inkml:trace>
  <inkml:trace contextRef="#ctx0" brushRef="#br0" timeOffset="-192377.17">7838 13593 0,'0'0'15,"0"0"16,0 0-31,0 25 16,-25 0-16,1-1 16,-1-24-1,25 50-15,-25 0 16,-25-26-16,50 1 31</inkml:trace>
  <inkml:trace contextRef="#ctx0" brushRef="#br0" timeOffset="-190337.06">8582 13022 0,'-24'-24'47,"-1"24"-32,25 0-15,-25 0 47,25 0-31,-50 0-16,50 0 15,-24-25-15,-26 25 31,50 0-31,-25 0 0,-24 0 16,49 0 15,-25 0-15,25 0 15,-50 0-15,25 0 15,1 0-16,24 25 17,0-1-17,0 1 1,0-25-16,0 25 15,0 0-15,0 0 16,0-25-16,0 24 31,0 1-15,0 0-1,0-25 1,0 25 15,0 0-31,0 0 16,0-25-16,0 49 15,24-49-15,-24 25 32,25 0-17,0-25 16,0 0 1,-25 0-32,49 0 15,-24 0 1,50 0-16,-51 0 31,1 0-15,0 0-1,-25-25-15,25 25 16,-25-50 62,0 50-31,0-24-32,0 24 48,0-25-48,0 25 1,-25 0-1,0 0-15,0 0 16,25 0 0,-24 0-1,-1 0 1,0 0-1,25 0 32,-25 0-31,0 0-1,-24 25 1</inkml:trace>
  <inkml:trace contextRef="#ctx0" brushRef="#br0" timeOffset="-146192.53">8161 8161 0,'0'-50'156,"25"25"-125,-25 25 78,24-24-93,-24 24-16,25 0 15,-25-25-15,25 25 110,0 0-79,0 0 0,-25 0-31,24 0 16,1 0-16,0 0 31,-25 0-31,25 0 15,0 0 1,-1 0-16,-24 0 16,25 0-16,0 25 31,0-25-31,-25 24 15,0 1 1,0-25-16,0 25 16,0 0-16,0 0 31,0-25-16,0 49 17,0-24-32,0 0 15,-50 24-15,25-24 16,1-25-1,-1 0-15,0 0 16,-25 50-16,50-50 31,-24 0 63,24 0-16,0 0-31,0 0-32,0 0 16,49 0-15,-49 0 0,25 0-16,-25 0 31,50 0-31,-26 0 15,-24 0 1,25 25 0,0-1 15,0-24-31,0 50 15,-25-50 1,0 25 0,0-25 15,24 49-16,-24-49 17,0 50-17,0-25 1,0-25 15,-24 0-31,-1 25 16,25-25-16,-50 24 15,25-24-15,-49 0 31,49 0-15,0 0 0,1 0-16,24 0 15,-25 0-15,-25 0 0,25 0 31,-24 0-15,49 0 15,-25 0-15,25-24-16,-25-1 15,0 0 48,25 25-48,-24-25 1,24 25 0,0-25-1,0 25-15,0-24 16,0-1-1,0 0-15,0 25 47</inkml:trace>
  <inkml:trace contextRef="#ctx0" brushRef="#br0" timeOffset="-137967.06">1290 15032 0,'0'-50'93,"0"50"-77,0-25-16,0 25 31,0-49-31,0 49 31,0-25 0,0 25-31,25-25 16,-25 0 15,24 25 32,-24 0-48,25 0 1,-25-25 31,50 25 15,-25 0-46,-25 0 30,49 0 1,-49 25-31,25 0 15,-25-25-15,0 25-1,0-25 16,0 25-15,0-1 0,0 1-16,0 0 15,0 0 16,0 0-15,0-1-16,0 1 0,0 0 16,-25 0 15,0-25-16,1 0-15,24 25 0,-25-25 16,25 0 218,0 0-218,25 0-1,-25 0 16,49 0-31,-49 0 16,25 0 15,25 0 16,-50 0-31,24 0-1,-24 0 16,0 24-15,25-24-16,-25 25 16,25 0-1,-25 0 16,0 0-31,0-25 16,0 24-16,0 1 16,0 0-1,0-25 1,0 50-16,0-25 31,0-1-15,0-24-16,0 25 31,-25-25-31,0 25 15,25-25-15,-24 0 32,-1 0-1,0 0-16,25 0 32,-25 0-31,0 0 15,1 0 0,24 0-15,-25 0 46,25-25 1,-25 25-48,0 0-15,0 0 63,25-25-48,0 25 48,0-24 15</inkml:trace>
  <inkml:trace contextRef="#ctx0" brushRef="#br0" timeOffset="-136543.98">2208 15056 0,'49'-24'62,"-49"-1"-46,25 25-1,-25 0 16,50 0-31,-50-25 16,24 0-16,-24 25 31,25 0-15,0 0-16,0 0 15,-25 0 17,25 0-32,-1 0 0,-24 0 15,25 0 16,-25 0-15,25 0-16,25 0 16,-50 0-16,24 0 31,1 0 0,0 0-31,0 0 0,0 0 16,24 0-1,-24 0 32,0 0-31,0 25-16,-25-25 171,25 0-155</inkml:trace>
  <inkml:trace contextRef="#ctx0" brushRef="#br0" timeOffset="-135313.91">2282 15280 0,'25'0'125,"0"0"-109,-1 0-16,26 0 15,-25 0-15,0 0 16,-1 0-16,-24 0 0,50 0 15,-25 0 17,-25 0-17,25 0-15,-1 0 0,1 0 31,-25 0-15,25 0-16,0 0 16,0 0-1,0 0-15,-1 0 16,1 0-1,-25 0-15,25 0 47,0 0-16,0 0-15,-25 0 0,49 0 30,-24 0-30,0 0 140,-25 0-140</inkml:trace>
  <inkml:trace contextRef="#ctx0" brushRef="#br0" timeOffset="-133910.83">2853 14858 0,'0'-25'94,"24"25"-79,-24 0 1,25 25-16,0 0 31,0 24-15,-25-49-1,0 25-15,25-25 0,-1 50 16,1-50 15,-25 25-15,25-1-16,25 26 31,-50-50-16,24 25-15,-24-25 32,0 25-1,0-25 250,0 49-266,0-24-15,0 0 16,-24 0-16,-1-1 15,0 1-15,25 0 0,-25 25 32,0-50-17,25 0-15,-24 25 47,-26-1 78,50-24-110,-50 0 17,50 0-17</inkml:trace>
  <inkml:trace contextRef="#ctx0" brushRef="#br0" timeOffset="-129397.58">3770 14883 0,'-24'0'47,"-26"0"-47,25 0 15,0 0-15,-24 0 16,24 0-16,25 74 47,0-49-32,0-25-15,0 25 0,-25 0 16,25-1-16,0-24 31,0 50-31,0-25 16,0-25-16,0 25 15,0-1 17,50 1-32,-50-25 15,24 0 1,26 25-16,-50-25 15,50 0 1,-50 0-16,25 0 0,-25 0 16,49 0-16,-49 0 15,25 0-15,-25 0 31,50 0-31,-50 0 0</inkml:trace>
  <inkml:trace contextRef="#ctx0" brushRef="#br0" timeOffset="-129071.55">3894 15205 0,'0'0'16,"0"-25"-1,0-24 16,0 24-31,0 25 16,-24-25 0,-1 25-16,25-49 0,-50 24 31,50 0-31,0 25 0,-49-25 15,49 25-15,-25-25 16,25 1-16,0 24 0,0-50 31</inkml:trace>
  <inkml:trace contextRef="#ctx0" brushRef="#br0" timeOffset="-128623.53">4167 15404 0,'0'0'31,"0"0"-15,-25 25-16,-24 49 15,24-24-15,0-1 16,0-24-16,1 25 0</inkml:trace>
  <inkml:trace contextRef="#ctx0" brushRef="#br0" timeOffset="-125305.34">4713 14883 0,'0'0'140,"0"25"-124,0-1-16,0 1 16,0 0-16,25 25 0,-25-50 15,24 49-15,-24-24 31,0-25-31,25 50 16,-25-26-16,0 1 16,0 0-16,0 25 0,0-26 31,0 76-31,0-75 15,0-1-15</inkml:trace>
  <inkml:trace contextRef="#ctx0" brushRef="#br0" timeOffset="-124908.31">5432 15453 0,'0'0'16,"-25"0"-1,-24 0 1,49 75-1,-25-75-15,25 49 16,-50 26-16,50-50 0,-24 24 31</inkml:trace>
  <inkml:trace contextRef="#ctx0" brushRef="#br0" timeOffset="-121555.13">5854 14883 0,'25'-25'46,"-25"25"-30,0-25-16,0 25 31,0-49-31,0 49 0,0-25 16,0 0-1,49 0-15,-49 0 16,50 25 15,-50-24-15,25 24-16,-25 0 15,25 0-15,-1 0 47,1 0-47,-25 0 16,25 0-1,0 0-15,-25 24 32,0-24-32,0 25 15,0 0-15,49 0 16,-49 0-16,0-1 0,0 1 15,0-25-15,0 25 32,0 0-32,0 0 15,-24 24-15,24-49 16,-25 50-16,0-50 15,0 25 17,-24-1-32,49 1 15,-25-25-15,25 50 16,0-50-1,-25 25 1,0-25 0,25 49-1,-25-24 1,25-25 109,25 0-110,0 0-15,25 0 31,-1 0-31,26 0 0,-1 0 16,-24 0-16,-26 0 16,26 0-16,-25 0 15,0 0 1,-25 0 31,24 0-32</inkml:trace>
  <inkml:trace contextRef="#ctx0" brushRef="#br0" timeOffset="-120821.08">6672 15230 0,'0'0'46,"0"25"-30,0 24-16,0 26 16,0-1-16,-24 1 15,-1 24-15,0-25 31,25-49-31</inkml:trace>
  <inkml:trace contextRef="#ctx0" brushRef="#br0" timeOffset="-117704.9">7193 14635 0,'0'0'47,"0"25"-32,-74 49-15,49-49 16,0 24-16,1 1 31,-26 0-31,50-26 0,-50 26 16,50-25-1,0-25 188,0 25-187,25 24-1,0-49-15,0 0 16,49 0-16,1 0 0,-26 0 31,26 0-31,-51 0 31,1 0-31,0 0 16,-25 0 0,25 0 15,-25-25-16,25 1 17,-1 24-32,-24-25 15,0 25 1,0-25 15,0 0-15,0 25 155,0 50-155,0-50-16,0 49 15,0-24 1,0 50-16,0-75 16,0 74-16,0-49 31,0 0-31,0-1 0,0 1 15,25-25-15,-25 25 16</inkml:trace>
  <inkml:trace contextRef="#ctx0" brushRef="#br0" timeOffset="-117295.89">8186 15404 0,'0'0'47,"-25"0"-47,0 25 0,25 24 15,-25-24-15,0 25 16,1 24-16,24-49 31</inkml:trace>
  <inkml:trace contextRef="#ctx0" brushRef="#br0" timeOffset="-108166.36">4118 14635 0,'0'0'78,"-50"25"-63,25 24-15,0-24 16,-24 49 0,49-74-1,-75 100-15,1-26 16,24 0 15,26-49-31,24-25 0,-25 25 16,0 0-16,25 0 31,-25-1-31,25 1 15,-25-25-15,0 50 32,25-25-17,0-1 16,0-24-31,0 25 16,-49 25-16,49-25 31,-25 0-15,25 24-16,-25-49 0,0 50 15,-24-25-15,49-1 16,-50-24-16,50 0 0,-25 0 125,1 0-110,-1 0-15</inkml:trace>
  <inkml:trace contextRef="#ctx0" brushRef="#br0" timeOffset="-106544.27">5184 14461 0,'0'0'78,"0"0"-62,-25 50-1,1-50 1,24 25-1,0 24-15,-25-24 0,0 0 16,25-25-16,0 25 31,-25-1-31,25 1 16,0 25-16,-49-25 0,49-1 31,-25-24-15,25 25-16,-25 0 0,25 0 15,-25 0-15,0-1 31,25-24-31,0 25 0,-24 0 16,-1 0-16,25-25 16,-25 25-16,25-1 15,-50 26-15,50-25 31,-49 24-15,49-24-16,-25-25 16,25 25-16,-25 0 15,0 0 16,0-1-15,1-24-16,24 25 16,-25 0-16,25-25 0,-25 25 31,0 0-16,25 24 1,-25-24 0,25 25 15,-24-25-16,24-25 110,-25 0-109</inkml:trace>
  <inkml:trace contextRef="#ctx0" brushRef="#br0" timeOffset="-102391.03">6524 14511 0,'0'25'78,"-25"-25"-47,25 24-15,-25-24-16,0 25 31,25 0-31,0-25 15,-49 74-15,49-74 16,-25 25-16,25 0 31,0-25-31,-25 25 16,0 0-16,25-1 15,-25 26 17,25-50-32,-24 50 0,-1-26 15,25-24-15,-25 50 31,0-25-31,25 24 16,-49-24-16,24 50 16,0-51 15,-25 51-31,26-50 15,-26 49-15,50-49 0,-25-25 32,-24 50-32,24-1 15,25-24 1,0 0-1,-25 0-15,0-1 32,0 1-32,25-25 78,0 25 46</inkml:trace>
  <inkml:trace contextRef="#ctx0" brushRef="#br0" timeOffset="-98478.8">7218 15602 0,'0'0'125,"25"0"-109,-25 0-1,25 0 17,0 25-17,-1-25 16,-24 0-31,50 25 16,-50-25 0,25 0-1,-25 0 1,25 0-1,-1 0 1,1 0 15,-25 0-31,50 0 16,-25 0-1,-25 0 17,24 0-32,1 0 15,0 0 16,-25 0 16,25 0-31,0 0 31,-1 0-32</inkml:trace>
  <inkml:trace contextRef="#ctx0" brushRef="#br0" timeOffset="-87744.19">22870 7020 0,'0'0'93,"0"25"-77,0-1-16,-50 26 16,50-25 15,-24 24-31,-26 26 0,25-26 15,-25 1-15,26 0 16,-1-50-16,25 24 0,-25 26 31,-25-25-31,26 0 16,-26 24-16,0 1 15,50-25-15,-24-1 16,-1 26-16,0-50 16,-25 25-1,26 24 1,-1-24-1,0 0 1,0-25 0,0 50-16,1-50 15,24 24-15,-25 1 16,0 0-1,0-25 79</inkml:trace>
  <inkml:trace contextRef="#ctx0" brushRef="#br0" timeOffset="-86839.14">23267 7119 0,'-50'0'16,"50"25"-16,-25 0 16,-49 24-16,74-24 15,-25 0-15,-24 24 0,24-24 16,0 0-16,0 0 31,0 0-31,25-1 16,-49 26-16,49-25 0,-50 24 15,50-49-15,-25 25 16,1 0-16,-1 25 15,25-50-15,-50 49 0,25-24 32,-24 25-32,24-26 15,-50 51 1,75-50-1,-24-1 1,-1 1 0,0 0-16,0-25 0,25 25 46,-25-25-30,25 25-16,0-25 16,-24 49-1,-1-49 63,0 0-62</inkml:trace>
  <inkml:trace contextRef="#ctx0" brushRef="#br0" timeOffset="-86067.09">23440 7367 0,'-24'0'16,"24"25"-16,-25 0 16,25-1-16,-50 1 15,25 50-15,-24-51 16,24 1-16,0 25 15,-24 24 1,24-49-16,0-25 16,25 74-16,-25-49 0,0-25 15,1 50-15,-1-25 16,0-1-16,0 1 31,25 0-31,-25-25 0,1 25 16,-1 0-1,25 0-15,-25-1 16,25-24-16,-25 25 31,25-25-31,-25 25 0,1-25 78,24 0-31</inkml:trace>
  <inkml:trace contextRef="#ctx0" brushRef="#br0" timeOffset="-85201.04">22696 6995 0,'0'0'32,"0"0"-17,-49 0 16,24 25-31,-25 24 16,25-24-16,-24 50 16,-1-51-16,1 51 15,-1-50-15,25-1 0,0 1 16,25 0-16,-24-25 15,-1 50-15,0-50 16,25 24 0,-25-24-16,0 50 15,1-50-15,-1 25 0,0 0 16,0-1-16,-24 26 31,24-50-31,0 25 16,25 0 77</inkml:trace>
  <inkml:trace contextRef="#ctx0" brushRef="#br0" timeOffset="-64660.87">9847 8235 0,'0'-25'125,"0"1"-110,0 24 1,0-25-1,0-25-15,25 25 16,-25 1-16,25 24 16,-25-25 15,50 25 140,-50 0-155,24 0 0,-24 25 15,25-1-31,0 1 15,-25 0 1,25 0 0,-25 0-16,25-25 31,-25 49-16,0-49-15,0 25 16,0 0 0,0 0-16,0-25 31,0 24-31,0-24 15,0 50 1,0-50-16,-25 25 16,0-25-1,25 25 16,-50-25-31,26 24 0,-26 1 16,0 0 15,50-25-15,-24 0-1,-1 25-15,0 0 32,25-1 61,25-24-46,0 0-16,-1 0-15,-24 0-16,25 0 15,0 0-15,25 0 0,-50 0 32,24 0-32,26 0 0,-25 0 15,0 0-15,0 0 16,-1 0-16,-24 0 31,25 0-15,0 0-1,-25 0 1,25 0-1,0 0 1,-1 0 15,-24 0 78,50 0 1,-25 0-79</inkml:trace>
  <inkml:trace contextRef="#ctx0" brushRef="#br0" timeOffset="-61704.7">1315 16619 0,'24'-49'93,"-24"49"-77,25-50-1,-25 50-15,25-25 16,-25-24-16,0 49 31,50-50-15,-50 25-1,49 0 17,-49 25-17,25 0 16,-25 0-15,25 0 31,0 0-32,-1 0 1,-24 0 15,25 50-15,-25-50-1,0 25 17,0 0-32,0 24 15,0-24-15,0-25 0,0 50 16,0-50-1,0 49 1,0-49 15,0 25-31,-25-25 16,25 25-16,-49 0 31,49-25-15,-50 24-1,50 1-15,-25 0 31,25-25-31,-24 25 16,-1 0 0,25-1-1,-25 26 1,25-50 15,0 25-15,-25 24-1,25-49 16,0 25-15,0 0 0,0 0-1,0-25 32,0 25 0,0-1-32,0 1 1,0-25 0,25 0 15,0 0-31,0 0 15,-1 0 1,1 0-16,-25 0 16,25 0-1,0 0-15,24 0 16,-49 0 15,50 0-31,-25 0 16,-25 0 15,25 0 109</inkml:trace>
  <inkml:trace contextRef="#ctx0" brushRef="#br0" timeOffset="-60688.64">2356 16694 0,'0'0'109,"25"0"-93,25 0-16,-1 0 16,-24 0-16,25 0 15,-1 0-15,1 0 0,-50 0 31,75 0-31,-51 0 16,-24 0-16,25 0 16,0 0-16,0 0 31,0 0-31,24 0 15,-49 0-15,50 0 16,-1 0-16,-24 0 16,25-25-16,-25 25 31,-1 0-31,-24 0 15,25 0-15,0 0 0,0 0 16</inkml:trace>
  <inkml:trace contextRef="#ctx0" brushRef="#br0" timeOffset="-59608.58">2530 16892 0,'0'0'62,"25"0"-62,-25 0 16,49 0-1,-24 0-15,25 0 16,-25 0-16,49 0 16,-49 0-16,25 0 0,-26 0 15,1 0-15,0 0 16,25 0-1,-26 0-15,1 0 16,0 0-16,0 0 16,0 0-16,-25 0 15,24 0 1,1 0-1,0 0 17,-25 0 14,25 0-30,0 0 46,-1 0-15</inkml:trace>
  <inkml:trace contextRef="#ctx0" brushRef="#br0" timeOffset="-58106.49">3175 16470 0,'0'0'93,"0"0"-77,0 25-16,25 0 31,-25 0-31,49 24 16,-24-49-16,0 25 0,-25 0 15,25 0-15,24 0 16,-24-1 15,0 1-15,-25-25-1,50 0 17,-50 0-17,24 0 16,-24 0-15,25 0 0,0 0-1,-25 0 16,25 0-15,-25 0 0,49 0-1,-73 25 110,24 0-109,-50 0-16,0 24 15,26-24-15,-1 0 16,-25-25-16,1 49 31,49-49-15,-50 25-1,50 0 1,-50 0-1,50 0 1,-24-25 0,24 24-16,-50 1 31,50 0-16,-25-25 1,25 0 140,-25 0-140</inkml:trace>
  <inkml:trace contextRef="#ctx0" brushRef="#br0" timeOffset="-52266.16">4167 16619 0,'0'-25'15,"25"25"16,-25-24-15,25-1 15,0 25-15,-1-25-1,1 25 1,0 0-16,-25-25 31,25 25-15,0 0-1,-25 0 1,0 25-16,24 0 16,1 0-16,-25-1 31,0-24-31,0 25 0,0 0 15,0 0-15,0-25 16,0 25 0,0-1-16,0 26 15,0-50-15,-49 0 31,-1 25-15,50-25 93,0 0-93,0-25-1,0 25 1,0-25-16,0 25 16,0 0-1,25 0 16,0 0-31,-1 0 16,-24 0-16,50 0 0,-50 25 16,25 0-1,-25 0 1,0-25-1,0 24 1,0 1 0,0-25-16,0 25 0,0-25 15,0 50-15,0-50 16,-25 0-1,0 0 1,0 0 31,-24 0-32,49 0 1,-25 0 0</inkml:trace>
  <inkml:trace contextRef="#ctx0" brushRef="#br0" timeOffset="-51649.12">4936 17016 0,'0'0'63,"0"25"-48,0 0 1,0-1-16,-25 26 16,25-25-16,0 0 15,-24-1-15,24 1 16,0 0-16,-25 0 47</inkml:trace>
  <inkml:trace contextRef="#ctx0" brushRef="#br0" timeOffset="-50893.08">5159 16421 0,'0'0'31,"0"49"-31,0-24 16,0 25-16,25 24 31,-25-49-31,0 25 0,0-26 16,0-24-16,0 50 15,0-50-15,0 50 16,25-1-1,0-49 1,-25 25-16,25 0 16,-25-25-16,0 25 46</inkml:trace>
  <inkml:trace contextRef="#ctx0" brushRef="#br0" timeOffset="-50397.05">5631 16966 0,'0'0'47,"0"25"-32,0 0 1,0 0 15,-25 49-31,25-49 0</inkml:trace>
  <inkml:trace contextRef="#ctx0" brushRef="#br0" timeOffset="-47096.86">6276 16346 0,'-50'25'16,"25"25"-16,-49-25 15,49 24-15,0-49 31,0 50-31,25-50 16,0 25 0,-24-1-16,24 1 78,0 0-63,0 0 79,0 0-79,0-1 1,0 1-16,49-25 0,-49 0 16,25 0-16,49 50 31,-74-50-31,50 0 15,-50 0-15,50 0 0,-26 0 16,1 0-16,-25 0 16,25 0-16,0 0 15,-25 0-15,25 0 16,-25-25 46,-25-25-46,-25 26-16,25 24 31,1 0 0,-1 0 47,25 0-62,0 24-16,0 1 31,0 25-31,0-50 16,0 25-16,0 24 0,0-49 15,0 50 1,0-25-16,0-25 15,0 24 1,0 1 0,0-25-1,25 25 16</inkml:trace>
  <inkml:trace contextRef="#ctx0" brushRef="#br0" timeOffset="-45393.77">7069 17066 0,'-24'0'31,"-1"0"-15,0 24-1,0 1-15,25 0 16,-25 0-16,25 0 15,-24-1-15,24 1 16,0 0 0,0-25-1,-25 0 63</inkml:trace>
  <inkml:trace contextRef="#ctx0" brushRef="#br0" timeOffset="-43401.65">7615 16396 0,'0'0'15,"-25"0"-15,-24 0 16,-1 0-16,25 0 15,0 0-15,1 0 16,-1 0-16,0 0 0,0 0 16,0 0-16,1 0 31,-1 0-16,0 0-15,25 0 16,-25 0-16,0 0 16,1 25 186,24-25-186,0 49-16,0 1 16,24 0-16,-24-26 0,0-24 15,0 50-15,0-25 31,25-25-15,-25 25-16,25-25 140,-25-25-124,25 0 0,0 25 15,-1 0-16,1 0 17,0 0-17,0 0-15,49 0 16,-49 0-16,-25 0 31,50 0-15,-50 0-16,24 0 31,-24 0-16,50 0 1,-25 0-16,-25 0 16,0 0-1,0 25 1,0 0-1,25-1 1,-25 1 0,0-25-16,0 25 15,0 0 16,0-25-31,0 25 16,0-1 0,-25-24-16,0 0 46,0 0-14,25 0-17,-25 0 1,25 0 15,-49 0-31,24 0 16,25 0-16,-25-24 0,0 24 93,1 0-77,24 0 62,-25-25-63</inkml:trace>
  <inkml:trace contextRef="#ctx0" brushRef="#br0" timeOffset="-30344.9">4663 16297 0,'0'0'109,"0"0"-94,0 24-15,0-24 16,0 50 0,-25-50-1,25 25-15,-24 0 16,24 0-1,-25-25-15,25 24 16,0-24 15,0 50-31,-25-25 16,25 0-1,-25-25-15,0 24 16,25-24 0,0 50-1,-49-25 16,49 24-15,-25-24 0,25-25-1,-25 50 16,25-50-15,0 49-16,0-49 16,-25 25-16,25-25 15,-24 25-15,-1 0 31,0 24-31,0-24 16,25 0 0,-49 25-16,24-26 31,0 1-31,25 0 0,0 0 15,-25 0 1,0-25 0,25 49 15,0-49-31,0 25 15,0-25 1</inkml:trace>
  <inkml:trace contextRef="#ctx0" brushRef="#br0" timeOffset="-28264.79">5655 16495 0,'0'0'125,"0"0"-110,-24 0-15,-1 0 16,0 25-16,-25 0 31,50-25-31,-49 0 16,49 25 31,-25-1-47,0-24 31,0 25-31,25-25 15,-49 25 1,24 0-16,25-25 0,-25 25 16,0-1-1,1 1 16,-1 0-31,25 0 16,-25-25 0,25 25-1,-25-25 1,25 24-1,-25 1-15,1-25 0,24 25 16,0-25-16,-50 50 16,0-50 15,26 74-31,24-74 15,-25 0 1,0 0-16,0 25 31,25-25-15,-25 25 15,1-1-31,-1-24 16,25 25-16,-25-25 15,0 50-15,0-50 16</inkml:trace>
  <inkml:trace contextRef="#ctx0" brushRef="#br0" timeOffset="-25688.64">7069 16346 0,'0'0'16,"0"0"-1,-24 0-15,-26 0 16,25 50-16,-24-25 0,-26 0 31,50-1-31,-24 1 16,24 0-16,-25 0 15,-24 24-15,74-24 16,-50 0 0,1 0-16,24 24 15,-25-49-15,25 25 16,-24 0-16,49 0 31,-25 0-31,-25-25 16,50 24-16,-49 1 0,49 0 31,-50 25-31,25-50 0,1 49 15,-1-49 1,25 50 0,-50-1-16,25-49 31,25 25-16,-24 0 1,-1 0 15,0 0-31,25-25 16,-25 24-1,-24 1-15,24 0 16,-25 25 0,50-50-1,0 24 1,-25-24-16,25 25 15,-25 0 17,25-25-32</inkml:trace>
  <inkml:trace contextRef="#ctx0" brushRef="#br0" timeOffset="-22813.47">8111 16247 0,'0'0'46,"0"0"-14,-49 0-17,24 25 1,0-25-16,25 25 31,-25-25-31,0 49 0,0-49 16,25 25-16,-49 25 15,24-50-15,0 49 31,-24 1-31,49-50 16,-25 25-16,0 0 16,0-1-16,25-24 15,-25 25-15,-24 0 16,24-25-16,25 25 0,-25 0 31,-24-1-15,49 1-16,-25-25 0,25 25 15,-25 25-15,0-26 31,0-24-31,25 25 16,-49 25 0,49-25 15,-25 24-31,0-49 15,25 25 1,-49 25-16,49-50 31,-25 49 0</inkml:trace>
  <inkml:trace contextRef="#ctx0" brushRef="#br0" timeOffset="-6193.52">26839 7119 0,'0'0'46,"0"0"-30,0 50-16,-25-1 16,0 1-16,-25-1 15,26-49-15,-76 75 16,76-50-16,-26 49 31,0-49-31,1 24 0,-1 1 16,25 0-16,-49-1 15,74-24-15,-50 25 16,26-26-16,-26 1 0,25 25 31,0-25-31,25-25 16</inkml:trace>
  <inkml:trace contextRef="#ctx0" brushRef="#br0" timeOffset="-5545.49">27285 7069 0,'0'0'16,"0"25"-1,0 25-15,-74 24 16,24 1-16,-24-1 31,-50 50-31,24 0 0,1 0 16,50-74-16,-1-1 15,-49 26-15,49 24 16,-24-49-16,74-1 0,-75 1 16,51-25-16,24-1 31</inkml:trace>
  <inkml:trace contextRef="#ctx0" brushRef="#br0" timeOffset="-4857.45">27608 7491 0,'0'0'46,"-50"50"-30,0 24-16,1 0 16,-50 26-16,24-26 15,1 25-15,24-49 0,1 24 31,-76 50-31,101-74 0,-1-50 16,25 0-16,-25 25 31</inkml:trace>
  <inkml:trace contextRef="#ctx0" brushRef="#br0" timeOffset="14366.65">11956 8012 0,'0'0'78,"0"0"-62,-25 0-16,25 0 15,-50 0-15,26 0 16,-26 0 0,25 0-16,25 0 15,-25 0-15,1 0 16,-26 0-16,25 0 15,0 0-15,1 0 32,-26 0-32,50 0 15,-25 0 16,25 0-31,-25 0 0,1 0 16,-1 0 0,25 0-1,-25 25 16,25-25-15,-25 0 15,0 0 0,25 0-15,-24 0 0,-1 0 15,0 25 140,25-25-155,0 49-16,0-24 16,0 25-16,0-50 31,0 24-31,0 1 15,0 0-15,0-25 47,0 25-31,0-25 140,0 0-141,25-25-15,-25-25 16,25 26-16,-25 24 16,24 0 46,1 0-31,-25 0-15,25 0-1,0 0 1,0 0 15,-25 0 0,24 0-15,-24 0-16,25 24 16,-25-24-16,25 0 15,0 25 1,0-25 15,-25 25-15,24 0-1,1 0 1,-25-25-1,0 24 17,0 1-17,25 0 1,-25 0-16,0-25 0,0 25 31,0-25 0,0 49 0,0-49 1,0 25-1,0-25-16,-50 0 17,50 0-32,-24 0 15,-26 0-15,50 0 0,-25 25 16,25-25-1,-49 0 17,49 0-32,-25 0 15,25 0 1,-50 0-1,50 0-15,-25 0 32,-24 0-32,24 0 31,0 0 0,25-25-15</inkml:trace>
  <inkml:trace contextRef="#ctx0" brushRef="#br0" timeOffset="19460.94">11658 11584 0,'0'0'46,"-49"0"-30,-1 0-16,50 0 16,-50 0-16,26 0 15,-1 0-15,-50 0 16,51 0-16,-26 0 0,25 25 31,0-25-31,1 0 0,-1 0 16,0 0-16,0 0 31,0 0-16,0 0 1,25 0 15,-24 0 32,-1 0-48,0 49 94,25-49-93,0 25-16,0 25 16,0-26-16,0 1 31,25 74-31,-25-74 15,0 0-15,0-25 32,0 50 30,25-50 32,-1 0-79,1 0-15,-25-25 16,25 0-16,0 0 15,0 25 48,0 0-48,-1 0 63,-24 0-62,25 0 0,0 0-16,0 0 15,-25 0 1,25 0-1,-1 0-15,-24 25 16,25 0 0,-25-25-16,25 25 15,-25-25-15,0 24 31,25 1-31,-25 0 16,0-25 15,0 25-15,0 0-1,0 24 1,-25-49-16,0 25 16,-24-25 15,49 0-31,-25 0 31,25 0-31,-50 25 0,25-25 16,-24 0-16,49 0 15,-25 0-15,0 25 16,0-25-16,25 0 15,-25 0-15,1 0 0,-1 0 32,25 0-32,-25 0 15,0 0 1,0 0 109,25 0-110,-24 0 1,-1 0-1</inkml:trace>
  <inkml:trace contextRef="#ctx0" brushRef="#br0" timeOffset="20503">12204 11881 0,'0'0'125,"50"0"-110,-26 0-15,51 0 16,-50 0-16,24 0 15,1 0-15,49 0 16,0 0-16,-49 0 16,24 0-16,-24 0 15,24 0-15,-49 0 16,49 0-1,-74 0 1,25 0 0,25 0-1,-25 0-15,-1 0 16,1 0-16,0 0 15</inkml:trace>
  <inkml:trace contextRef="#ctx0" brushRef="#br0" timeOffset="21327.05">12204 12105 0,'0'0'93,"50"0"-77,-50 0-16,74 0 15,-24 0-15,-1 0 16,26 0-16,-26 0 16,-49 0-16,50 0 31,-25 0-31,-25 0 15,74 49-15,-24-49 32,-1 0-32,1 0 0,-1 0 15,1 0-15,-50 0 16,25 0-16,0 0 15,-1 0-15,-24 0 16</inkml:trace>
  <inkml:trace contextRef="#ctx0" brushRef="#br0" timeOffset="22503.12">13122 11633 0,'24'-24'47,"1"24"-32,0 0-15,0 24 16,0 1-16,0-25 15,-25 50-15,24-25 16,26 24 0,-25-49-16,0 50 0,-25-50 15,49 25-15,-24-25 16,0 24-16,24 26 47,-24-50-16,0 0-16,-50 25 110,25-25-109,-25 0-1,-24 49-15,-1-24 16,-24 50-16,24-51 16,1 51-16,-26-50 31,1 49-31,49-49 0,-25 0 15,50 0-15,-25-1 16,1-24-16,24 50 16,-25-25 15,25-25 140</inkml:trace>
  <inkml:trace contextRef="#ctx0" brushRef="#br0" timeOffset="28511.46">14312 11559 0,'0'0'31,"-25"25"-15,-24 49-1,49 25 1,0-24-16,0-1 15,-25 25 1,25 25-16,0-49 16,0-50-16,0 0 15,0-1-15</inkml:trace>
  <inkml:trace contextRef="#ctx0" brushRef="#br0" timeOffset="28901.48">14660 12328 0,'24'25'15,"-24"0"1,0 49-16,-74-24 15,74-1-15,-25 1 32,-49 24-32,49 1 0</inkml:trace>
  <inkml:trace contextRef="#ctx0" brushRef="#br0" timeOffset="30950.6">15180 11633 0,'25'-24'15,"-25"-1"1,0 25-16,25-50 15,0 50 1,-25 0-16,25 0 62,-1 0-46,1 0 0,-25 0-1,25 0 16,-25 0-31,25 0 16,-25 25 0,0-25-16,0 25 15,0 0-15,0-1 16,0 1-1,0 0-15,0 25 16,0-26-16,-25 1 16,0 0-16,-24-25 0,24 25 15,0 0-15,25-25 31,-25 24-31,0-24 16,1 50 0,-1-50-16,25 50 31,-25-26-16,25 1-15,0-25 110,0 25-64,0-25-30,25 0 0,49 0-16,-49 0 31,0 0-31,0 0 0,-1 0 15,1 0-15,-25 0 0,25 0 16,0 0-16,0 0 16,-25 0 15,49 0-31,-24 0 140</inkml:trace>
  <inkml:trace contextRef="#ctx0" brushRef="#br0" timeOffset="31566.64">16073 12129 0,'0'25'47,"-24"0"-31,-1 0-1,25 0-15,-25 0 31,25-25-15</inkml:trace>
  <inkml:trace contextRef="#ctx0" brushRef="#br0" timeOffset="38575.04">14635 11633 0,'0'0'46,"-75"0"-30,26 0-16,24 0 16,0 25-16,0 0 15,-49 0-15,74 0 16,-50-25 15,25 74-31,-24-49 16,-1 24-16,25-24 31,25 0-31,-24 0 15,-1-25-15,0 25 16,25-1-16,-25-24 16,0 50-16,1-50 31,24 25-31,0-25 15,-25 49-15,25-49 16,-25 0-16,0 25 16,25 0-16,-25 0 31,25-25-16,-24 25 17,-1-25-32,25 49 0</inkml:trace>
  <inkml:trace contextRef="#ctx0" brushRef="#br0" timeOffset="40369.14">15726 11435 0,'-49'0'31,"-26"74"-31,26-49 31,-26 25-31,50-25 0,25-1 31,-49 51-31,-1-26 0,-24 51 31,24-26-31,50-49 32,-99 74-32,74-74 0,25 24 31,-25-49-31,25 25 31,-25 25-31,-24-50 47,24 50-47,0-26 0,0-24 47,25 25-16,-24 0 16,24-25-47</inkml:trace>
  <inkml:trace contextRef="#ctx0" brushRef="#br0" timeOffset="47255.53">29989 5333 0,'-50'0'62,"25"0"-30,-49 74-32,24 1 0,1-26 31,-26 26-31,26-50 0,24-1 31,-25 26-31,1-25 0,-50 49 16,24-49-1,50 0-15,-24-25 16,24 25-16,0 0 31,25-25-31,-25 24 31,-24 1 0,24 0-31,0 0 16,0 0 15,0-1-31,1-24 31</inkml:trace>
  <inkml:trace contextRef="#ctx0" brushRef="#br0" timeOffset="47943.57">29518 5135 0,'-50'0'63,"-24"0"-63,-50 74 0,0 25 31,-75 25-31,100-49 0,74-51 31,0-24-31,0 25 0,1 0 31,24 0-31</inkml:trace>
  <inkml:trace contextRef="#ctx0" brushRef="#br0" timeOffset="48807.62">30262 5631 0,'0'24'47,"-75"26"-47,26 0 31,-100 49-31,99-49 0,-24-1 32,-25 1-32,74-1 0,-50-24 15,51 25-15,-26-25 31,0 24-31,26-49 0,-1 0 32,-25 50-1,50-50-31,-25 25 31,25-25-15,-49 24-1</inkml:trace>
  <inkml:trace contextRef="#ctx0" brushRef="#br0" timeOffset="49870.68">30187 5655 0,'0'0'47,"-173"25"-47,98 25 0,50-25 16,1-1-16,-26 1 0,25-25 31,0 50-31,-24-25 31,49-25-31,-50 25 0,25-1 16,1 1 15,24-25-31,-50 25 31,50 0-31,-74 0 16,49-1-16,0-24 15,0 0 1,25 0-16,-49 50 0,24-50 78,0 0-62,25 0 30</inkml:trace>
  <inkml:trace contextRef="#ctx0" brushRef="#br0" timeOffset="50831.74">29890 5159 0,'0'0'16,"-25"25"15,-99 50-31,99-75 47,-99 99-47,74-50 0,-24 1 31,0 0-31,24-26 0,50-24 31,-25 25-31,-24 0 0,24 0 32,0-25-32,25 25 0,-50-1 15,26 26 16,-1-50-15,-25 25 0,25 0-1,0-1 1,25-24-16,-24 25 31,-1-25-31,0 0 31,25 25-31</inkml:trace>
  <inkml:trace contextRef="#ctx0" brushRef="#br0" timeOffset="74231.08">13122 8037 0,'0'0'124,"0"0"-108,-25 0-16,0 0 16,0 0-16,25 0 31,-25 0 0,1 0-15,-1 0-16,-25 25 15,50-25-15,-25 24 0,1-24 16,-1 0 15,25 0-15,-25 25-1,0 0-15,0 0 31,25-25 16,-49 49-31,49-24-1,0 25-15,0-50 16,-25 25-16,25-1 16,0 1-1,0 0 1,0 25-1,0-50 1,0 49-16,0-49 16,50 0-16,-50 25 15,24 0-15,1-25 16,0 0 15,-25 0-31,25 0 16,0 0-1,24 0-15,1-25 0,-50 25 16,25 0 15,-25-25 63,0 25-79,0-25-15,0 1 16,0 24-16,0-25 31,0 0-15,0 0 46,0 25-46,0 0 15,-25 0 0,0 0 16,0 0-32,25 0-15,-25 0 16,-24 0-16,49 0 16,-50 0-1,25 0 1,1 0-16,-1 0 15,25 0 17,-25 25-17</inkml:trace>
  <inkml:trace contextRef="#ctx0" brushRef="#br0" timeOffset="76071.18">11435 13271 0,'0'0'62,"0"0"-46,-50 0-1,50 0 1,-24 0-16,24 0 31,-50 0-15,50 0-1,-25 24 16,-24 26-31,24-25 16,0 24-16,25-49 0,0 50 31,0-50-15,-25 50-16,25-26 31,0-24-31,0 25 16,0-25-16,0 50 0,0-50 15,0 25-15,0-25 16,0 49 15,0-24-31,50 0 16,-1-25-1,-24 0 1,50 0-16,-26 0 31,50 0-31,-74 0 16,0 0-16,0 0 0,0 0 15,24-50 16,-49 25-15,0 1-16,0-1 16,0 25-16,0-25 31,0 0-16,-25 25-15,25-25 16,-24 25-16,24 0 31,-25 0-31,0 0 16,-25-24-16,50 24 15,-24 0-15,-26 0 32,-24 0-32,49 0 15,-74 49 1,74-49-16,0 25 15,0-25-15,0 50 16,0-26-16,1 1 31</inkml:trace>
  <inkml:trace contextRef="#ctx0" brushRef="#br0" timeOffset="76943.23">12551 13320 0,'0'0'78,"75"0"-63,-51 0-15,76 0 16,-26 0-16,0 0 0,1 0 31,-26 0-31,26 0 16,-75 0-16,49 0 15,-24 0-15,0 0 16,0 0-16,0 0 15,49 0-15,-74 0 32,25 0-32</inkml:trace>
  <inkml:trace contextRef="#ctx0" brushRef="#br0" timeOffset="77751.28">12551 13543 0,'0'0'47,"25"0"-32,0 0-15,49 0 32,-49 0-32,25 0 0,-26 0 15,26 0-15,0 0 16,-26 0-16,1 0 15,50 0 1,-75 0-16,24 0 0,51 0 16,-75 0-16,25 0 31,-1 0-16,1 0 17,0 0-32,0 0 31</inkml:trace>
  <inkml:trace contextRef="#ctx0" brushRef="#br0" timeOffset="79095.35">13097 13097 0,'0'-25'16,"0"0"-16,25 25 31,-1 0-15,1 0-16,0 0 15,25 50 1,-25-25-16,74 49 16,-74-49-1,24 25-15,-24-26 16,49 26-16,-49-25 187,-25-25-47,-25 49-124,-49 1-16,49-25 16,0 0-16,-24-1 15,-1 26-15,50-50 16,-49 25-1,24 0-15,25-1 16,0-24 15,-25 25-15,0-25-1,25 25 17,0 0-32,0-25 15,0 25 79</inkml:trace>
  <inkml:trace contextRef="#ctx0" brushRef="#br0" timeOffset="84158.64">14362 13171 0,'0'0'109,"0"25"-93,25 25-16,-25-1 15,0 1-15,0-25 0,0 0 32,0 24-32,0-49 15,0 50-15,0-50 16,0 25-1,0-25 1,0 49-16,0-49 31</inkml:trace>
  <inkml:trace contextRef="#ctx0" brushRef="#br0" timeOffset="84628.67">14734 13742 0,'0'0'46,"-50"25"-46,26 24 16,-1 1-16,-25 24 0,50-49 31,0 0-31,-25 0 16,25-1-16,0 26 15,0-25-15,0-25 16</inkml:trace>
  <inkml:trace contextRef="#ctx0" brushRef="#br0" timeOffset="89390.93">15205 13221 0,'-25'0'16,"-24"0"-16,49 0 31,-50 0-31,1 25 15,49 0-15,-25-25 0,0 24 16,0 1 15,25-25-31,-25 25 16,25 0 218,0 0-219,0-25-15,0 24 16,0 1-16,0 0 31,0-25-31,0 25 0,0-25 16,0 25-16,0-25 15,0 24 17,0-24-17,25 0 1,-25 0-16,25 0 15,25 0 1,-50 0 0,24 0-16,26 0 15,-25 0-15,-25 0 16,25 0 15,-1 0-15,26 0-16,-25 0 15,0 0 48,-25 0-48,0 0 157,0 0-79,24 25-77,-24 0-16,25 0 16,0 74-16,0-74 15,0 0 16,-25-1-31,0 1 16,25-25 15,-25 0 110</inkml:trace>
  <inkml:trace contextRef="#ctx0" brushRef="#br0" timeOffset="94463.23">14635 13146 0,'-25'0'31,"25"0"0,-50 0-31,1 25 16,49-25-16,-75 75 0,51-50 15,-1-25-15,0 24 16,25-24-16,-25 25 31,0 0-31,0 0 16,1 24-16,-1-24 15,0 0-15,0 25 31,0-26-31,25 1 0,0 0 16,-49 0-16,49 24 31</inkml:trace>
  <inkml:trace contextRef="#ctx0" brushRef="#br0" timeOffset="95391.29">15652 13221 0,'0'0'31,"-25"25"-31,-25 74 16,1-25-16,-1-24 15,-24 74-15,49-74 16,0 24-16,0-24 31,25-50-31,-49 49 0,49-24 16,0 0 15,0-25 0</inkml:trace>
  <inkml:trace contextRef="#ctx0" brushRef="#br0" timeOffset="105288.84">29294 9599 0,'-49'25'47,"-1"25"-32,25 24-15,-49-24 16,24 74-16,1-75 0,-26 51 15,26-26-15,-26 25 32,26-24-32,24-26 15,-25 1-15,50-50 16,-25 25 109</inkml:trace>
  <inkml:trace contextRef="#ctx0" brushRef="#br0" timeOffset="105892.89">29890 9773 0,'0'-25'31,"-50"50"-31,-24 74 16,-50 25-16,-25 75 31,74-125-31,1 25 0,-50 25 15,25-49-15,49-26 0,-99 51 16,75-51-16,24-24 31,25 25-31,1-50 16,-1 24-16,25-24 62,-25 0-31,25-24-15</inkml:trace>
  <inkml:trace contextRef="#ctx0" brushRef="#br0" timeOffset="106536.92">29890 10071 0,'-25'25'15,"-25"49"-15,25-49 16,-74 99-16,74-75 31,-148 125-31,74-100 16,49-49-16,-24 25 0,74-50 15,-50 49-15,25-49 32,25 0 46</inkml:trace>
  <inkml:trace contextRef="#ctx0" brushRef="#br0" timeOffset="107153.95">29418 9599 0,'-49'50'16,"-26"49"15,26 0-31,-50 1 0,74-51 16,-50 1-16,50 24 31,-99 26-31,100-51 15,-1-24-15,-25 25 0,25-26 16,1 1 0,-1-25 15,0 25-16</inkml:trace>
  <inkml:trace contextRef="#ctx0" brushRef="#br0" timeOffset="107694.99">29046 9649 0,'-49'-25'31,"-1"25"-16,0 50-15,-24 24 0,24 1 16,-24 24-16,49-50 31,-49 26-31,49-25 16,-49 49-16,74-99 15,-25 49-15,0-49 16,-25 25-16,50 0 31,-24-25-31</inkml:trace>
  <inkml:trace contextRef="#ctx0" brushRef="#br0" timeOffset="127839.14">14064 8012 0,'0'0'78,"0"0"-62,-25 25-1,1 0-15,-26 24 16,50-49-16,-25 25 15,0-25-15,1 25 32,24 0-17,-50-1-15,50-24 16,0 25-1,0 0 17,-25-25-17,25 25 1,-25 24 93,1-49-93,24 0-16,-25 25 31,25-25 78,25 0-93,-1 0-16,26 0 15,24 0-15,-24 25 16,0-25-16,-26 25 31,1-25-31,0 0 0,0 25 16,24-25-1,-49 0-15,25 0 16,0 0 46,0-25-46,-25 25 31,0-25-16,0 0-16,0 0 1,0 25-16,-25-24 16,0 24-16,0-25 46,25 25 64,0 49-95,0 1-15,0 0 16,0-26-16,0 26 15,0 0-15,0-1 32,0 75-32,0-74 15,0-25-15,0-25 16,0 24-1,0 1-15,25 0 16</inkml:trace>
  <inkml:trace contextRef="#ctx0" brushRef="#br0" timeOffset="129871.26">11410 15056 0,'-25'0'63,"25"25"-48,-24 0 1,24 0-16,-25 24 15,0-24-15,25 0 16,-50 0-16,50 0 31,-24-1-31,-1 51 16,25-75-16,-25 25 0,0-25 15,25 0 157,25 0-156,49 0-16,26 49 15,-51-24-15,1-25 16,-25 0-16,24 0 15,-49 0-15,25 0 32,0 0-17,0 0-15,-25 0 16,49 0 15,-49-25 0,0 25-15,0-24-1,0-26 1,-25 50 15,25 0 78,-24 0-93,-1 0 0,-25 0-16,50 25 31,0 24-31,0-24 15,0 25-15,0-1 0,0 1 32,0 24-32,0-49 15,25 0-15,-25 0 16,0 0-16,0-1 78</inkml:trace>
  <inkml:trace contextRef="#ctx0" brushRef="#br0" timeOffset="130711.31">12824 15230 0,'0'0'93,"50"0"-77,24 0-16,0 0 16,26 0-16,24 50 0,-50-50 15,25 0-15,-74 24 16,50 1-16,-26-25 31,26 0-31,-51 0 16,1 0-16</inkml:trace>
  <inkml:trace contextRef="#ctx0" brushRef="#br0" timeOffset="131615.34">12973 15553 0,'-50'0'15,"25"0"1,25 0-16,0 0 93,25 0-77,25 0-16,-1 0 16,51 0-16,-1 0 15,50 0-15,-75 0 16,1 0-16,-26 0 15,-24 0 1,-25 0-16,25 0 16</inkml:trace>
  <inkml:trace contextRef="#ctx0" brushRef="#br0" timeOffset="132559.41">13568 15081 0,'0'0'62,"50"0"-46,49 75-16,-25-51 15,1 26-15,-50-25 16,-1 0-16,26-1 16,-25 1-1,24 25-15,-24-50 31,-25 0 125,0 25-140,-49 0-16,-1-25 16,0 49-16,1-24 15,-1 25-15,1-26 31,-26 51-31,1-1 16,49-49-16,0 0 16,25-25-16</inkml:trace>
  <inkml:trace contextRef="#ctx0" brushRef="#br0" timeOffset="138464.75">14709 15205 0,'0'-25'16,"0"1"-1,0 24 79,0-25-79,0 0 1,25 0-16,-25 0 16,25 1 15,-25 24-16,49-50-15,-49 50 0,25-25 32,0 25-17,0 0-15,-25-25 16,25 25-16,-1 0 15,1 0-15,-25 0 16,25 0 15,25 0-15,-26 75-1,-24-75 17,0 49-32,0-24 0,0-25 15,0 50-15,0-25 16,0-1-16,0 26 0,0-25 31,-24-25-31,-1 49 16,-25 1-16,25-50 15,1 25-15,-1-25 31,25 0 94,25 0-94,-1 0-15,1 0 0,-25 0-1,25 0-15,0 0 0,0 0 31,-1 0-31,1 0 16,25 25 0,-50 0-1,0-25-15,0 74 31,0-49-15,0 0 0,0 24-16,-25-49 15,-25 0-15,26 0 31,-1 0-31,0 0 0,25 0 16,-25 0-16,0 0 47,1 0-32,24 0 1,-25 0-16</inkml:trace>
  <inkml:trace contextRef="#ctx0" brushRef="#br0" timeOffset="139443.81">15652 15726 0,'-25'0'94,"25"0"-79,0 25-15,0 25 16,-25-26-16,0 1 16,25 0-16,-24 25 0,24-50 15,-25 24 48,0-24-32</inkml:trace>
  <inkml:trace contextRef="#ctx0" brushRef="#br0" timeOffset="140942.87">15825 15230 0,'-24'-25'32,"24"-24"-17,0 24 1,0 25-16,0-50 15,0 25 17,0 1-17,24 24 16,1-25-15,0 25-16,-25 0 16,25 0-16,24 0 15,-24 0 1,-25 0-16,25 0 15,0 0-15,0 0 16,-1 0-16,1 0 16,0 0 15,0 0-16,-25 25 1,0-1-16,0-24 0,0 25 16,0 0-16,0 0 31,-50 49-31,50-49 15,-49 0-15,24-25 16,-25 49-16,25-24 16,1-25-16,-1 0 31,0 25-16,25 0 141,25-25-140,24 0-16,-49 25 31,25-25-31,0 0 0,0 0 16,-25 0-16,25 0 31,-1 0-31,1 0 16,-25 0-16,25 0 15,0 0 1,0 0-16,-25 0 15,24 0 32,1 0-31,0 0-1,-25 0 1,25 0 0,0 0 30</inkml:trace>
  <inkml:trace contextRef="#ctx0" brushRef="#br0" timeOffset="141432.91">16867 15602 0,'-25'25'15,"25"0"1,0 0-16,0-1 15,0 1-15,0-25 32,-24 50-32,-1-25 15,0 24 1,25-24-16,0 0 0,0-25 15</inkml:trace>
  <inkml:trace contextRef="#ctx0" brushRef="#br0" timeOffset="142831">17388 14982 0,'-25'0'16,"25"0"-1,-49 0-15,24 0 63,25 0-48,-50 0-15,50 50 16,0-1 15,-25-24-31,1 25 16,24-50-16,0 24 15,0 26-15,0-50 32,0 99-32,24-49 15,-24-50-15,0 25 16,25-25-16,25 25 15,-50-1 17,49-24-32,51 0 15,-100 0 1,24 0-16,-24 0 15,50 0-15,-50 0 16,25-24 0,-25-1-1,0 25 1,0-25-1,0 0-15,0 0 16,0 25 15,0-25-31,0 1 16,0-1-1,0 25 48,-25 0-48,25 0-15,-50 0 16,1 0 0,24 25-1,0-25 1,25 24-16,-25-24 15,25 25-15,0 0 16,0-25-16,0 25 16,0-25-1</inkml:trace>
  <inkml:trace contextRef="#ctx0" brushRef="#br0" timeOffset="147447.26">15255 14982 0,'0'-25'15,"0"25"1,-25 0-16,-49 25 31,74-25-31,-50 50 0,25-26 16,25 1-1,-25 0 1,1 0-16,-26 24 31,25 1-31,0-50 16,1 25-16,-26 0 15,50-1-15,-25 51 0,25-50 32,-49 49-32,49-24 15,-50-25-15,50-1 16,0 1 15,-25-25-31,25 25 16</inkml:trace>
  <inkml:trace contextRef="#ctx0" brushRef="#br0" timeOffset="149103.34">16644 14660 0,'-25'-25'31,"-24"74"-15,-1-24-16,0 50 31,1-26-31,-26 26 0,1-1 15,49-49-15,-49 49 32,49-49-32,0 0 15,0 24-15,25-24 31,0 25-31,-25-50 16,25 25-16,-24 24 16,24-49-16,-25 50 15,0-25-15,25 0 31,0-1-31,0 1 16,0 50-16,-25-51 31,0 1-31,25-25 0,-24 25 16,24 0-16</inkml:trace>
  <inkml:trace contextRef="#ctx0" brushRef="#br0" timeOffset="150759.44">17810 14759 0,'0'25'47,"-25"-25"-32,0 49-15,-24 50 16,24-74 0,0 25-16,-25 24 15,26-24-15,-26-1 16,0 26-16,1-26 0,-1-24 15,0 50-15,1-50 16,49-1-16,-50-24 31,50 50-31,-49-25 16,24-25-16,0 25 15,25-1 1</inkml:trace>
  <inkml:trace contextRef="#ctx0" brushRef="#br0" timeOffset="162591.13">5110 9103 0,'0'0'140,"49"0"-124,26 0-16,24 0 15,0 0-15,-49 0 16,24 0-16,1 25 16,-26-25-16,26 25 0,-51-25 31,26 0-31,-50 0 15,50 25-15,-25-25 16,24 0 0,-24 0-16,49 0 15,-24 0-15,0 0 16,-1 25-16,-24-25 0,25 0 15,-1 24-15,-24-24 32,25 25-32,-26-25 15,26 0-15,-50 0 0,25 0 16,24 0-16,-49 0 31,50 0-31,-25 0 0,0 0 16,49 0-16,-49 0 15,-25 0-15,49 0 31,26 0-31,-50 0 16,0 0-16,24 0 0,-49 0 16,50 0-16,-25 0 15,-1 0-15,-24 0 16,50 0-1,-25 0-15,24 0 16,-24 0-16,0 0 16,0 0-16,-25 0 0,25 0 15,-1 0-15,1 0 16,-25 0-16,25 0 31,0 0-15,0 0-16,-1 0 15,1 0-15,25 0 0,-50 0 16,49 0-16,-24 0 15,-25 0-15,25 0 32,25 0-32,-50 0 31,24 0-31,1 0 15,0 0-15,-25 0 16,74 0-16,-74 0 31,50 0-31,-25 0 16,0 0-16,24 0 0,-49 0 15,25 0-15,50 0 16,-75 0-16,24 0 16,51 0-1,-75 0-15,25 0 16,-1 0-16,1 0 0,25 0 15,-1 0-15,1 0 16,24 0-16,-49 0 31,25 0-31,-1 0 0,-49 0 16,50 0-16,0 0 15,-26 0 1,1 0-16,-25 0 31,50 0-31,-25 0 0,-1 0 16,51 0-16,-75 0 31,25 0-31,-1 0 0,1 0 16,25 0-16,-25 0 15,24 0-15,-49 0 16,50 0-1,0 0-15,-26 0 16,51 0-16,-75 0 16,49 0-16,-49 0 15,25 0-15,-25 0 31,50 0-31,-25 0 0,-25 0 16,49 0-16,-24 0 31,-25 0-31,50 0 0,-26 0 16,26 0-1,-25 0-15,-25 0 0,25 0 32,24 0-32,-49 0 0,50 0 15,24-25-15,-49 25 16,-25 0-16,50 0 31,-26 0-31,26 0 16,-25 0-1,0 0-15,0 0 16,-25 0-16,24 0 15,1 0-15,0 0 16,25 0 0,49 0-16,-74 0 0,49 0 15,-49 0-15,24 0 16,1 0-16,-25 0 15,0 0 1,49 0-16,-49 0 16,-25 0-16,49 0 15,1 0-15,24 0 0,-74 0 16,75 0-16,-50 0 31,24 0-31,50-24 0,-74 24 16,25 0-16,0 0 15,24 0-15,-24 0 16,-1 0-16,26 0 0,-51 0 31,26 0-31,24 0 16,-74 0-16,25 0 0,25 0 15,-50 0-15,49 0 16,-24 0-16,-25 0 15,50 0 1,-1 0-16,-24 0 16,50-25-16,-26 25 0,1 0 31,24 0-31,-24 0 15,74-50-15,-124 50 32,50 0-32,-1 0 0,-24 0 15,0 0 1,24-25-16,1 25 15,-25 0 17,0 0-32,-1 0 0,1 0 15,25 0-15,-25 0 16,-1 0-16,1 0 0,25-24 31,-25 24-31,24 0 16,-49 0-16,50 0 0,-1-25 15,1 25-15,-50-25 16,50 25-16,-26 0 15,-24 0 17,50 0-32,-25 0 0,-25 0 31,25 0-16,0 0-15,-1 0 16,1 0 15,0 0-15,0 0-16,-25 0 15,25 0-15,-1 0 0,26 0 16,-50 0-16,25 0 16,-25 0-1,25 0-15,-1 0 0,26 0 31,-25 0-15,49 0-16,-49 0 0,49 0 31,26 25-31,-51-25 0,-24 0 16,0 0-16,24 0 15,-49 0 1,25 0-16,0 0 16,0 0-16,24 0 15,-49 0-15,25 0 63,-25 0-48,25 0 16,0 0-15,0 0 0,-25 0-16,24 25 31,1-25 94,0 0-110,-25 0 1,25 0 15</inkml:trace>
  <inkml:trace contextRef="#ctx0" brushRef="#br0" timeOffset="165359.29">24705 9699 0,'25'0'62,"-25"0"-31,0 24-31,0 1 16,0 25-16,0-25 16,-25 49-16,25-49 15,-24 24-15,-26 1 0,50-25 16,0 0-16,-25-25 31,25 49-31,0-24 16,-49 0-1,49 0-15,0-25 16,-25 49-16,25-49 0,-25 25 15,25-25-15,0 25 32,0 0-32,-25-25 15</inkml:trace>
  <inkml:trace contextRef="#ctx0" brushRef="#br0" timeOffset="165919.31">25350 9748 0,'-24'25'0,"-26"25"31,0 98-31,1-98 16,-50 124-16,-25-50 31,-125 149-31,249-249 15,-24 1 1,-26 50-16,25-75 16,25 24-1,-25-24-15</inkml:trace>
  <inkml:trace contextRef="#ctx0" brushRef="#br0" timeOffset="166399.34">25871 10021 0,'0'-25'15,"-25"25"1,-49 25-16,0 50 15,24-1-15,-49 0 16,-50 125-16,75-150 31,-1 26-31,75-75 16,-49 49-16</inkml:trace>
  <inkml:trace contextRef="#ctx0" brushRef="#br0" timeOffset="166967.37">25772 10269 0,'-25'50'15,"-49"24"-15,-25 25 16,49-49-16,-74 74 16,25-50-16,0 1 15,-25-26-15,74 1 0,0-25 31,-24 49-31,24-74 16,1 25-16,24 25 0,-50-26 16,75-24-16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1-30T09:24:51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2406 5159 0,'-25'0'47,"0"0"-1,1 0-30,24 0 0,-50 0-16,50 0 31,-50 25-31,26 0 15,-1 0 1,25 0-16,0 24 31,0 1-31,0-25 0,0-1 16,0-24-16,0 50 15,0-25-15,49 0 32,-49-25-32,25 0 15,25 0 1,-25 0-16,-25 0 0,24 0 31,1 0-31,0 0 16,25 0-16,-50 0 15,24 0-15,51 0 0,-75 0 16,25 0-16,-25 0 31,49-25-31,-49 25 16,0-25-1,0 0 16,0 0-31,0 25 16,0-24 0,0-1-16,0 0 31,0 25-31,-25-50 15,1 26 1,-1 24 0,25 0 15,-25 0-31,0-25 0,0 25 15,25-25-15,-24 25 32,24 0-32,-25 0 0,0 0 31</inkml:trace>
  <inkml:trace contextRef="#ctx0" brushRef="#br0" timeOffset="1000.05">1339 6300 0,'0'0'78,"0"75"-62,0-26 0,25 100-16,-25-99 15,0 24-15,0-74 16,0 50-16,0-25 15,0-25 1</inkml:trace>
  <inkml:trace contextRef="#ctx0" brushRef="#br0" timeOffset="1619.09">1414 6350 0,'0'-25'16,"-25"0"0,25 25 46,0-24-46,0-1-1,25 0 16,-25 25-15,25 0-16,-25 0 16,49 0-16,-49 0 15,75 0-15,-51 25 31,1-25-31,0 49 0,-25-24 16,25 0-16,0 25 16,-25-50-16,0 49 15,0-49-15,0 25 31,0-25-15,0 25-16</inkml:trace>
  <inkml:trace contextRef="#ctx0" brushRef="#br0" timeOffset="2312.13">1215 6598 0,'-24'0'31,"24"0"0,24 0-15,1 0-16,25 0 15,-25 0-15,24 0 31,1 0-31,-1 0 0,-49 0 16,25 0-16,-25 0 16</inkml:trace>
  <inkml:trace contextRef="#ctx0" brushRef="#br0" timeOffset="3042.17">1712 6697 0,'24'0'15,"-24"-25"1,25 25-1,-25 0 17,25 0-17,0 0-15,0 0 16,-25 0-16,24 0 0,1 0 15,25 50-15,-50-50 16,0 50-16,25-1 16,-25-24-1,0 0 1,0-25 46,0 0-46,-25 0-1,25 0-15,0 0 32,0-50-32,25-24 15,-1 49-15,-24-25 16,75 26-16,-75-1 0,25 25 31,-25-25-15</inkml:trace>
  <inkml:trace contextRef="#ctx0" brushRef="#br0" timeOffset="3770.21">2356 6623 0,'-24'0'46,"24"25"-30,0 24 0,0 1-16,0-25 15,0-25-15,0 49 31,0-24-31,0 0 0,0 25 16,24-50-16,-24 24 16,25-24-16,0 25 15,0-25-15,-25 0 16,25 0-1,-1 0 17,1 0-32,0 0 15,-25-25 1,0 1-16,0-51 0,0 25 15,0-49 1,0 99 0,0-25-16,0 1 15,0 24 16,-25 0-15,25 0 0,-25 0 15</inkml:trace>
  <inkml:trace contextRef="#ctx0" brushRef="#br0" timeOffset="4607.26">2679 6672 0,'0'25'16,"0"25"-16,0-1 15,0 1-15,0-50 16,0 50-16,0-25 15,0-25 63,0 0-62,0-25 0,0-25-16,0-24 15,0-1-15,0 50 16,0 1-16,0-1 15,0 25-15,25-25 63,-25 25-48,25 0-15,-25 0 32,49 0-32,-24 50 15,-25-26 16,0 1-31,0-25 16,0 50-16,0-1 16,0 1-16,0-50 15,0 25-15,0 0 31,0 0-15</inkml:trace>
  <inkml:trace contextRef="#ctx0" brushRef="#br0" timeOffset="5039.28">3001 6300 0,'0'50'31,"0"49"-16,0-24-15,0 24 16,0-50-16,0 51 0,0-26 16,0-49-1,0 0 1,0 24-16,0-49 15,0 25-15,0 0 16,0 0-16,0-25 16</inkml:trace>
  <inkml:trace contextRef="#ctx0" brushRef="#br0" timeOffset="5476.31">2977 6598 0,'0'0'78,"0"0"-47,0 0 1,24 0-32,1 0 62,0 0-31</inkml:trace>
  <inkml:trace contextRef="#ctx0" brushRef="#br0" timeOffset="9832.56">3473 6598 0,'0'0'125,"0"0"-109,0 50-16,0-26 15,0-24-15,24 50 16,1 0-16,0-26 15,-25-24 1,25 25-16,-25-25 0,49 25 16,-49 0 15,25-25-16,0 0-15,0 0 16,25 0-16,-26 0 16,1 0-16,0 0 0,-25 0 46,50 0-30,-50-25-16,0 25 0,0-25 16,0-24-1,0 49-15,-25-50 16,25 0-1,-25 50 17,0 0-1,0 0-16,1-24 1,-1 24-16,25 0 0,-25 0 16,-50 0-1,51 0-15,-26 0 31,25 0-31,0 0 0,1 0 16,-1 0 93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28:26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21267 3409 0,'-40'40'32,"40"0"-32,0 0 15,-40 0-15,40 40 47,0-120 31,120 0-78,-80 0 16,81 0-16,-1 40 16,-40-120-16,0 40 15,-39 39 1,-1 1-16,-40-40 15,40 40 1,-40 0-16,0 0 16,40 0-16,-40 0 15,40-1 1</inkml:trace>
  <inkml:trace contextRef="#ctx0" brushRef="#br0" timeOffset="4152.1">2087 9946 0,'40'0'125,"40"0"-109,-40 40-16,40-40 15,-40 0-15,41 0 16,-1 40-1,0-40-15,-40 0 16,41 0 0,-41 0-1,0 0 1,0 0 0,0 0 15,0 0-31,0 0 15,0 0 64,1 0-64,-1 0-15,0 0 31,0 0-15,0 0 31,0 0-47,0 0 16,0 0-1,1-40-15,-1 40 16,0 0 31,40-40-32,-40 40 1,0 0-16,1 0 31,-1 0 47</inkml:trace>
  <inkml:trace contextRef="#ctx0" brushRef="#br0" timeOffset="8966.34">15730 9986 0,'0'-40'62,"0"0"-31,80 40-15,-40 0-16,80 0 16,-39 0-16,-1 0 15,0 0 1,40 0-16,1 0 16,-1 0-16,1 0 15,-81 0-15,0 0 16,0 0-16,40 0 15,-40 0-15,0 0 16,41 0-16,-41 0 16,40 0-1,0 0-15,1 0 16,-41 0-16,0 0 16,0 0 124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07:48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21258 3721 0,'24'25'31,"1"24"-15,-25-24 0,25-25 77,0 0-61,0 0-32,-1 0 15,1 0 1,0 0-16,25-25 16,-26-24-1,1-26-15,25 50 16,-25-24-16,-1 24 15,1 0-15,0 0 16,0 0-16,0 1 16,0-1-1,-1 25 1,-24-25 0,25 25 46</inkml:trace>
  <inkml:trace contextRef="#ctx0" brushRef="#br0" timeOffset="2695.9">3448 10443 0,'-50'0'31,"25"-25"-15,-24 25 0,24 0 62,0 0-31,0 0-47,1 0 15,-1 25 1,25 0 15,0-1-15,0 1-1,0 25 17,0-25-17,0 24 16,0-24 1,25-25-17,-25 25 17,24-25-1,1 0 0,0 0-31,0 0 16,0 0-1,-1 0-15,1 0 16,0 0-16,0 0 16,0 0-1,24 0 1,-24 0-1,0 0 64,0-50-64,-25 25 16,0 1-15,0-1 0,0-25 46,-25 25-46,25-24 31,-25 49 0,0-25-32,0 25 16,1 0-15,-1 0 15,0 0-15,0 0 0</inkml:trace>
  <inkml:trace contextRef="#ctx0" brushRef="#br0" timeOffset="5174.14">10145 6052 0,'-25'-24'16,"1"24"30,-1 0-14,0 0-32,0 0 15,0 0 32,0 0-16,1 0-15,-1 24 0,0 1-1,-25 0 1,50 0 0,0 0 15,0-1 0,0 1-31,0 0 16,0 0-16,0 0 15,0-1 1,-24 1-16,24 0 16,0 0-16,0 0 78,24-25-47,1 49-15,0-49-16,25 0 15,-1 0 1,-24 0-1,25 0 1,-25 0-16,-1-25 16,1 25-1,0-24 63,0 24-78,-25-25 16,0 0 0,0 0-1,0 0 1,0-24 0,0 24 15,0-25 16,0 26-16,0-1 31,0 0-46,0 0 15,-25 25 1,0 0-17,0 0 1,1-25-1,-1 25 17,0 0 15</inkml:trace>
  <inkml:trace contextRef="#ctx0" brushRef="#br0" timeOffset="7264.51">10517 6548 0,'-25'0'125,"25"25"-109,-24 0-1,24 0 63,-25 0 172,-25-25 110,50 24-360</inkml:trace>
  <inkml:trace contextRef="#ctx0" brushRef="#br0" timeOffset="18855.8">744 12576 0,'0'0'0,"-25"0"32,1 0-32,-1 0 15,-25 0-15,25 0 16,1 0 0,-1 0-1,0 0 1,25 25 15,-25 24-15,25-24-1,0 0 1,0 0 0,0 0-1,0-1 1,0 1-16,25 0 15,0 25 17,0-50-17,-1 0 1,1 24 0,0-24-16,0 0 0,0 0 15,-1 0-15,1 0 16,0 0 15,0 0-31,0-24 16,-25-1-16,24 0 15,1-25 1,-25 26 0,0-1 30,0 0-46,0 0 16,-25-24 15,1 49-15,-1 0 15,0 0-15,0 0-16,0 0 15,1-50-15,-1 50 79</inkml:trace>
  <inkml:trace contextRef="#ctx0" brushRef="#br0" timeOffset="19671.21">1240 12700 0,'75'0'63,"-51"0"-47,51 0-16,-50 0 15,49 0-15,-24 0 16,-1 0-16,1 0 15,0 0-15,-1 0 16,-24 0 0,25 0-16,-26 0 62,1 0-46,0 0 140</inkml:trace>
  <inkml:trace contextRef="#ctx0" brushRef="#br0" timeOffset="20487.48">1811 12526 0,'0'-24'47,"25"24"-31,-1 0-16,-24 49 15,25-24-15,0 0 16,0 0 0,-25-1-1,0 26 188,0-25-187,-25 24-16,-25-24 16,26 25-1,-1-25-15,0-1 16,25 26 0,0-25-16</inkml:trace>
  <inkml:trace contextRef="#ctx0" brushRef="#br0" timeOffset="21455.98">2356 12526 0,'0'-24'47,"0"48"15,0 1-62,0 50 16,0-26-1,-24-24-15,24 0 0,0 24 16,-25 1 0,25-25-16,0 0 15,0 24-15,-25-49 47</inkml:trace>
  <inkml:trace contextRef="#ctx0" brushRef="#br0" timeOffset="22064.02">2679 12898 0,'0'50'47,"-25"-25"-32,0 24 1,0-24-16,25 0 15,0 0 1,-24-25 0,24 25 31,-25-25 31</inkml:trace>
  <inkml:trace contextRef="#ctx0" brushRef="#br0" timeOffset="23183.01">3101 12675 0,'0'-25'16,"0"1"-16,0-1 15,0-25 1,24 50 0,-24-25-16,25 25 15,0 0-15,0 0 32,0 0-17,-1 0-15,26 0 31,-25 0-31,-25 25 0,25-25 32,-25 25-32,0 0 15,0 24 1,0-24 15,0 0-15,-25 0-16,-25-25 31,50 25-15,-25-25 15,50 0 47,0 0-78,0 0 16,0 0 15,-1 0-31,1 0 16,0 74-1,-25-49-15,50 0 16,-50-1-1,0 1-15,0 0 32,-50-25-1,0 25-15,1-25-16,24 0 15,0 0-15,0 0 16,1 0-1,24-25 17</inkml:trace>
  <inkml:trace contextRef="#ctx0" brushRef="#br0" timeOffset="24335.14">2232 12154 0,'25'0'0,"25"0"15,-50 25 1,25 0-16,-1 0 15,-24 0 1,25-1 0,25-48 77,-50-1-77,49-50-16,-49 50 16,25 1-16,0 24 15,0-25-15,-25 0 16,25 0-16,-1 25 16,26-49-1,25 49 48,-51 0-48,-24-25-15</inkml:trace>
  <inkml:trace contextRef="#ctx0" brushRef="#br0" timeOffset="26079.28">3497 9277 0,'25'0'31,"-25"25"47,0 0-62,0-1-16,0 26 15,0-25 32,0 0-31,0-1-1,0 26 1,0-25-16,0 0 16,0-1-16,0 1 15,0 25 79,-25-50-78,25 25-1,0-1 16,0 1-31</inkml:trace>
  <inkml:trace contextRef="#ctx0" brushRef="#br0" timeOffset="28158.6">11187 6077 0,'25'25'250,"-25"0"-250,0 0 31,0 24 0,0-24-31,0 0 31,0 0-15,0-1-16,0 1 16,0 0 15,0 0 31,0 0-15,0-1-31,0 26 109,0-25-125,0 0 47,0-1 0,-25 1 140</inkml:trace>
  <inkml:trace contextRef="#ctx0" brushRef="#br0" timeOffset="32342.72">496 13915 0,'0'25'78,"0"25"-46,0-25-17,0 24 1,0-24-1,0 25-15,0-26 32,0 26-17,0-25 17,0 24-32,0-24 31,0 25 16,0-25 109,50-25-140</inkml:trace>
  <inkml:trace contextRef="#ctx0" brushRef="#br0" timeOffset="33199.92">1067 14039 0,'24'0'62,"76"0"-46,-26 0-1,0 0-15,26 0 16,-26 0-16,-49 0 16,0 0-1,-1 0 1,1 0 15,25 0-15,-25 0 15,0 0 32,-1 0-48</inkml:trace>
  <inkml:trace contextRef="#ctx0" brushRef="#br0" timeOffset="34447.36">1513 13866 0,'0'49'31,"0"-24"0,25 25-31,0-50 16,-25 25-16,24-25 16,1 0 15,0 0-15,0 0 77,0 49 110,-25-24-187,-25 0 0,0 0 15,25-1 0,-25 1 407</inkml:trace>
  <inkml:trace contextRef="#ctx0" brushRef="#br0" timeOffset="36479.11">2406 13866 0,'-25'0'15,"0"0"1,1 0-16,-1 0 16,0 0 15,0 0-31,25 25 31,0 24-15,0-24-1,0 0 1,0 0-16,0-1 31,0 1 1,0 0-32,25 0 15,0-25 1,0 0-1,-1 0 1,1 0 0,0 0-1,25 0 1,-26 0 0,-24-25-1,0 0 1,0 0-1,0 1 1,0-26 15,0 25 16,-24 0-31,-1 25-1,0 0 1,0 0 0</inkml:trace>
  <inkml:trace contextRef="#ctx0" brushRef="#br0" timeOffset="37111.94">2729 14312 0,'-25'25'93,"0"0"-93,0 0 16,-25 24 31</inkml:trace>
  <inkml:trace contextRef="#ctx0" brushRef="#br0" timeOffset="39022.39">3026 13891 0,'0'-25'234,"0"0"-218,0 0-1,0 0 1,25 1 0,0 24-1,0 0-15,24 0 16,-24 0-1,0 0 1,0 0 0,-1 0-16,1 0 31,0 24-15,-25 1-1,0 0 1,0 0-1,-25 0 1,0-25-16,1 24 16,-1-24 15,0 0-15,25 25 109,50 0-110,-26 0 1,-24 0-16,25-25 15,0 49-15,0-49 32,-25 25-17,0 0 1,0 0 0,-25-1-1,0-24 16,0 0-31,1 0 16,-1 0 0,0 0-16,0 0 31,0 0 31</inkml:trace>
  <inkml:trace contextRef="#ctx0" brushRef="#br0" timeOffset="39559.07">3671 14163 0,'-25'0'16,"0"0"-1,-24 25-15,49 0 16,-25 25 0,25-26-1,-25 26 1,0-50 62</inkml:trace>
  <inkml:trace contextRef="#ctx0" brushRef="#br0" timeOffset="40599.92">4093 13841 0,'0'-50'16,"0"26"15,0-26-15,49 25-1,-24 25 32,0 0-47,0 0 16,24 0 0,-24 0-16,25 0 15,-50 25 16,0 25 1,0-26-17,-25-24-15,25 25 16,-50 0-16,26 0 16,-1 0-1,25-1 95,49-24-79,1 0-16,0 0-15,-1 0 16,-24 0 0,0 0-1,0 0 1,-1 0 0,1 0 30</inkml:trace>
  <inkml:trace contextRef="#ctx0" brushRef="#br0" timeOffset="41359.6">4688 14089 0,'25'25'63,"-50"24"-47,0-49-1,25 50 1,0-25-16,0-50 94</inkml:trace>
  <inkml:trace contextRef="#ctx0" brushRef="#br0" timeOffset="42385.8">5283 13568 0,'0'0'0,"-24"0"15,-26 0-15,-24 0 16,49 0-16,-25 0 16,1 0-16,-1 0 15,25 0 1,-24 0-1,24 0 32,25 50 78,0-25-109,0 24-16,0 1 16,0-25-1,25 24-15,24-49 110,-24-25-95,0 25 1,0 0-16,-1 0 15,1 0-15,25 0 16,-25 0 0,24 0-16,-24 0 31,0 25-15,0 0-16,-25 0 15,0 0-15,0-1 16,0 1-1,0 0-15,0 0 16,-25 24-16,0-49 16,0 0-16,0 0 15,-24 0-15,24 0 16,0 0 0,-24 0-1,-1 0 1,25-24-16</inkml:trace>
  <inkml:trace contextRef="#ctx0" brushRef="#br0" timeOffset="43006.95">3919 13395 0,'50'0'16,"-25"0"-16,-1 0 15,26 24-15,-50 1 16,25 0-16,-25 0 62,25-25-62,-1 0 63</inkml:trace>
  <inkml:trace contextRef="#ctx0" brushRef="#br0" timeOffset="43169.13">4316 13395 0,'0'0'0,"0"-25"31,25 25 0,0 0 0</inkml:trace>
  <inkml:trace contextRef="#ctx0" brushRef="#br0" timeOffset="44678.6">4291 13419 0,'25'-24'63,"0"-1"-48,24-25-15,-24 1 16,25-1-16,-1 25 31,1-49-31,-25 74 0,-25-25 16,25 25-16,24-25 15,-24-25 1,0 50 0,0 0-16,-1 0 15,26-24 1</inkml:trace>
  <inkml:trace contextRef="#ctx0" brushRef="#br0" timeOffset="46494.93">3349 8458 0,'0'0'0,"0"-24"16,49-26 0,-24 25-1,0 0-15,0 1 16,-1 24-1,-24-25 32,25 25-15,0-25-17,0 25 1,0 0-1,-1 0-15,1 0 16,0 0 15,0 0-15,0 25 0,-25 0-16,0 24 15,0-24 1,0 0-1,0 0 1,0 24-16,-25-24 16,-25 0-1,25 0 1,1-25-16,-1 0 0,0 0 16,0 0-16,-24 24 15,24 1 1,0-25 31,25 25-47,-25-25 31,0 25-31,1-25 16,-1 49-1,25 1 79,25-50-78,-1 0-1,26 0-15,0 0 16,-26 0-1,51 0-15,-26 0 16,1 0-16,-25 0 0,25 0 16,-26 0-1,26 0 1,-25 0-16</inkml:trace>
  <inkml:trace contextRef="#ctx0" brushRef="#br0" timeOffset="47735.58">11782 6722 0,'-25'25'78,"1"0"-62,-26-1-1,50 1 1,-25-25-16,25 25 15</inkml:trace>
  <inkml:trace contextRef="#ctx0" brushRef="#br0" timeOffset="49030.04">12154 6127 0,'0'-25'32,"25"25"-32,-25-25 15,25 0 1,-25 1 0,0-1-16,25 0 15,0 0 32,-1 25-31,1 0-1,0 0 17,0 0-17,0 0 1,-25 25-1,0 0-15,0 0 32,0-1-32,-25 1 15,25 0 1,-25 0-16,0 0 16,0-1-1,1 1 1,-26 0-16,25 0 15,0 0 1,0-25 0,25 24 15,0 1 0,-24-25-31,24 25 94,74-25-78,-24 0-1,-25 0-15,49 0 16,0 0-16,-49 0 15,25 0-15,24 0 16,-24 0-16,-50-25 16,25 25-16,-1 0 15,1-25-15,0 25 47,0 0-31</inkml:trace>
  <inkml:trace contextRef="#ctx0" brushRef="#br0" timeOffset="52702.81">372 15404 0,'0'0'0,"0"-50"15,0 25 1,0 0 0,25 1 15,0 24 16,24 0-47,-24 0 15,0 0 1,0-25-16,0 25 16,-1 0 15,1 0-15,0 0-1,-25 25 1,0-1-16,0 1 15,0 0-15,0 0 16,0 0 0,0 0-1,0 24 1,-25-49-16,0 25 16,-49 25-1,-1-26-15,51 1 16,-1 0-1,0-25 1,0 25 0,0 0-1,25-1 126,50-24-141,24 0 16,-49 0-16,25 0 15,0 0-15,-1 0 16,-24 0-1,0 0 1,0 0-16,-1 0 0,1 0 31,0 0 16,0 0 0,0 0 0</inkml:trace>
  <inkml:trace contextRef="#ctx0" brushRef="#br0" timeOffset="53255.32">1240 15528 0,'50'-25'93,"24"25"-93,1 0 16,-26 0-16,50 0 16,-49 0-16,25 0 15,-26 0-15,1 0 16</inkml:trace>
  <inkml:trace contextRef="#ctx0" brushRef="#br0" timeOffset="54046.95">1687 15379 0,'49'0'125,"-24"25"-109,25-25-1,-1 25 1,-24-1-16,0 1 15,-50-25 204,-24 75-219,24-75 16,0 49-16,0-24 31,0 25-31,75-50 141</inkml:trace>
  <inkml:trace contextRef="#ctx0" brushRef="#br0" timeOffset="56191.63">2952 15131 0,'-50'0'15,"25"0"1,-24 0 0,24 0-16,0 0 15,0 0 1,1 0 171,24 49-171,0 1 0,0-25-1,0 0 63,24-25 1,1 0-64,0 0 1,0-25-16,24 25 62,-24 25-46,-25 24 0,0-24 15,0 0-31,0 0 15,0 0 1,0 24 0,0-24-1,0 0 1,-25-25 0,1 0 30,-1 0-46,0 0 16,0 0 15</inkml:trace>
  <inkml:trace contextRef="#ctx0" brushRef="#br0" timeOffset="56790.15">3200 15627 0,'-25'0'47,"25"50"-47,0-26 15,0 26 1,-50-25 0,50 0 15</inkml:trace>
  <inkml:trace contextRef="#ctx0" brushRef="#br0" timeOffset="57368.03">3448 15205 0,'0'25'32,"0"25"-32,0-26 15,0 26-15,0-25 16,0 25 0,0-1-16,0-24 0,0 0 15,0 0 1</inkml:trace>
  <inkml:trace contextRef="#ctx0" brushRef="#br0" timeOffset="57857.95">3919 15528 0,'0'25'47,"-25"24"-32,25-24 1,-24 0-16,24 0 15,0-1 17,-25-24-1</inkml:trace>
  <inkml:trace contextRef="#ctx0" brushRef="#br0" timeOffset="58863.12">4018 15180 0,'0'-24'32,"0"-1"-17,0-25 17,25 50-32,25 0 15,-25 0 1,24 0-1,-24 0 1,0 50 0,0-25-16,-25-1 15,0 1-15,0 0 16,0 0-16,0 0 16,0 49-1,-25-74 1,0 0-16,0 25 15,0-25 1,1 0 0,-1 0 15,25-25-15,25 0-1,-1 25 1,26 0-16,-25 0 15,0 0-15,-1 0 16,1 0 0,25 0-1,-50 25 1,0 25 0,0-25-1,0 24 1,0-24-1,-25-25 1,-25 0-16,1 0 16,24 0-16,0 0 15,0 0-15,1 0 16,-1 0 0</inkml:trace>
  <inkml:trace contextRef="#ctx0" brushRef="#br0" timeOffset="59447.13">4614 15627 0,'-25'0'47,"25"25"-31,0 0-1,0-1 1,-25 1-16,0 0 31,0 0 0</inkml:trace>
  <inkml:trace contextRef="#ctx0" brushRef="#br0" timeOffset="60423.59">5060 14957 0,'0'-25'31,"-49"50"-31,24 50 16,0-75-16,25 49 15,-25 1 1,-24-1-16,49-24 0,0 0 16,0 0-1,-25 0 1,50-25 62,24 0-62,-24 0-1,49 0-15,1 0 16,-26 0-16,1 0 15,0 0 1,-26 0-16,1 0 16,0 0-1,25-25 1,-50 0 15,0 0-15,0 0-16,-25 50 78,-25 25-62,50-25-16,-25-1 15,1 26 1,24-25-16,0 25 0,0-26 15,0 26 1,0-25-16,0 24 16,0-24-16,0 50 15,24-51 1,1 1-16,0 0 16,0 0-1,-25 0-15</inkml:trace>
  <inkml:trace contextRef="#ctx0" brushRef="#br0" timeOffset="61174.57">3969 14759 0,'0'0'0,"25"0"15,-1 0 1,1 0-16,25 25 15,-50-1 1,25-24 78,-1-24-94,1-26 15,-25 25-15,75-49 16,-26-1-16,26 26 16,-26 24-16,-24-25 15,0 50-15,-25-24 16,25 24 78</inkml:trace>
  <inkml:trace contextRef="#ctx0" brushRef="#br0" timeOffset="63458.07">3423 7293 0,'50'0'47,"-1"0"-32,-24 0-15,25 0 16,-1 0-1,-24 0 1,0 0 0,25 0-1,-26 0 1,1 0 15,-25 24 157,-49 1-188,24 0 15,-25 0-15,-24 24 16,24-49-16,-24 25 16,98-25 187,1 0-172,25 0-15,-1 0 15,-24 25 16,-25 0-32,0 0-15,0-1 32,0 26 14,0-25-30,-25-25 0,-24 25-16,-1-1 15,1-24 1,24 0 15,0 0-15,0 0-16,0 0 15,1 0 1,-1-24 0,0-1-16,0 25 15,25-25 17,-25 25-17,25-25 63</inkml:trace>
  <inkml:trace contextRef="#ctx0" brushRef="#br0" timeOffset="75208.84">13047 6548 0,'0'25'78,"0"25"-78,0-25 15,0-1-15,-25 26 16,25-25-16,-24 0 16,-1-25-16</inkml:trace>
  <inkml:trace contextRef="#ctx0" brushRef="#br0" timeOffset="76779.14">13593 5804 0,'50'0'93,"-26"0"-77,26 0-16,-25 0 16,24 0-16,1 0 15,0 0 1,-26 0-16,26 0 15,0 0-15,24 0 16,-49 25 125,-50 25-110,0-50-31,0 49 16,-49-24-16,24 0 15,-24 49-15,24-49 16,-24 0-16,49 0 15,0 0-15,1-25 16,73 0 140,1 0-140,24 0-16,-74-25 16,50 25-16,-25 0 15,24 0-15,-24 0 16,0 0-1,0 0 1,-1 0 15,1 25-31,25-25 16,-50 24 0,25-24-16,-25 25 15,0 0 1,0 0-16,0 0 31,0 24-15,0-24-1,-25 0-15,0-25 32,0 0-32,-24 49 15,24-49 16,-25 0-31,25 0 16,-24 0 0,-1-24-1,50-1 1,-25 25-16,25-25 62</inkml:trace>
  <inkml:trace contextRef="#ctx0" brushRef="#br0" timeOffset="80014.14">372 16669 0,'25'0'94,"24"0"-63,26 0-31,-25 0 16,-1 0-16,1 0 15,-25 0 1,-1 0 62,1 0-78,-25 25 172,0-1-172,0 26 16,-25-25-1,1-25-15,-1 25 16,0-1-16,-25 26 15,75-50 220,0 0-235,25 0 15,-26 0 1,1 0 31,0 0-47,-25 25 16,25 0-1,-25 24 1,0 1-1,-25-1 1,0-49 0,-24 25-1,24-25 1,0 0 0,0 0-1,0 0 1,1 0-16,-1 0 31,-25 0-15,0 0-16,26 0 31,-1-25 16</inkml:trace>
  <inkml:trace contextRef="#ctx0" brushRef="#br0" timeOffset="80702.8">1315 16892 0,'49'0'94,"26"0"-94,-26 0 15,50 0-15,-24 0 16,-50 0-16,24 0 15,-24 0 17,0 0-1,25-25-15</inkml:trace>
  <inkml:trace contextRef="#ctx0" brushRef="#br0" timeOffset="81376.1">1662 16619 0,'25'0'47,"0"0"-47,24 50 16,-49-25-1,0 24-15,50 1 16,-25-25 0,-1-1-1,1-24 63,-25 25 32,0 0-95,0 25-15,0-1 16,0-24-16,-25 25 16,25-1-16,-49 1 31</inkml:trace>
  <inkml:trace contextRef="#ctx0" brushRef="#br0" timeOffset="87183.73">2828 16545 0,'0'-25'31,"0"50"16,-75 49-32,51-24 1,-1-1 0,0 1-16,0-50 15,25 25 1,0 0-16,25-25 562,25 0-546,-26 0-16,76 0 16,-76 0-16,1 0 15,0 0-15,0 0 32,24 0 14,-49-25 111,0 0-142,0 0 32,-24 25 47,-1 25-78,25 0-1,0 0 1,0-1-16,0 1 15,0 0 1,0 0 0,0 0 31,0-1-47,0 1 31</inkml:trace>
  <inkml:trace contextRef="#ctx0" brushRef="#br0" timeOffset="87847.18">3398 17016 0,'-25'0'16,"1"0"15,24 25-16,-25 24-15,25-24 32,-50 25-32,50-25 15,-25-25 1,25 24-16,0 1 16,-49 0 93</inkml:trace>
  <inkml:trace contextRef="#ctx0" brushRef="#br0" timeOffset="89110.4">3820 16644 0,'-25'0'16,"0"0"0,1 0 15,-26 0-16,25 0 1,0 0 0,25 25-1,-25 0-15,1-1 16,24 1-16,0 0 16,0 0-16,0 0 15,0-1 1,0 1 15,74 0-15,-49-25-16,25 0 15,-26 0-15,26 0 16,-25 0 0,0 0-16,-25-25 31,0-24-16,49 24-15,-49 0 16,0 0 0,0 0 15,0-24-15,0 24-16,0 0 15,-25-24 1,1 49-16,24-25 15,-25 25-15,25-25 16</inkml:trace>
  <inkml:trace contextRef="#ctx0" brushRef="#br0" timeOffset="89736.34">4217 16917 0,'0'25'94,"0"-1"-94,-25 26 16,25-25-1,0 0-15,-25-1 110</inkml:trace>
  <inkml:trace contextRef="#ctx0" brushRef="#br0" timeOffset="94802.99">4490 16594 0,'24'-24'93,"1"24"-77,25 0 0,-1-50-1,-24 50 1,0 0 0,0 0-1,0 25 1,-1 0 15,-24-1-15,0 1-1,0 0-15,0 25 16,0-26-16,0 1 16,-24 25-16,-1-25 15,0-1-15,-25 1 16,26-25-16,-1 0 15,0 25 1,50-25 140,49 0-156,-24 0 16,24 0 0,1 0-16,-50 0 15,-1 0-15,1 0 16,0 0 46,0 0-46,0 0 0</inkml:trace>
  <inkml:trace contextRef="#ctx0" brushRef="#br0" timeOffset="95450.5">5457 17041 0,'0'25'94,"0"24"-78,-25-24-1,0 0 1,1-25-16,24 25 15,-50-1-15,50 1 157</inkml:trace>
  <inkml:trace contextRef="#ctx0" brushRef="#br0" timeOffset="96487.18">5854 16470 0,'0'50'109,"0"-25"-109,0 24 16,0-24-16,0 0 15,0 25 1,0-26-16,0 51 15,0-50 1,0-1-16,0 1 47</inkml:trace>
  <inkml:trace contextRef="#ctx0" brushRef="#br0" timeOffset="98886.07">3001 16197 0,'-24'-24'15,"48"24"1,26 0 0,-25 49-1,-25-24 1,0 0 0,25-25-16,-25 25 46,24-25-14,1 0-17,25 0-15,-1-50 16,26 25-16,-50 0 16,24 1-16,1-1 15,-25 0-15,-1 25 16,26-50-1,0 50 1,-50-24 0,24 24 15,1 0 0</inkml:trace>
  <inkml:trace contextRef="#ctx0" brushRef="#br0" timeOffset="101087.06">3696 6251 0,'-25'25'47,"25"-1"-47,0 1 15,-50 25 1,26 24-16,-1-49 16,25 0-1,-25 24 1,0-24-16,25 0 31,0 0 0,25-25 110,49 0-141,26 0 16,-51 0-16,-24 0 15,0 0 1,0 0 31,-25-25-16,0 0-15,-25 0-16,0 1 31,25-1 16,-49 25 31,24 25-62,25-1-1,0 1 1,0 25-16,0-1 15,0 26-15,0-50 16,0-1-16,0 1 31,25-25 110</inkml:trace>
  <inkml:trace contextRef="#ctx0" brushRef="#br0" timeOffset="102239.31">14436 6598 0,'-24'0'47,"-1"25"-47,25 24 16,-25-24-16,0 0 15,25 0 1,-25-25-1</inkml:trace>
  <inkml:trace contextRef="#ctx0" brushRef="#br0" timeOffset="103511.05">15081 5854 0,'0'50'47,"0"24"-31,0-24-1,-49-1-15,49-24 16,0 0 0,-25 0-16,0-1 15,99-24 126,-24 0-126,0 0-15,24 0 16,0 0-16,26 0 16,-75 0-1,49 0-15,-49 0 16,0 0-16,-25-24 141,-25 24-126,0-25-15,0 25 31,0 0 1,1 0-1,-1 0-31,-25 0 16,50 25-1,0-1-15,-25 26 16,25 0-16,0-26 15,0 26 1,0 0-16,0-26 16,0 51-16,0-26 15,0-24 1,0 0 31</inkml:trace>
  <inkml:trace contextRef="#ctx0" brushRef="#br0" timeOffset="105607.12">7888 12204 0,'-25'0'31,"25"25"-15,-25 24-16,0-24 16,1 25-16,-1-25 15,25-1-15,-50 26 16,50-25-1,-25 0 1,25-1 109,75-24-109,24 0-16,-49 0 15,24 0-15,1 0 16,-51 0 0,26 0-1,-25 0 1,0 0-1,-25-24 1,24 24 0,-24-25-16,0 0 15,0 0 1,0 0 0,0 1 30,-24 24 1,-1 0-47,0 0 16,25 24 0,-25-24-16,25 50 15,0-25-15,0 24 16,0-24-16,0 0 15,0 0-15,0 0 16,0-1 0,0 1-1,25-25 126,0 0-141,24 0 16,51 0-16</inkml:trace>
  <inkml:trace contextRef="#ctx0" brushRef="#br0" timeOffset="106054.23">8855 12427 0,'75'-25'62,"49"25"-46,-25 0-1,25 0-15,-25 0 16,-24 0-16,-51 0 16,1 0-16</inkml:trace>
  <inkml:trace contextRef="#ctx0" brushRef="#br0" timeOffset="106695.26">9277 12229 0,'25'25'31,"49"24"-31,-49-24 16,0 0-16,24 0 15,1-1 1,0-24 0,-26 0 30,-73 25 64,-1 25-95,1-1 1,24-24-16,-25 25 16,50-25-16,-25-1 15,1-24 1</inkml:trace>
  <inkml:trace contextRef="#ctx0" brushRef="#br0" timeOffset="109079.92">10021 12204 0,'25'-25'15,"-25"0"1,0-24 0,25 24-16,24 0 31,-24 25-16,0 0 1,25 0 0,-26 0-1,26 0 1,-50 25 0,25 0-16,-25-1 15,0 1 1,0 0-16,0 0 15,0 0-15,-25 0 16,0-1 0,0 1-16,-24 0 15,24-25-15,0 0 16,0 0 31,50 0 15,25 0-46,-1 0-16,1 0 16,-25 0-16,24 0 15,-24 0 1,-25 25 31,0 24-47,0-24 15,0 0 1,-49-25 0,-1 25-16,0-25 15,26 0-15,-26 0 16,25 0-1,-24 0-15,24 0 16,0 0 0,0 0-1</inkml:trace>
  <inkml:trace contextRef="#ctx0" brushRef="#br0" timeOffset="109614.99">10864 12675 0,'-49'25'63,"24"25"-63,0-50 16,25 49-16,-25-49 15,25 25-15,-24-25 16,24 25 31</inkml:trace>
  <inkml:trace contextRef="#ctx0" brushRef="#br0" timeOffset="110607.87">11286 12278 0,'0'0'0,"0"-24"0,0-1 16,0-25-16,0 25 31,0 0-31,25 1 16,0 24-1,0 0 1,24 0 0,-24 0 15,0 0-31,0 0 15,-25 24 1,0 1 0,-25 50-16,0-75 15,-74 74-15,99-49 16,-50 0-16,25 0 16,-24-1-16,24-24 15,99 50 110,-49-50-125,50 0 16,-26 0-16,1 25 15,24-25-15,-49 0 16</inkml:trace>
  <inkml:trace contextRef="#ctx0" brushRef="#br0" timeOffset="111441.11">12378 12576 0,'0'25'94,"0"0"-78,-50-1-16,25 26 15,-24-25-15,49 0 16,-25-25-1,25 24-15,-25 1 0,0 0 16,0 0 0,0-25-16,50 0 109,50 0-93,-1 0-16,25-50 15</inkml:trace>
  <inkml:trace contextRef="#ctx0" brushRef="#br0" timeOffset="112351.08">13320 12105 0,'0'0'0,"-25"0"31,1 0-31,-1 0 16,0 0-16,-25 0 15,25 0-15,-24 24 16,49 1 0,-25-25-16,25 25 15,0 0-15,-25 0 16,25 24-16,0-24 15,0 0-15,0 0 16,0 0 0,0 24-16,0-24 15,0 25 1,25-50 0,0 24-16,24-24 15,-24 0-15,50 0 16,-26 0-16,1 0 15,24 0-15,-49 0 16,25 0-16,-1 0 16,-49-24-16,0-26 31,0 25 0,0-24-15,-24 49-1,-1-25-15,-25 25 16,25 0-16,1 0 16,-1 0-1,-50 0-15,51 0 0,-51 0 16,75 25-16,-25-25 16,0 24-16,1 1 15,24 0-15,-25 0 16,25 0-1,0-1 1,0 1 0,0 0 15,0 0-15</inkml:trace>
  <inkml:trace contextRef="#ctx0" brushRef="#br0" timeOffset="113110.53">12849 11534 0,'0'50'16,"49"49"0,-24-49-1,25-50 63,-1-25-78,1 0 16,-25-25 0,49 1-16,1-50 15,24 74-15,-25-50 16,-24 51 0,-25-1-16,0 25 15</inkml:trace>
  <inkml:trace contextRef="#ctx0" brushRef="#br0" timeOffset="114970.82">4043 5159 0,'-25'0'63,"1"0"-47,-1 0-1,0 25 1,0-25-1,0 0-15,1 25 16,-26 0 0,25 0-1,0-1 1,-24-24-16,24 50 16,0-25-1,0-25-15,25 25 16,-25-1-16,25 1 15,-24 0-15,-1 25 16,-25 24 0,25-49-16,25 24 15,0-24 1,0 25-16,0-25 16,0 24 15,0-24-31,25 0 15,25-25 1,-1 0-16,51 0 16,-51 0-16,1 0 15,0 0-15,-26 0 16,26 0-16,0 0 16,-26 0-1,1 0-15,0 0 31,-25-25-15,0 0-16,0 0 16,0 1-1,0-26 1,0 0 46,-25 50-30,0 0-17,-24 0-15,24 0 16,-25 0 0,26 0-16,-26 0 15,25 0-15,-24 0 16,24 0-1,25 25 17,-25-25-32,25 25 47,0 0 46,0 0-61</inkml:trace>
  <inkml:trace contextRef="#ctx0" brushRef="#br0" timeOffset="116071.72">16073 6747 0,'0'0'0,"-24"25"15,-1 49 1,25-49-16,0 0 16,0 0-1,0-1 1,-25-24-1</inkml:trace>
  <inkml:trace contextRef="#ctx0" brushRef="#br0" timeOffset="117078.43">16421 6028 0,'-50'0'0,"100"0"0,-125 0 15,26 0-15,24 0 16,25 24-16,-25-24 15,0 50-15,0-50 32,25 25-32,0 0 15,0-1-15,0 1 16,0 0 0,0 0-1,0 0 1,0 24-1,25-24-15,0-25 16,0 25-16,0-25 16,-1 0-16,1 0 15,0 0-15,0 0 16,25 0-16,-26 0 16,1 0-1,0 0 1,-25-25 46,0 0-62,0 0 16,-50 25 0,26-49-1,-1 49-15,0 0 16,0 0-1,-25 0 1,26 25-16,-1-25 16,25 24-1,-25 1 17,25 25 46,0-25-47</inkml:trace>
  <inkml:trace contextRef="#ctx0" brushRef="#br0" timeOffset="118657.59">8136 13618 0,'-74'-25'16,"-75"25"15,74 0-31,26 0 15,-1 0-15,25 0 16,0 0-16,-24 0 16,49 50 31,0-26-16,0 1-16,0 0 1,0 0-16,0 24 16,25-24-1,-1-25-15,1 0 16,25 0-16,-1 0 16,1 0-16,0 0 15,-1 0-15,-24 0 16,50 0-16,-26 0 15,-49-25-15,50 1 16,-50-1-16,25 0 16,-25-25 31,0 26-1,-25 24-14,0 0-17,-25 0-15,1 0 32,24 24-32,0-24 15,0 50 1,-24-25-1,49 0 32,-25-1 31</inkml:trace>
  <inkml:trace contextRef="#ctx0" brushRef="#br0" timeOffset="119703.08">7739 13519 0,'50'-25'78,"-26"0"-62,1 0-16,50-24 15,-51 24 1,26 0-16,0 0 16,-25 0-1,-1 25 1,26 0-1,-25 0 1</inkml:trace>
  <inkml:trace contextRef="#ctx0" brushRef="#br0" timeOffset="120323">8830 13692 0,'0'0'0,"50"0"16,49 0-16,100 0 15,-1 0 1,-74 0-16,-49 0 16,-51 0-16,26 0 15,-25 0-15,0 0 47,-25-25 0</inkml:trace>
  <inkml:trace contextRef="#ctx0" brushRef="#br0" timeOffset="120958.46">9426 13469 0,'0'0'0,"0"-25"16,49 50 15,26 49-15,-50-49-1,-1 25 1,1-50 0,0 25-16,0-25 15,0 0 16,-75 49 110,25-24-125,-24 74-16,24-99 15,0 75 1,25-26 15,0-98 63</inkml:trace>
  <inkml:trace contextRef="#ctx0" brushRef="#br0" timeOffset="141654.99">10443 13419 0,'0'75'62,"0"-1"-62,0 25 16,0-24-16,0 24 16,0-49-16,0-1 15,0-24 1,0 0-16,0 0 16,-25-25-1,0 0 32</inkml:trace>
  <inkml:trace contextRef="#ctx0" brushRef="#br0" timeOffset="142137.67">10864 14213 0,'-24'25'94,"24"24"-94,0-24 15,-25 0-15,0 25 47</inkml:trace>
  <inkml:trace contextRef="#ctx0" brushRef="#br0" timeOffset="143303.73">11782 13320 0,'0'0'0,"-25"0"0,1 50 16,-1-25-16,-25 24 15,1-24-15,24 25 16,25-26-1,-25 26-15,0-25 16,0 0 0,1 24-1,-1 1 1,0-50-16,0 25 16,50-25 109,0 0-110,49 0-15,-49 0 16,25 0-16,-26 0 15,1 0 1,0 0-16,-25 24 16,25-24 46,-25-24 1,0-1-48,-25 25 79,0 0-94,-24 49 16,24 1-1,0 0-15,25-26 16,0 26 0,0 0-16,0-26 31,0 1-31,25 25 15,0-50 48</inkml:trace>
  <inkml:trace contextRef="#ctx0" brushRef="#br0" timeOffset="149784.23">10740 13568 0,'-49'0'62,"24"0"-46,0 0-16,0 25 15,1-25-15,-1 25 16,0 0-16,0-1 16,0-24-1,-24 50-15,24-50 16,-74 74-1,49-49-15,25 0 16,1-25 0,-26 25-16,50 0 0,-25-25 15,0 0 1,1 0 0,24 24 15,-25-24 0,25 25-15,-25-25-1,0 0 1</inkml:trace>
  <inkml:trace contextRef="#ctx0" brushRef="#br0" timeOffset="150895.99">12080 13444 0,'-50'0'0,"25"0"16,-24 0 0,-1 25-1,50 0 1,-49 0-16,-1-1 47,50 1-16,-25-25-15,25 25-16,-25-25 15,-24 0 1,24 50 0,0-50-1,-24 24 1,24 1-16,0-25 15,-25 25 1,50 0-16,-24-25 16,-1 0-1,0 0-15,0 25 16,0-25 0,1 0-1,-1 24-15,0-24 31,0 25 1</inkml:trace>
  <inkml:trace contextRef="#ctx0" brushRef="#br0" timeOffset="183815.84">4465 5184 0,'-25'0'94,"0"0"-47,0 25-31,1-25-1,-1 0 1,0 0-16,0 0 15,-49 25 1,74 0-16,-25-1 16,0-24-16,0 0 15,-24 25 1,-1 0 0,25 0-1,1-25 1,-1 25-1,0-25-15,0 24 16,0 1-16,-24 0 31,24-25-15,-25 0 0,26 25-1,-1-25-15,0 0 31,25 25-31,-25-25 16,-25 24-16,26-24 16,-1 0-1,-25 25-15,50 0 16,-25-25 0,1 0 46,-1 25-46,0 24 31,0-49-1,0 0-46,1 25 0,-1-25 32,0 0-17,-25 50 1,26-50-16,-1 0 16,-25 25-1,25-25 1,-24 0-16,24 0 15,-25 49 1,26-49 0,-1 0-16,0 0 15,-25 0 1,26 0-16,-1 0 16,-25 0-1,25 25-15,1-25 16,-26 0-1,25 25 1,0-25 62,0 0-47</inkml:trace>
  <inkml:trace contextRef="#ctx0" brushRef="#br0" timeOffset="191245.79">8483 13345 0,'0'0'0,"-25"0"31,-24 25-31,24-25 94,0 25-78,-24-1 15,-1 1 32,25-25-32,0 0-16,-24 25-15,-1 25 16,25-50-16,1 0 16,-26 24-16,25 1 15,-25-25-15,26 25 16,-26-25 0,0 25-1,26 0 1,-1-25-16,0 0 15,-49 0-15,49 24 16,-25 1-16,1-25 16,24 0-1,0 25-15,-25 25 32,26-50-17,-1 0 1,0 0-16,25 24 15,-25-24-15,0 0 16,1 0-16,-1 25 16,0 0-16,0 0 31,0-25 0</inkml:trace>
  <inkml:trace contextRef="#ctx0" brushRef="#br0" timeOffset="203150.84">10542 11906 0,'-25'0'63,"0"0"-48,1 0 1,-1 25 0,0 0-1,0 0 1,0-25 0,1 49-1,-1-49-15,25 25 16,-25-25-16,0 25 15,0 0-15,1-1 32,-1 1-17,0 0 1,25 0-16,-25 0 16,25 0-1,-25-1 1,1 1-16,24 0 0,-25 25 15,0-26-15,0 1 32,0-25-17,25 25 1,0 0 15,-25 0-15,1-25 124</inkml:trace>
  <inkml:trace contextRef="#ctx0" brushRef="#br0" timeOffset="204046.81">11609 12030 0,'-25'0'31,"-25"0"-15,25 25-16,-24 25 16,24-26-16,-49 26 15,49-50 1,0 50-16,-25-25 15,50-1 1,-49 1-16,24 25 16,0-50-16,25 25 15,-25-1-15,-24 26 16,-1-25 0,50 0-16,-50 24 15,50-24 1,-24-25-1,-1 25 1,25 0 0,0-1-1,-25-24-15,25 25 0</inkml:trace>
  <inkml:trace contextRef="#ctx0" brushRef="#br0" timeOffset="204944.47">13866 12105 0,'-25'0'0,"0"0"15,-24 0-15,49 24 16,-50 1-16,25 0 16,0 0-1,1 0 1,-1 0-16,0-1 15,-49 26 1,24-25-16,25 0 16,-99 49-16,99-49 15,1-25-15,-51 49 16,75-24 0,-25-25-16,25 25 46,-25 0-46,1-25 32,-1 0-32,-25 0 15</inkml:trace>
  <inkml:trace contextRef="#ctx0" brushRef="#br0" timeOffset="206623.76">8607 11956 0,'0'0'0,"-25"0"0,-24 0 31,24 25-16,0-1 1,0-24 0,25 25-16,-24-25 15,24 25-15,-50 0 16,25-25 0,0 49-16,1-49 15,-1 25-15,0 0 16,25 0-1,-50-25 1,26 50 0,-1-50-1,0 24 1,-25 1 15,50 0-15,-24-25 15,-26 25-15,25 0-1,-25-25 1,1 24-16,-1-24 31,25 50-31,1-50 16,-26 25-16,25 0 15,0-1 32,1-24-31,-1 25-16,0 0 16,0-25-1,0 25-15,1 0 16,-1-1-16,0-24 15,-25 25 1,26 0 15,-1 0-15,25 0-16,-50-25 16,25 24 30,1 1-30</inkml:trace>
  <inkml:trace contextRef="#ctx0" brushRef="#br0" timeOffset="208583.1">4366 6251 0,'-25'0'47,"0"0"-47,0 0 16,0 25 0,-24-25 15,24 24-16,-49 1-15,49 0 16,-25 0 0,25-25-16,-24 0 15,24 25 1,0-1 0,0 1-16,1 0 15,-51-25 1,75 25-16,-25-25 15,1 0 1,-1 0 0,0 25-16,0-25 15,-25 24-15,26-24 16,-26 0 0,50 25-16,-25 0 15,0-25-15,1 0 16,-1 25-1,0-25 17,0 0-17,0 25-15,1-1 16,-1-24-16,0 0 16,0 0-1,-24 25 1,24-25-1,0 0 1,0 25-16,0-25 31,1 25-31,-1 0 16,0-25 0,0 0-1,25 24-15,-25-24 47,-49 25-31,49-25 62,0 0-63,-24 0 32,24 0 94</inkml:trace>
  <inkml:trace contextRef="#ctx0" brushRef="#br0" timeOffset="211945.84">4167 7665 0,'0'-25'15,"25"25"32,49 0-31,-49 0-1,0 0 1,0 0-16,0 0 16,-1 0-16,26 0 15,-25 0 1,0 0-1,-1 0 1,1 0 140</inkml:trace>
  <inkml:trace contextRef="#ctx0" brushRef="#br0" timeOffset="-205714.57">4118 16297 0,'-25'24'94,"25"26"-78,-75 25-1,75-51 1,-24 1 0,-1 25-16,0-50 15,25 49-15,-25 1 32,0-50-17,1 50-15,-1-26 16,0-24-1,-25 50 1,50-25 0,-24 0-16,-1-25 15,0 49 1,-25-24 15,50 0-15,0 0-1,-25-25-15,25 24 16,-49 26-16,24-25 31,25 0-15,-25-1 0,0 1 30</inkml:trace>
  <inkml:trace contextRef="#ctx0" brushRef="#br0" timeOffset="-204273.5">4961 16421 0,'0'-25'47,"-25"25"-31,25 50 0,-25-50 15,1 24-31,24 1 15,0 0 1,-25-25 0,25 25-16,-25 24 15,0-24 1,0 0 0,25 0-1,-25 0 1,1 24-1,-1-24 1,25 0 0,-50 0-1,50-1 17,-25 26-32,1-50 31,-1 25-16,25 0 17,0-1-17,-25 1 1,0-25-16,25 25 16,-25 0-1,25 0 1,-24-25-16,24 49 15,-50-24 1,50 0-16,0 0 16,-25-1-1,0 26 32</inkml:trace>
  <inkml:trace contextRef="#ctx0" brushRef="#br0" timeOffset="-203022.52">6176 16470 0,'0'0'0,"-49"0"15,24 0-15,25 25 16,-25-25 0,0 0-16,1 25 15,-1-25 1,25 25-16,-25-25 16,25 25-16,-25-25 15,0 0-15,1 24 16,24 1-16,-25 0 15,0-25-15,25 25 16,-25 0-16,0-1 16,0-24-1,-24 50 17,24-25-32,0-25 15,0 25 1,25-1-1,-24 1-15,-1 0 32,0-25-17,0 25 1,0-25 15,25 25-15,-24-25-1,-1 0 1,0 24 31</inkml:trace>
  <inkml:trace contextRef="#ctx0" brushRef="#br0" timeOffset="-200913.34">3200 16619 0,'-25'0'172,"0"0"-156,0 25 0,1-25-16,24 25 15,-25 0-15,0-1 16,0-24-16,25 25 15,-25 0 1,1 0 0,-1-25-16,25 25 15,-25-1 1,-25 1 0,26-25-1,-26 50 1,25-25-1,0-1-15,1 1 16,-1 0 0,0-25 62</inkml:trace>
  <inkml:trace contextRef="#ctx0" brushRef="#br0" timeOffset="-198802.42">1042 16570 0,'-25'0'109,"0"0"-93,0 0-1,25 24 1,-24 1-16,-1 0 31,-25 25-15,25-50 15,1 24-31,24 1 16,0 0-1,-25-25-15,25 25 16,-50-25-1,50 25 1,-25-1-16,-24 1 16,24-25-1,0 50 1,-24-50-16,-1 25 16,50-1-16,-50 1 15,25 0 1,1-25 31,-1 25-47,-25 0 31,25-1 47,-24-24-15,49 25-48,-25-25 1,25 25 15,-50 0-15,100-100 124</inkml:trace>
  <inkml:trace contextRef="#ctx0" brushRef="#br0" timeOffset="-197353.07">4118 7144 0,'-25'0'31,"0"0"-16,-25 0-15,1 25 16,24-1-16,-49 51 16,-1-75-16,50 49 15,1-49-15,-1 25 16,-25 0 0,0 0-1,1 0-15,-1-25 16,1 0-16,24 0 15,-50 74-15,26-74 16,-1 25-16,-24 24 16,49-49-16,-25 0 15,50 25-15,-24-25 16,-1 0-16,0 25 16,0 0-16,-24-25 15,24 0 1,0 25-16,0-1 15,0-24-15,1 25 16,-1-25 0,0 0-16,-25 25 15,1 0-15,24-25 16,0 25-16,-25-1 16,1 1-1,24-25 16,0 0-15,0 25-16</inkml:trace>
  <inkml:trace contextRef="#ctx0" brushRef="#br0" timeOffset="-194552.79">4118 8235 0,'-50'25'47,"25"-25"-47,-24 0 15,-1 25 1,0 0 0,1-25-16,24 24 15,0 1 1,-49 25-16,49-50 0,0 25 15,-49-1-15,24 1 16,25 0-16,-24 0 16,24-25-1,0 0-15,0 0 16,25 25-16,-49-1 16,24 1 15,-25 0-31,25-25 31,1 25-15,-1-25-1,0 0 1,-25 0-16,26 25 16,-26-1-16,25-24 15,0 0-15,1 0 16,-1 25-16</inkml:trace>
  <inkml:trace contextRef="#ctx0" brushRef="#br0" timeOffset="-188001.61">3795 15255 0,'0'-25'31,"-25"25"-31,1 0 16,-1 25-16,-25 0 16,25-1-16,0 1 15,1-25 1,24 25-1,-50 0-15,-24 25 16,24-50 15,0 49-15,26-49 0,-1 0-16,0 25 15</inkml:trace>
  <inkml:trace contextRef="#ctx0" brushRef="#br0" timeOffset="-187001.85">4390 15156 0,'-49'0'46,"-1"0"-46,25 24 16,1-24-16,-1 0 16,0 25-16,25 0 15,-50-25 1,26 25-16,-26 0 16,25-1 15,0-24-16,25 25 1,-24-25-16,-1 25 63</inkml:trace>
  <inkml:trace contextRef="#ctx0" brushRef="#br0" timeOffset="-186072.69">5383 15056 0,'0'25'47,"-25"25"-32,0-50-15,-99 99 16,124-74-16,-74 24 16,-26-24-16,51 50 15,24-75-15,-25 25 16,-49 24-16,74-24 16,-24 0-1,-1 0 1,25-25-1,25 24 1,-25-24 109</inkml:trace>
  <inkml:trace contextRef="#ctx0" brushRef="#br0" timeOffset="-183418.31">3125 14932 0,'0'-24'47,"-24"24"-31,-26 0-16,-24 0 15,49 0 1,-50 0-16,51 0 16,-26 0-16,25 0 15,0 0-15,1 0 16,-26 0-1,0 24 1,25 1 0,-49 0-16,24 0 15,50 0 1,-24-1-16,-1-24 16,0 25-1,0 0-15,25 0 31,0 0-31,-25-25 16,25 24-16,-24 26 16,24-25-1,0 0-15,0 24 16,0-24 0,0 0-16,0 0 15,0 0 1,0 24-1,24-24-15,1 25 16,0-50 0,-25 24-16,25-24 15,0 25-15,-1 0 16,-24 0-16,50-25 0,-25 0 31,24 25-31,-24-25 16,25 0-1,-25 0 1,24 0 0,-24 0-16,0 0 15,0 0-15,0 0 16,-1 0 0,26 0-1,-25 0 1,0 0-1,-1 0 1,1 0-16,0 0 16,0 0-16,-25-25 15,0 0 1,0-25 0,25 26-1,-1-1 1,-24 0-1,0-25 17,0 26-17,0-1 1,0 0 0,0 0-1,0 0 1,0 0-16,0 1 15,0-1 1,0 0-16,0 0 16,0 0-1,0 1 1,0-1-16,-24 0 16,-1 25-1,25-25 1,-25 0-1,0 1 1,0 24 0,1-50-1,-1 50 1,0 0 15,0 0-31,0 0 31,1 0 32</inkml:trace>
  <inkml:trace contextRef="#ctx0" brushRef="#br0" timeOffset="-178841.66">1885 8409 0,'-25'0'157,"1"0"-142,-1 0-15,0 0 31,-25 0-15,26 0 0,-1 0-16,0 0 15,0 0-15,-25 0 16,26 0-16,-1 0 16,0 0-16,0 0 15,25 49 220,0-24-235,0 50 15,0-51-15,0 1 16,0 0-1,25-50 142,-25 0-142,25 1 1,0 24 62,24 0-31,-24 0-31,0 49 15,-25-24 0,0 0 32,0 0-48,0-1 16,0 1 1,0 0-1,0 0 31,-25 0-46,0-25 31,25 24-31,-25-24-1,1 0 1,-1 0-1,0 0-15,0 0 16,0 0 0,1 0-1,-1 0 1,0 0 15,0 0 0,0 0-15,1 0-16,-1 0 31,0-24 79,25-1-17</inkml:trace>
  <inkml:trace contextRef="#ctx0" brushRef="#br0" timeOffset="-176584.91">992 15081 0,'0'25'32,"-49"25"-17,-51 49-15,26-50 16,-25 26-16,-125 123 16,175-148-1,-125 74-15,125-50 16,-75 50-1,74-124-15,50 50 16</inkml:trace>
  <inkml:trace contextRef="#ctx0" brushRef="#br0" timeOffset="-172369.28">8359 15032 0,'0'-25'94,"-49"25"-79,24 0-15,-25 0 16,1 0-16,-1 0 15,-24 0-15,24 0 16,-25-25 0,51 25-16,24 25 203,0 24-203,0 1 15,0-25-15,24 0 16,1-25 125,0 0-141,0 0 15,0-25 1,0 25 0,-1 0-16,1 0 15,0 0-15,0 0 16,24 0-1,-24 0-15,0 0 16,25 49-16,-26-24 16,-24 25-16,0-1 31,0-24-15,0 0 15,0 0 0,-24-25-31,-26 0 16,25 0-1,-49 0-15,-1 0 16,51 0 0,-51 0-16,1 0 15,-75-25-15,124-25 16</inkml:trace>
  <inkml:trace contextRef="#ctx0" brushRef="#br0" timeOffset="-171009.69">2133 8235 0,'-25'-25'47,"1"25"-32,-26 0 1,25 25-16,0-25 16,25 25-16,-24 0 15,-1 0-15,0-25 16,-25 49-1,26-24 1,-1 0-16,-25-25 16,25 25-16,1-25 15,-1 24 1,0 1 0,-50 25-16,1-1 15,49-49 1,0 0-16,1 25 15,-1-25 1,0 25-16,25 0 16,-50 0-16,26-25 15,-1 24-15,-25 1 16,25-25 0,1 25-16,-26-25 15,25 25-15,-24 0 16,24-25-16,0 0 15,0 49 1,0-49 0,1 0-1,-1 25 17,0-25-1</inkml:trace>
  <inkml:trace contextRef="#ctx0" brushRef="#br0" timeOffset="-169768.85">9054 15280 0,'74'0'47,"50"0"-32,50 0-15,24 0 16,-24 0-16,-25 0 16,0-50-16,-125 50 15,1-25 16,-74 0 32,-1 25-47</inkml:trace>
  <inkml:trace contextRef="#ctx0" brushRef="#br0" timeOffset="-169146.15">9773 15007 0,'74'0'32,"50"0"-32,-24 74 15,-1 1-15,-25-26 16,26 1-16,-100-25 15,49-25-15,-24 0 16,-50 0 109,0 0-109,-24 0-16,-1 0 15,1 74-15,-1 25 16,50-49 0,-25-25-16,25 49 15,-25-74-15,25 25 78</inkml:trace>
  <inkml:trace contextRef="#ctx0" brushRef="#br0" timeOffset="-166538.58">11237 15081 0,'24'0'78,"1"75"-47,-25-26-15,0 1-16,25-1 15,-25-24-15,25 25 16,-25-25-16,25 0 16,-25-1-1</inkml:trace>
  <inkml:trace contextRef="#ctx0" brushRef="#br0" timeOffset="-166065.65">11757 15478 0,'-24'25'47,"24"25"-31,0-26-16,0 26 15,0-25-15,0 0 16,0-1 0</inkml:trace>
  <inkml:trace contextRef="#ctx0" brushRef="#br0" timeOffset="-165042.56">12154 15156 0,'0'0'0,"0"-25"15,0 0 1,0 0-1,0-24 17,0 24-17,0 0 1,25 25 0,0 0-16,25 0 31,-26 0-31,1 25 15,0 0-15,25 99 16,-50-100-16,0 1 16,0 25-16,0-25 15,0 24 1,0-24-16,0 0 16,0 0-16,-25 0 15,0-25 1,0 0-1,-24 0 17,49 24-32,74-24 140,0 0-124,1 0 0,-26 0-1,1 0-15,-25 0 31,0 0-31,-1 0 16,26 25-16,-25-25 16,0 0-1,-1 25-15,1-25 16</inkml:trace>
  <inkml:trace contextRef="#ctx0" brushRef="#br0" timeOffset="-163882.59">11609 14932 0,'-25'25'47,"-25"0"-32,50 0-15,-49 24 16,24-24-16,0-25 0,0 25 16,0 0-1,1 0 1,-26 24-16,25 1 16,-24-1-16,24 1 15,-50 25-15,75-51 16,-49 26-16,-1-25 15,50 0-15,-25-1 16,0-24 0,1 25-1,24 0 1,-25 0 0,0-25-1,0 25 32</inkml:trace>
  <inkml:trace contextRef="#ctx0" brushRef="#br0" timeOffset="-163233">12948 14833 0,'-50'0'31,"1"0"-15,24 0-16,-49 50 15,-26-1-15,26 26 16,-25 24-16,49-25 16,-24 1-16,-1-1 15,51-24-15,-26 24 16,25-24-16,0-25 15,0 24-15,1-24 16,24 0-16,0 0 16,-25 24 15,0-49 16</inkml:trace>
  <inkml:trace contextRef="#ctx0" brushRef="#br0" timeOffset="-162521.02">8483 14684 0,'-25'0'31,"1"50"-15,-26 24-1,0 1-15,-24 74 16,-50 74 0,50-99-16,-1-25 15,-24 0-15,49-24 16,25-50-16,-49 24 16,49 1-1,0-50-15</inkml:trace>
  <inkml:trace contextRef="#ctx0" brushRef="#br0" timeOffset="-158977.72">4043 9401 0,'0'-25'78,"-25"25"-78,-24 0 15,24 0 1,0 25 0,0-25-16,1 0 15,-1 0-15,0 0 16,0 25-1,-24-25 17,24 0-32,-50 25 15,50-1 1,1-24 0,-1 0-1,-25 25 16,25-25-31,1 25 16,-26 0-16,25-25 16,0 25-16,1-25 15,-1 0-15,0 24 16,-25-24 0,50 25-16,-24-25 31,-1 25-31,0-25 31,25 25-31,-25-25 16,0 25-1,1-1 1,-1-24 31,0 0-16</inkml:trace>
  <inkml:trace contextRef="#ctx0" brushRef="#br0" timeOffset="-154384.97">2753 13717 0,'-24'0'78,"-1"25"-62,0 24 0,25 1-1,-50-25 1,50 0 0,0-1-1,-25-24-15,25 25 16,0 0-16,-24-25 15,24 25-15,-25-25 16,0 49 0,0-49-1,25 25 1,-25-25-16,1 50 16,-1-50-1,0 25 1,-25 24 15,26-49-15,-1 25-1,-25 25 1,25-50 15,1 24 16,-1-24-31,0 25-1,0 0 1,0 0 0,1-25-1,24 25 16</inkml:trace>
  <inkml:trace contextRef="#ctx0" brushRef="#br0" timeOffset="-153288.58">3621 13717 0,'-49'25'31,"-1"-25"-15,-24 25 0,24-1-1,25 1 1,1 0 0,-1 0-16,0-25 15,25 25-15,-50-1 16,50 1-16,-24-25 15,24 25 1,0 0-16,-50 0 16,50-1-16,-25 1 15,0-25 1,1 25-16,24 0 16,-25 0-1,0-1-15,0-24 16,25 25-1,-25 0-15,-24 25 16,24-50-16,25 24 16,-25-24-1,0 0-15,25 25 0,-24-25 32,24 25-17,-25-25 1,0 25-1,25 0 17,0 0-17,-25-1 1</inkml:trace>
  <inkml:trace contextRef="#ctx0" brushRef="#br0" timeOffset="-151977.9">4490 13767 0,'0'74'47,"-25"-49"-32,-25 24-15,1-24 16,24 0 0,-25 25-16,1-26 15,-1 26-15,25-25 16,25 0 0,-25-1-1,1 26-15,-1-50 16,25 50-16,-25-26 31,-25 26-15,26-25 15,24 0 0,-25 0-31,0-1 16</inkml:trace>
  <inkml:trace contextRef="#ctx0" brushRef="#br0" timeOffset="-150864.84">5556 13593 0,'0'25'16,"0"0"-1,-25-1-15,1 1 16,-26 25-1,25-25 1,0-25 0,1 24-16,-1 1 15,0 0-15,0 0 16,-24 0 0,24-1-16,0-24 15,0 50-15,0-25 16,1 0-16,-1-1 15,0 1 1,0 0 0,25 0-1,-49 0 1,49-1-16,-25 1 31,0 0-31,25 0 16,-25-25-1,25 25 1,-25-25 0,1 24-16,-1 1 15,25 0 1</inkml:trace>
  <inkml:trace contextRef="#ctx0" brushRef="#br0" timeOffset="-146217.59">843 13816 0,'-49'0'47,"24"25"-31,0-25-1,0 25 1,1-25 0,-1 25 15,-25-1-31,25 1 16,-24 25-1,49-25-15,-25-25 16,-25 24-16,25 1 15,1 0-15,-26 0 16,25 24 0,-24-24-1,49 25 1,-25-25 0,0-25-16,25 49 15,-25-24-15,0 0 16,25 0-1,-24 0 1</inkml:trace>
  <inkml:trace contextRef="#ctx0" brushRef="#br0" timeOffset="-141690.98">17115 6548 0,'0'25'47,"0"50"-47,-25-51 16,1 1-1,24 0 1</inkml:trace>
  <inkml:trace contextRef="#ctx0" brushRef="#br0" timeOffset="-139530.02">17909 6003 0,'-25'-25'47,"-24"25"0,24 0-47,-25 0 15,25 0 1,-24 0-16,-26 50 15,26-50 1,24 24-16,0-24 47,0 0-47,25 25 266,0 0-266,0 0 15,0 0 16,0-1-15,25 1 47,25-25 140,-25-25-172,24 1 31,-24 24 1,25 0-16,-26 24-16,-24 1 0,25 0-15,-25 0 0,0 0 15,0-1-16,25 1 17,-25 0 15,0 0-16,0 0 16,-25-25-47,0 0 15,1 0 1,-1 0 0,0 0-1,0 0 32,0 0-31,1 0-1,-1 0 17,0 0-17,0 0 1,0 0 78,25-25 15</inkml:trace>
  <inkml:trace contextRef="#ctx0" brushRef="#br0" timeOffset="-130298.53">3919 10170 0,'0'0'0,"-49"0"16,24 0-1,-25 0 1,25 25 0,1 0-16,-1-1 31,0 1-31,0 0 15,0-25 1,25 25-16,-49-25 47,24 49-31,0-49-1,25 25 1,-25 0-1,0 0 1,1-25-16,24 25 16,-25-1-1,0 1 1,0-25 0,25 25-16,-49 0 15,-1 0 1,25-1-16,0-24 15,-24 50-15,24-25 16,0-25-16,-49 25 16,49-25-16,0 24 15,-24 1-15,49 0 16,-50-25-16,25 0 16,25 25 30,-25-25-30,25 25-16,-24-25 16,-1 0 15,0 24-15,0 1 46,0 0-46</inkml:trace>
  <inkml:trace contextRef="#ctx0" brushRef="#br0" timeOffset="-125849">2853 12477 0,'-25'0'47,"0"0"-32,-25 0 1,26 0-1,-1 0 1,0 25-16,0-1 16,0 1-1,0-25-15,1 25 16,-26 25 0,0-26-16,1 1 15,24 0-15,-25 25 16,26-50-16,24 24 15,-50 1-15,25 0 16,0 0 15,1 0-15,-1 24 15,0-49-31,25 25 156</inkml:trace>
  <inkml:trace contextRef="#ctx0" brushRef="#br0" timeOffset="-125162.83">3721 12502 0,'-25'0'16,"0"0"-16,0 24 16,-24-24-16,-1 75 15,0-50-15,26 24 16,-1-24-16,-25 25 15,25-1-15,-24-24 16,-1 25 0,25-26-1,1 1 1,-1-25-16,-25 25 16,50 0-16,-25-25 15,1 25 1,-1-25-1</inkml:trace>
  <inkml:trace contextRef="#ctx0" brushRef="#br0" timeOffset="-122834.18">943 12328 0,'-25'0'78,"-25"0"-63,50 25 1,-25-25 0,25 25-1,0-1-15,-24 1 0,-1 0 16,25 0-16,-25 0 15,-25-1 1,26 1 0,-26 25-1,25-25 17,25-1-17,-25 1 1,1 0-16,-1 0 15,-25 0 1,50-1-16,-25-24 16,0 25-1,1-25 17,24 25-32,-25-25 46,25 25-14,-50 0-1,25-1 0,1 51 16</inkml:trace>
  <inkml:trace contextRef="#ctx0" brushRef="#br0" timeOffset="-120425.95">1017 5531 0,'-25'0'0,"50"0"0,-75 0 15,26 0 1,-26 0-16,-24 0 15,49 25 1,-25 0-16,50 0 16,-25 0-16,25-1 15,-74 26-15,74-25 16,-25 24-16,0 1 16,1 0-16,24-25 15,-25 24-15,25-24 16,0 49-16,0-24 15,0 49-15,0-49 16,0 49-16,0 25 16,0-25-16,25 25 15,24 50-15,26-25 16,-26-50-16,-24-25 16,25 1-1,-26-1-15,1 1 16,50 73-16,-75-98 0,24 99 15,-24-50-15,0 25 16,0 75-16,0-26 16,-49-24-16,-1-75 15,-49 26 1,99-76-16,-74 26 0,74-25 16,-50 0-1,25-1-15,-24-24 31,49 25 1,0 0 124,0 25-156,0 24 16,74 1-1,-74 24-15,0 25 16,0-25-16,0 0 15,0 0-15,0 1 16,0-51-16,0 26 16,-25-1-16,25-49 15,0 24-15,0-24 16,0 25-16,0 0 16,0 24-16,0-49 15,0 49-15,0 1 16,0-1-16,25-24 15,-25-26-15,0 1 16,25 25-16,-25-25 31,49-1-15,-49 1 0,25-25-16,-25 25 15,25 0-15,0 0 16,0-1-1,-1 1-15,1-25 32,0 0 15,0 0-47,0 0 15,-1-25 16,-24-24-15,0 24 15</inkml:trace>
  <inkml:trace contextRef="#ctx0" brushRef="#br0" timeOffset="-117018.7">9178 7243 0,'25'0'109,"-1"0"-93,1 0-16,25 0 16,-25 0-1,123 0 1,-73 25-16,-50-25 0,49 0 16,-24 0-16,-1 0 15,1 0-15,-1 0 16,1 0-1,0 0-15,24 0 16,50 49-16,-25-49 16,1 0-16,-26 0 15,0 0 1,-49 0-16,50 50 0,-51-50 31,26 0-31,-25 25 16,0-25-16,-1 0 15,51 0-15,-1 0 16,25 0-16,25 0 16,1 0-16,-1 0 15,-50 0-15,0 0 16,-24 0-16,-25 0 16,24 0-16,-24 0 15,50 0-15,-1 0 16,-24 0-16,24 0 15,0 0-15,1 0 16,-26 25-16,1-25 16,-25 0-16,49 49 15,-49-49-15,50 0 16,-1 0-16,-49 0 16,24 0-16,1 0 15,24 0-15,-24 0 16,-25 0-16,24 0 15,1 0 1,24 0-16,26 0 16,-1 0-16,25 0 15,-25 0-15,0 0 16,1 0-16,-51 0 16,1 0-16,-1 0 15,1 0-15,0 0 16,-26 0-16,26 0 15,-25 0-15,74 0 16,25 0-16,-74 0 16,74 25-16,-50-25 15,1 0-15,-26 0 16,1 0-16,-25 0 16,-1 0-16,26 0 15,0 0-15,-26 0 16,51 0-16,24 0 15,50 0-15,-50 0 16,0 0-16,0 0 16,1 0-16,-1 0 15,0 0-15,-24 0 16,24 0-16,-25 0 16,25 0-16,-49 0 15,49 0-15,-24 0 16,-1 0-1,0 0-15,-24 0 16,25 0-16,-1 0 16,25 0-16,25 0 15,-25 0-15,1 0 16,-1 0-16,-25 0 16,-49 0-16,25 0 15,-1 0-15,-24 0 16,0 0-1,0 0 1,49 0-16,0 0 16,51 0-16,23-25 15,-48 25-15,24-25 16,-75 25-16,26 0 16,-51-24-16,1 24 15,25 0-15,-25-25 78,-1 25-15,1-25 31</inkml:trace>
  <inkml:trace contextRef="#ctx0" brushRef="#br0" timeOffset="-116017.54">9723 5184 0,'0'50'47,"-49"24"-47,24-24 16,25-1-16,0 26 16,0-26-16,-25 51 15,-24-1-15,24-25 16,25 1-16,-25-26 15,25-24-15,-50 50 16,50-26-16,-24 1 16,-1-1-16,25 26 15,-25-1-15,0-24 16,0 24-16,25 1 16,-49-26-16,24 26 15,25-26-15,-25 1 16,-24-25-16,49 24 15,-25-49 1,25 50-16,-50 0 16,50-26-1,-25 26 1,25 24-16,-24-49 16,-1 25-1,25-25-15</inkml:trace>
  <inkml:trace contextRef="#ctx0" brushRef="#br0" timeOffset="-113785.25">9773 4936 0,'0'0'16,"-25"0"-16,25 25 31,-25 0-31,25 0 31,0-1 16,0 1-31,0 0-1,0 0 32,50-25-31,49 0-1,-74 0 1,149 49-16,-75-49 16,25 0-1,-25 0-15,25 0 0,-25 0 16,75 0-16,-75 0 15,25 0-15,124 0 16,-74 0-16,24 0 16,-49 0-16,-50 0 15,75 0-15,0 0 16,-50 0-16,74 0 16,1 0-16,-1 0 15,50 0-15,-99 0 16,49 0-16,1 0 15,-1 0-15,-49 0 16,49 25-16,-24-25 16,-75 25-16,100-25 15,-26 25-15,26-25 16,-1 0 0,-24 0-16,-25 49 15,0-24-15,-25-25 16,24 0-16,1 25 15,-124-25-15,49 0 16,1 25-16,-25 0 16,-1-25-16,26 0 15,49 0-15,0 0 16,24 0-16,51 0 16,-26 0-16,26 0 15,-100 0-15,-74 0 16,25 0-16,-26 0 15,26 0 17,-25 0-17,49 0-15,-49 0 16,25 0 0,-1 0-16,-24 0 15,25 0 63,-26 0-78,26 0 16,0 0 0,-26 0-1,26 24-15,-25-24 16,0 0-16,24 0 15,1 0-15,-25 0 32,74 0-1,0 0-31,0 0 16,1 0-16,24 0 15,-50 0-15,0 0 16,-49 25 46,-25 0-46,0 0 15,-25 24-31,25-24 16,0 25-1,-24-1-15,-1 26 16,0-26-16,25-24 16,0 0-16,-25 74 15,0-49-15,25 0 16,0 24-16,-24 0 16,-1-49-1,0 99-15,25-74 0,-25 24 16,25 1-1,-25-26 1,25-24 0,0 0-16,-24 24 15,24-24-15,0 50 16,-75 24-16,50-49 16,25 24-16,-24 0 15,-1-24-15,25 0 16,-25-1-16,25-24 15,0 0-15,-25-25 16,25 25 0,0-1-16,0 1 15,-49 0-15,49 0 32,0 0-32,-50 24 15,25-24 1,0 0 15,0-25 16,1 0 0,-1 0-32,-25 0 1,25 0-16,1 0 16,-1 0-1,0-25 1,0 0-16,0 25 16,1 0-1,-26 0 63,25-49-78,0 49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3T10:29:33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3531 10347 0,'-40'0'78,"0"0"-62,40 40-1,-40-40 1,0 0 15,40 40-15,-81 0-1,41-40 17,0 40-17,40 1-15,-40-41 16,40 40 0,0 0 15,0 0-31,0 0 15,0 0 17,0 0-32,0 0 31,0 0 0,0 1 0,40-41-31,40 0 32,-40 0-17,41 0-15,-41 0 32,-40-41 14,0 1-14,0 0-17,40-40 1,-40 40 46,0-40-46,-40 40 0,0-1 15,40 1 16,-40 0 15</inkml:trace>
  <inkml:trace contextRef="#ctx0" brushRef="#br0" timeOffset="1711.79">10072 6096 0,'-40'0'93,"-1"0"-77,1 0-16,-40 0 16,0 0-16,0 0 15,-1 0 1,41 40 0,0 0 15,40 40 0,0-40-15,0 1-16,0-1 31,0 40-15,40-40-1,40 0 1,-39-40-16,39 40 15,-40-40 1,40 0 0,0 0-16,1 0 31,-41 0-31,40 0 0,-40-80 31,0 40-15,-40 0-16,0 0 47,0 0-32,0-1 1,0 1-16,0 0 31,-40 0-15,40 0-1,0 0 1,-40 0 0,0 40 31,0 0-32</inkml:trace>
  <inkml:trace contextRef="#ctx0" brushRef="#br0" timeOffset="21168.23">3692 9184 0,'0'40'204,"0"0"-189,0 0-15,0 0 16,0 1-1,0-1-15,0 0 16,0 0 0,0 0-16,-40 0 31,40 0-31,-41 0 16,41 0 15,0 0-31,0 1 15</inkml:trace>
  <inkml:trace contextRef="#ctx0" brushRef="#br0" timeOffset="23135.72">10714 6938 0,'-40'0'16,"-1"0"15,1 40-31,0-40 15,40 40-15,-80 41 16,40-41 0,0 0 31</inkml:trace>
  <inkml:trace contextRef="#ctx0" brushRef="#br0" timeOffset="23903.82">11195 5976 0,'0'40'110,"0"40"-110,0 0 15,0 0-15,0-40 16,0 81 0,0-81-16,0 40 15,0-40 1,0 0-16,0 0 47</inkml:trace>
  <inkml:trace contextRef="#ctx0" brushRef="#br0" timeOffset="32288.19">3571 8302 0,'0'-40'78,"40"40"-15,1 0-63,-1 0 15,0 0-15,40 0 16,-40 0-16,40 0 16,-39 0-16,-1 0 15,0 0-15,0 0 32,0 0 46,-40 40-47,0 0-15,-40 0-1,40 0-15,-80-40 16,-1 40-16,41 0 15,0-40-15,80 0 204,0 0-189,1 0 1,-1 40-1,0-40 1,-40 40 0,40 1-16,40-1 31,-80 40-15,0-40 15,0 0-16,0 0 1,-80 0 0,40-40 15,0 0-15,0 0-1,-1 0 1,1 0-16,-40 0 31,40-40-15,-40-40 15</inkml:trace>
  <inkml:trace contextRef="#ctx0" brushRef="#br0" timeOffset="33416.83">11677 6858 0,'0'40'32,"0"0"-17,0 0 1,-40 0-16,0 0 15,40 1 1</inkml:trace>
  <inkml:trace contextRef="#ctx0" brushRef="#br0" timeOffset="35920.46">12198 6216 0,'0'-40'78,"0"-40"-63,41 80 1,-1-40-16,0 40 16,0 0-1,0 0-15,0 0 16,0 0-1,0 0 17,41 0-32,-41 80 31,-40-40 0,0 40-31,0-40 16,-40 41 15,40-41 0,-40-40 1,-41 0-17,41 0 63,80-40-46,0 40 30,1 0-46,39 0-1,-80 40 1,40 40 31,-40-40-47,0 40 31,0-40 16,0 0-31,-40-40 30,0 0-30,0 0 0,-1 0 15,1 0-15,0-40-1,0 40 16,40-40-15,-40 0 31</inkml:trace>
  <inkml:trace contextRef="#ctx0" brushRef="#br0" timeOffset="46320.55">4213 7179 0,'-40'0'47,"-40"0"-31,40 0-1,0 80 1,0-40-16,-1 0 16,41 0-1,0 0 1,-40-40 15,40 40-31,81-40 188,-1 0-173,-40 0 1,0 0 0,40 0-16,1-40 15,-41 0-15,0 40 16,-40-80 31,0 40 0,0 80 124,0 40-155,0-40 0,0 41-1,0-41 1,0 40 15,0-40 0,0 40 32,0-160 31,0 40-94</inkml:trace>
  <inkml:trace contextRef="#ctx0" brushRef="#br0" timeOffset="47376.62">12961 6898 0,'0'40'63,"0"0"-63,0 0 15,-40 41-15,0-41 16,-1-40-16,1 40 16</inkml:trace>
  <inkml:trace contextRef="#ctx0" brushRef="#br0" timeOffset="48512.86">13603 6056 0,'0'40'47,"0"0"-47,0 0 16,0 0-16,-40 40 15,0-39-15,40 39 16,0 0 0,-41-80-16,1 80 15,0-80 1,40 40 15,121-40 79,-1 0-110,-40 0 15,41 0-15,-1 0 16,-40 0-1,-40 0-15,-40-80 110,-40 80-79,0-40-15,0 40 62,-40 40-63,40 80 1,40-80 0,0 41-16,0-41 15,0 0-15,0 0 16,0 0-16,0 40 16,0-40-1</inkml:trace>
  <inkml:trace contextRef="#ctx0" brushRef="#br0" timeOffset="48970.42">14486 7179 0,'0'40'47,"0"0"-47,0 0 15,0 40 1,-41-80-16,41 40 15,0 0-15,0 1 16,0-1 0,-40-40-1,40 40 1</inkml:trace>
  <inkml:trace contextRef="#ctx0" brushRef="#br0" timeOffset="60519.99">3973 7459 0,'40'0'266,"0"0"-235,0 0-15,0 0-1,0 0 17,0-80 14,0 40 1,1 40 16,-41-40 15,40 40 0,0 0-31,40 0 0,-40 0-32,-40 40-15,40 0 16,-40 0-16,0 0 16,0 1-16,0-1 47,0 0-32,0 0 16,0 0 16,-40-40-31,0 0 31,0 0-16,0 0-15,-40 40-1,80 0 1,-41-40 0,1 40-1,0-40 1,0 0-1,40 40 17,-40 1 61,40-1-30,0 0 15,40-40-47,40 0-31,-40 40 16,1-40-16,-1 0 16,0 0-1,0 0-15,0 0 16,0 0-16,40 0 15,-39 0-15,-1 0 94,0 0-78,0 0 31,0 0 0</inkml:trace>
  <inkml:trace contextRef="#ctx0" brushRef="#br0" timeOffset="63018.39">13282 6738 0,'80'0'16,"-80"-41"15,40-39 0,0 80-15,-40-40-1,40-40 17,1 80-1,-41-40-15,40 40-1,-40-80 1,40 80 15,-40-40-31,40-1 16,0 1 15,0 40 0,0 0 16,0 0-47,41 0 16,-41 0 31,0 0-32,0 81 1,0-41 15,0 0-15,-40 0-1,0 0 1,0 0-16,0 0 31,0 0 0,0 0-15,0 0 0,0 1 15,-40 39-15,0-40-1,0-40 1,40 40-1,-40-40 1,0 40 15,0 0-15,-1 0 0,1 0 15,40 41-16,-40-41 1,0 0 15,40 0 1,0 0 30,0 0 32,40-40-94,0 0 0,0 0 15,1 0 32,-1 0-31,0 0 0,0 0-1</inkml:trace>
  <inkml:trace contextRef="#ctx0" brushRef="#br0" timeOffset="72144.33">3892 6096 0,'-40'40'78,"40"0"-46,-40 0-32,40 0 15,-40 0-15,40 1 31,-40-1-15,40 0 109,40 0-109,0 0 15,-40 0-15,80-40-1,1 0 1,-1 40-16,-40-40 15,0 0-15,0 0 16,-40-40 62,0 0-62,0 0 78,0 0-79,-40 40 63,0 0-62,40 40 0,0 0 15,0 40-31,0-40 15,0 40 1,0-39 0,0-1-1,0 40 1,0 0 0</inkml:trace>
  <inkml:trace contextRef="#ctx0" brushRef="#br0" timeOffset="74203.89">15489 6296 0,'-40'41'94,"0"39"-78,40-40-1,-41 0-15,1 0 16,40 0-16,0 0 15,0 0-15,-40 41 16,0-41 31,40 0 125,40-40-157,0 0-15,41 0 16,-1 0-16,-40 0 16,40 0-16,-40 0 47,0 0 31,-40 40 234,0 0-296,0 0-1,0 0-15,0 0 16,0 0 0,0 1-16,0-1 15,0 0 17,0 0-32,0 0 15</inkml:trace>
  <inkml:trace contextRef="#ctx0" brushRef="#br0" timeOffset="81136.03">4053 5254 0,'0'-40'32,"-40"40"-1,0 0-16,-1 0 1,1 0 0,0 0-1,0 0 1,0 0 0,40 40-1,0 0 1,0 0-16,-80 40 15,80-40 1,0 0 15,0 0-31,0 1 16,40-1 0,0-40-1,0 40 1,40 0-16,-40-40 15,41 0-15,-1 0 16,-40 0-16,0 0 16,0 0-1,0 0 32,-40-80 0,0 40-31,0-1 31,-40 41-16,0 0 0,0 0-31,0 0 16,0 0 15,40 41-15,0-1 30</inkml:trace>
  <inkml:trace contextRef="#ctx0" brushRef="#br0" timeOffset="82106.25">16131 7219 0,'0'40'63,"0"0"-63,0 0 15,-40 40 1,40-40-1,0 1 1</inkml:trace>
  <inkml:trace contextRef="#ctx0" brushRef="#br0" timeOffset="83624.72">16853 6457 0,'-40'0'15,"0"0"32,0 0-16,0 0-31,-1 0 47,-39 0-15,40 40-1,0-40-31,40 40 15,-40 0 1,40 0 0,-40 0-1,40 0 17,0 1-17,0-1-15,0 40 31,40-40-15,-40 40 0,40-40-1,0-40 1,0 40 15,40-40-15,-39 0-1,-41 41 1,80-41-16,-40 0 31,40 0-15,-40-41 0,0 1 30,-40 0 1,0 0-31,0 0 0,0 0 15,-40 40-16,0-40 32,0 40-15,0 0-17,0 0 32,0 0-47,0 40 16,40 0-16,0 0 31</inkml:trace>
  <inkml:trace contextRef="#ctx0" brushRef="#br0" timeOffset="99288.36">2287 12312 0,'-40'0'62,"0"0"-62,0 0 16,0 0-16,-41 0 15,41 0 17,0 0-1,0 0-31,0 0 15,0 40 17,0 0-17,40 1 1,0 39 0,0-40-1,0 0 1,0 0-1,0 0-15,0 0 16,40 0 0,-40 0-1,40-40-15,0 41 16,-40-1 0,40-40-16,0 0 15,0 40 1,1-40-16,39 0 15,0 0-15,-40 0 47,0 0-47,-40-40 32,0 0-32,0-1 15,0 1 1,-40 40 109,40-40-110,-40 40 32,40 40-31,0 0 0,-40-40-1,40 41-15,0-1 94,-40-40-78</inkml:trace>
  <inkml:trace contextRef="#ctx0" brushRef="#br0" timeOffset="100752.4">3050 12433 0,'0'40'109,"80"-40"-93,40 0-16,-40 0 16,1 0-16,39 0 15,-40 40 1,-39-40 0,-1 0-1</inkml:trace>
  <inkml:trace contextRef="#ctx0" brushRef="#br0" timeOffset="101473.9">3371 12713 0,'-41'0'0,"1"0"16,80 0 156,81 0-157,-41 0-15,0 0 16,1 0-16,-41 0 15,0 0 32,40 40-47,-40-40 16,81 0 0,-81 0-1,-120 0 79</inkml:trace>
  <inkml:trace contextRef="#ctx0" brushRef="#br0" timeOffset="102178.6">3571 12232 0,'0'-40'31,"81"40"-16,-1 40 1,-40 0-16,40 40 16,-40 1-16,0-81 15,1 80-15,-1 0 16,0-80-16,0 80 16,0-80-16,-40 40 15,40-40 1,0 40-1,-160 0 157,80 41-156,40 79-16,-80-80 16,80-40-16,0 1 15,0-1-15,0 0 16</inkml:trace>
  <inkml:trace contextRef="#ctx0" brushRef="#br0" timeOffset="108000.62">4454 5173 0,'0'-40'109,"-40"40"-77,0 0 15,0 0-16,0 40-31,-1-40 15,1 41-15,-40-41 16,40 40 0,40 0-16,-40-40 15,0 40 1,0-40-16,40 40 16,-41-40-16,1 40 15,-40 0 1,40-40-1,0 0 1,0 0-16,-41 40 16,81 0-16,-80-40 15,40 0-15,0 41 16,0-41 0,0 0-1,-1 0 1,1 0-16,0 0 15,0 40-15,-40-40 16,40 40 0,0-40-1,-1 40 1,1-40 0,-40 80-1,40-80 1,-40 0-1,80 40 1,-40-40 31</inkml:trace>
  <inkml:trace contextRef="#ctx0" brushRef="#br0" timeOffset="122649.27">5016 12072 0,'40'0'110,"40"80"-95,-80 0-15,0 80 16,0-79-16,0 39 16,40-40-16,0 40 15,1-79-15,-41-1 31,40-40-15</inkml:trace>
  <inkml:trace contextRef="#ctx0" brushRef="#br0" timeOffset="123112.28">6019 12753 0,'0'81'62,"0"-41"-46,0 0-1,0 0 1,-80 40-16,80-40 16,-40 0-1</inkml:trace>
  <inkml:trace contextRef="#ctx0" brushRef="#br0" timeOffset="123977.8">6661 11911 0,'-40'0'31,"0"40"-15,40 81-16,-40 39 16,-1-80-16,1 0 15,40-39-15,0 39 16,-40-80-16,40 40 31,40-40 63,81 0-78,-41 0-16,0 0 15,0 0-15,1 0 16,-41 0-1,-40-40 95,0 0-79,0 0-31,0 120 31,0-40-15,0 80-16,0 0 16,0-39-16,0 39 15,0-40-15,0 0 16,40 41-16,-40-81 15</inkml:trace>
  <inkml:trace contextRef="#ctx0" brushRef="#br0" timeOffset="124735.84">5778 11991 0,'-40'0'94,"0"0"-94,-40 81 16,80-41-16,-40 80 15,-41-40-15,41 0 16,-40-39-16,40 39 15,0 0-15,-81-40 16,41 80-16,40-120 16,40 40-16,-40 1 15,120-162 126,40 41-125,81-40-16</inkml:trace>
  <inkml:trace contextRef="#ctx0" brushRef="#br0" timeOffset="125264.71">7303 11831 0,'-80'0'63,"40"40"-48,-1 80-15,41-39 16,-80 79-16,40-40 16,0 1-16,40-41 15,-80 40-15,80-80 16,-40 40-16,-1-39 15,41-1 1,0 0-16,-40-40 78</inkml:trace>
  <inkml:trace contextRef="#ctx0" brushRef="#br0" timeOffset="138208.41">2528 13555 0,'-80'0'31,"80"41"-31,-121-1 16,41 80-16,40-80 15,0 40-15,0 1 16,40-41-1,-40 0-15,-1 0 16,1-40-16,40 40 16,-80 40-16,40-80 15,40 40-15,0 0 16,-40 0 0,80-40 109,0 0-110,80 0-15,-39 0 16,-1 0-16,-40 0 15,40 0-15,-40 0 16,1-40 15,-41 0-15,40 0-16,0 40 16,40-40-16,0 0 15,-80 160 157,-40-120-156,40 80-16,0-39 15,0 39-15,0 0 16,0 0-16,40-40 16,-40 0-16,0 1 15,40-1-15,1 0 16,39-40 46,0-40-62</inkml:trace>
  <inkml:trace contextRef="#ctx0" brushRef="#br0" timeOffset="138624.57">3611 14157 0,'81'0'62,"-1"0"-46,40 0-16,1 0 15,-41 0-15,0 0 16,0 0 0,-39 0-16,39 0 47,-40 0-47</inkml:trace>
  <inkml:trace contextRef="#ctx0" brushRef="#br0" timeOffset="139127.75">3652 14558 0,'40'0'47,"40"0"-31,-40 0-16,40 0 16,-40 0-16,1 0 31,39 0-16,-40 0-15,0 0 16,0 0-16,0 0 16,-40-40 31,0 0-32</inkml:trace>
  <inkml:trace contextRef="#ctx0" brushRef="#br0" timeOffset="139840.24">4173 13676 0,'0'40'31,"0"40"-31,40 40 16,41-39-16,-41-1 16,0 0-16,0 0 15,0 0-15,0-39 16,-40-1 0,40 0-16,-80 0 156,0 40-141,-40 0-15,80 1 16,0-41 0,-80 40-16,80-40 31,0 0-15,0 40 62</inkml:trace>
  <inkml:trace contextRef="#ctx0" brushRef="#br0" timeOffset="147586.66">5377 14197 0,'0'-40'47,"0"0"-16,0 0-15,0 0-1,40 0 1,0 40-1,0 0 17,0 0-17,1 0 1,-1 40-16,-40 0 16,0 40-1,0-40 1,0 40 15,0-40-31,-40-40 16,-1 41-1,1-41 48,0 0-48,40-41 1,0 1 0,40 40 15,41 0-31,-41 0 16,0 0-16,0 0 15,0 0-15,0 0 31,-40 40-31,0 1 16,0 39 0,0-40-16,-40 0 15,0 0 1,40 0-16,-40-40 16,0 0-16,-41 0 31,41 0-16,-40 0 1,40 0 0,40-40-16,0-40 15</inkml:trace>
  <inkml:trace contextRef="#ctx0" brushRef="#br0" timeOffset="148076.91">6179 14678 0,'41'41'16,"-41"39"-1,0-40 1,0 40-16,0 0 16,0 0-1,0-39-15,0-1 16,40-80 93</inkml:trace>
  <inkml:trace contextRef="#ctx0" brushRef="#br0" timeOffset="148872.65">6661 14358 0,'0'-41'15,"0"1"17,0 0-17,0-40 16,80 80-15,0 0 0,-39 0-1,-1 0 17,-40 40-17,0 40-15,0-40 16,0 41-16,0-41 15,0 40 1,-40-40 15,-41-40-31,81 40 16,-40-40-16,80 0 109,81 0-93,-1 0 0,-40 0-16,1 0 15,-41 0-15,40 0 16,-40 0 46</inkml:trace>
  <inkml:trace contextRef="#ctx0" brushRef="#br0" timeOffset="149370.79">7785 14678 0,'-81'41'32,"81"-1"-17,-40 40-15,0 0 16,0 0 0,0 0-16,0-39 15,40-82 95,40 1-95</inkml:trace>
  <inkml:trace contextRef="#ctx0" brushRef="#br0" timeOffset="150456.44">8467 13916 0,'-40'0'16,"-1"0"-16,1 0 15,0 0 1,0 0-1,0 0 1,40 41 0,0 39-1,0-40-15,0 0 0,0 40 16,0-40-16,0 0 16,0 0-16,0 1 15,0-1-15,0 0 16,0 0-1,40 0 1,0-40 0,40 0-16,-39 0 15,-1 0 1,0 0-16,0-40 16,0 40-1,-40-40-15,0 0 63,-40 0-48,0 40 1,-40 0 15,39 0 0,1 0-15,0 40 0,40 0-1,0 0 110</inkml:trace>
  <inkml:trace contextRef="#ctx0" brushRef="#br0" timeOffset="152504.22">5658 13876 0,'0'40'15,"-40"41"-15,40-1 16,-40 40-16,-41-80 15,81 81 1,-40 39-16,0-80 16,0-40-1,0 41-15,0-41 16,40 0-16,0 40 31,-40-80-31,40 40 16</inkml:trace>
  <inkml:trace contextRef="#ctx0" brushRef="#br0" timeOffset="153280.2">7062 14037 0,'0'40'16,"0"80"-16,0-40 15,-120 81-15,80-121 16,40 40-16,-40 40 16,-41 1-16,81-41 15,-40-40-15,40 0 16,0 0-16,-40 0 15,40 0 1,0 1 47,-40-41-48,80-121 1,80 1-1</inkml:trace>
  <inkml:trace contextRef="#ctx0" brushRef="#br0" timeOffset="153824.97">8587 13716 0,'-40'0'0,"0"120"15,40-80-15,-40 41 16,0-41-16,-1 160 15,-39-39-15,80-81 16,-40 40 0,0 0-16,0 1 15,0 39-15,40-120 16,0 0 0,-40 0 62,-1-80-63</inkml:trace>
  <inkml:trace contextRef="#ctx0" brushRef="#br0" timeOffset="159866.17">4615 6136 0,'-81'0'31,"41"0"0,40 40-31,-40-40 16,0 0-16,0 0 15,-40 40 1,80 0 0,-41-40-16,-39 0 31,80 40-15,-40-40-16,0 0 15,0 0-15,0 41 16,40-1-16,-81-40 15,41 40 1,-40-40 0,40 0-1,-40 40 1,40 0-16,-1-40 16,1 0-16,0 0 15,-120 40-15,39-40 16,81 40-16,0-40 15,-40 40-15,-1 0 32,41-40-17,40 40 1,-40 1 0,0-1-1,0-40 16,40 40 16</inkml:trace>
  <inkml:trace contextRef="#ctx0" brushRef="#br0" timeOffset="163447.91">2287 16162 0,'0'-40'16,"0"0"-16,0 0 31,0 0-31,0 0 16,0 0 0,0 0 15,40 40-16,0 0 32,41 0-31,-41 0 0,40 0-1,-40 0 16,-40 80-15,0-40 0,0 40-16,0 0 15,-120 1 1,80-41 0,-41 0-16,41 0 15,0-40 1,0 40-16,40 0 15,-40-40-15,40 40 16,-40-40 0,160 0 109,41 0-110,-41 0 1,-40 0-16,1 0 16,-1 0-16,-40 0 15,40 0-15,-40 0 16</inkml:trace>
  <inkml:trace contextRef="#ctx0" brushRef="#br0" timeOffset="163992.4">3611 16202 0,'81'0'46,"-1"0"-46,-40 0 16,40 0-16,1 0 16,-41 0-16,80 0 15,-80 0-15,0 0 16,0 0-16,1 0 31,39 0-31,0 0 16,0 0-1,-40 0 1</inkml:trace>
  <inkml:trace contextRef="#ctx0" brushRef="#br0" timeOffset="164505.21">3932 16403 0,'-40'0'63,"80"0"-16,121 0-47,-41 0 0,1 0 15,-81 0 1,40 0-16,-40 0 16,0-40 15,-40 0 63,0 0-94</inkml:trace>
  <inkml:trace contextRef="#ctx0" brushRef="#br0" timeOffset="165137.49">4334 15681 0,'80'0'47,"-40"40"-31,40 80-16,1 41 16,-41-121-16,0 80 15,40 1-15,-40-121 16,0 80-16,-40 0 15,40-80 1,-80 0 140,-40 80-140,40 0-16,-40 41 16,40-81-16,40 80 15,0-40-15,0-39 16,0-1-16,0 0 15</inkml:trace>
  <inkml:trace contextRef="#ctx0" brushRef="#br0" timeOffset="169137">5818 16042 0,'0'120'94,"0"1"-94,0-41 16,0 40-16,0 0 15,0-79-15,0 39 16,0-40-1</inkml:trace>
  <inkml:trace contextRef="#ctx0" brushRef="#br0" timeOffset="169609">6380 16724 0,'40'0'16,"-40"40"31,0 0-47,0 0 15,0 0-15,-40 0 47</inkml:trace>
  <inkml:trace contextRef="#ctx0" brushRef="#br0" timeOffset="170800.44">6942 16162 0,'0'-40'0,"0"0"16,0 0-16,40-40 31,0 80-15,0 0-16,0 0 15,0 0-15,1 0 47,-1 0-31,0 0-16,0 0 15,-40 40 1,0 0 0,0 0-1,0 40 1,0 1 0,-40-81 62,0 0-63,40-41 48,40 41-48,0 0-15,0 0 16,0 0-16,0 0 16,1 41-16,-41-1 15,40-40-15,-40 40 16,0 40-16,0 0 16,0-40-16,0 40 15,0 1-15,0-41 16,0 0-16,-40 0 15,-41-40 17,41 0-17,-40 0 1,40 0 0,0 0-1,-1 0-15,1-80 16,0 0-1</inkml:trace>
  <inkml:trace contextRef="#ctx0" brushRef="#br0" timeOffset="171308.51">7785 16764 0,'0'40'16,"0"0"0,-41 0-16,41 0 15,0 41-15,-40-1 16,-40-40-16,80 0 15,-40 40 1,40-40 15,-40-40 32</inkml:trace>
  <inkml:trace contextRef="#ctx0" brushRef="#br0" timeOffset="172528.46">8386 16283 0,'0'-40'47,"-40"40"-31,0 0-16,0 0 46,0 0-30,0 0 0,0 0-1,0 0 95,40 40 15,0 0-125,0 0 15,0 0-15,40-40 16,-40 80-16,0-40 16,0 0-1,40-80 63,0 0-62,40 0 0,0 0-16,-39 40 15,-1-40-15,0 40 16,0 0 15,0 0-31,0 0 31,40 0-31,-80 40 32,41 0-32,-41 0 15,0 0-15,0 81 16,0-81-1,0 0 1,-41 40 0,1-80 15,0 0-15,0 0-1,0 0 1</inkml:trace>
  <inkml:trace contextRef="#ctx0" brushRef="#br0" timeOffset="172968.21">9470 16884 0,'40'0'15,"-40"40"17,0 41-17,0-41 1,0 40-1,-40-80 1,40 40 0</inkml:trace>
  <inkml:trace contextRef="#ctx0" brushRef="#br0" timeOffset="174076.96">10112 15841 0,'-80'0'31,"39"81"-31,41-1 16,-40 40-16,40-40 16,0 1-1,0-1-15,0-40 16,0 40-16,0-40 109,40-40-77,81 0-32,-1 0 15,-80 0-15,0 0 16,1 40-16,-1-40 15,0 0-15,0 40 16,0-40 0,0 0 15,0 0-15,-40-80 30,0 40-14,-80 40-1,40 0-15,0 0-1,0 0-15,0 0 16,40 40-1,0 40 1,0-39-16,0-1 16,0 40-16,0-40 15,0 40-15,0-40 16,0 41 0,0-41-16,0 0 31,0 40 0,0-120 110,0-40-141,0-1 15</inkml:trace>
  <inkml:trace contextRef="#ctx0" brushRef="#br0" timeOffset="175600.66">6260 15561 0,'-40'0'31,"-1"40"-31,1 80 16,0-40-16,40-40 15,-40 81-15,40-41 16,-80 80-16,40-160 15,40 41-15,-40 79 16,-1-40-16,1-40 16,40 0-16,0 40 15,-40 1-15,40-41 16,0 0-16,0 0 16,-40 0-16,0 40 31,40-40-16,0 1 1,-40-41 62</inkml:trace>
  <inkml:trace contextRef="#ctx0" brushRef="#br0" timeOffset="177899">7664 16162 0,'-40'0'31,"40"121"-16,-40-41-15,0-80 16,0 80-16,40 40 16,-40-80-16,-1 41 15,-39-1-15,40 40 16,0-40-16,0-39 16,-41 79-16,41-40 15,40 0 1,-80 0-16,40-80 15,40 41-15,-40-1 16,40 0 0,-40-40-16,40 40 0,-40 0 15,-1 0 17,41 0-17,0 0-15,-40-40 125</inkml:trace>
  <inkml:trace contextRef="#ctx0" brushRef="#br0" timeOffset="183072.01">10714 16042 0,'0'120'78,"-40"-80"-62,40 41-16,-41-1 16,1 0-16,40-40 15,0 80-15,-80-39 16,80-1-16,0 0 16,-80 40-16,40-79 15,40 39-15,-121 40 16,121-80-16,-40 40 15,0-40-15,0 1 16,40 39-16,0-40 16,-40 0-1</inkml:trace>
  <inkml:trace contextRef="#ctx0" brushRef="#br0" timeOffset="183808.07">8386 17365 0,'-40'-40'47,"40"0"-32,81 40 1,39-40-1,0 40-15,-80-40 16,1 40-16,-1 0 16,0-40 15,0 40 0,-40-40-15,40 40 15</inkml:trace>
  <inkml:trace contextRef="#ctx0" brushRef="#br0" timeOffset="184320.12">8627 17486 0,'40'-40'0,"81"40"15,-81-40-15,40 40 16,-40 0-16,0-41 31</inkml:trace>
  <inkml:trace contextRef="#ctx0" brushRef="#br0" timeOffset="189090.07">4976 7299 0,'-40'-40'47,"-41"40"-31,41 0 0,-40 0-16,40 0 15,0 0-15,-41 0 16,1 0 15,40 40-15,-40 0-1,40-40 1,-41 0-16,41 40 31,0-40-15,-40 0-1,80 40-15,-80 0 32,40-40-17,-1 0-15,1 0 16,0 41-16,0-41 16,0 40-1,0-40-15,0 0 16,0 40-1,-41-40 1,81 40 0,-80-40-1,0 80-15,-1-40 16,41-40 0,0 40-16,-40-40 15,0 0-15,-1 40 16,41-40-1,0 41 1</inkml:trace>
  <inkml:trace contextRef="#ctx0" brushRef="#br0" timeOffset="190999.78">1565 7299 0,'-40'0'94,"-40"0"-94,39 0 16,-39 0-1,40 0 1,0 40-16,0-40 63,0 40-48,40 0 141,0 41-140,0-1 0,0-40-16,0 0 15,0 40 1,80-80 109,-40-40-109,0 0-1,40 40 1,-39 0 15,39 0 0,-40 0 32,0 0-48,0 40 17,-40 0 15,0 0-32,-80-40 1,0 81-16,40-81 15,-1 0-15,1 0 16,0 0 15,0 0 1,0 0-17,0 0 1,0 0-16</inkml:trace>
  <inkml:trace contextRef="#ctx0" brushRef="#br0" timeOffset="204762.12">17575 7339 0,'-40'40'31,"0"0"-15,-40 81-1,80-41-15,0-40 0,-40 0 16,40 0 0,-40-40-16,40 80 15</inkml:trace>
  <inkml:trace contextRef="#ctx0" brushRef="#br0" timeOffset="205949.06">18418 6417 0,'0'-40'31,"0"0"-16,-40 40-15,0 0 16,-40 0 0,-1 0-16,41 0 15,0 0-15,-80 0 16,79 0-16,-39 0 16,40 0-1,40 80 173,0 0-188,40-40 15,-40 0-15,0 0 16,40-40 0,0 0 62,1 0-63,-41-40 1,40 0 31,0 40-32,0 0-15,0 0 16,0 0 15,0 40-31,1-40 16,-41 40-16,80-40 16,-80 40-16,0 0 31,0 1-31,0-1 15,0 0 1,0 0-16,-40-40 16,0 40-1,40 0 17,-41-40-17,1 0-15,0 0 16,0 0-16,0 0 15,-40 0-15,39 0 16,1 0 0</inkml:trace>
  <inkml:trace contextRef="#ctx0" brushRef="#br0" timeOffset="213107.43">13041 11671 0,'-80'0'31,"40"0"0,-41 0-15,41 0-1,0 0 1,0 0 0,0 0-1,0 0 1,0 0-16,0 0 16,-1 0-1,1 0 32,40 40-31,0 0-1,0 40 1,0-40-16,0 40 16,40 0-16,-40 1 15,81-41 1,-81 0 78,40-80-79,-40 0-15,80 0 16,40 40-16,-79 0 15,-1-41-15,0 41 16,0 0-16,0 0 16,40 0-16,-40 81 15,1-41 1,-41 80-16,0-80 16,0 40-16,0 1 15,0-1-15,0-40 16,0 0-1,-41 0 1,1-40-16,-80 40 16,0-40-16,-41 0 15,41 0-15,-41 0 16,41 0-16,-41 0 16</inkml:trace>
  <inkml:trace contextRef="#ctx0" brushRef="#br0" timeOffset="214224.49">1926 7379 0,'-80'0'15,"0"80"1,39-39-16,1-1 16,-80 120-16,80-160 15,-40 80-15,80-40 16,-121 121-16,81-121 15,-40 40 17,40 0-32,-41-40 15,-79 41-15,160-41 16,-80 0-16,40 0 31</inkml:trace>
  <inkml:trace contextRef="#ctx0" brushRef="#br0" timeOffset="-214537.4">14325 12072 0,'0'-41'47,"80"41"-47,41 0 16,-1 0-16,-40 0 15,41 0-15,-81 0 16,40 0-16,-40 0 15,0 0-15,1 0 16</inkml:trace>
  <inkml:trace contextRef="#ctx0" brushRef="#br0" timeOffset="-213992.07">14566 12352 0,'40'0'31,"0"0"-15,40 0-1,1 0-15,39 0 16,-40 0-16,-40 0 16,1 0-16,39 0 0,-40 0 15,40 0 1</inkml:trace>
  <inkml:trace contextRef="#ctx0" brushRef="#br0" timeOffset="-213376.53">14887 11590 0,'80'40'31,"0"41"-15,41-1-16,-81 0 15,40 0-15,0 0 16,1 1-16,-41-1 15,0-40 1,-40 0 125,0 40-141,0 41 15,-80 79-15,80-120 16,-40 1-16,40-1 16,-41-40-16,41 0 15,0 0-15,0 0 78,-40-40-46</inkml:trace>
  <inkml:trace contextRef="#ctx0" brushRef="#br0" timeOffset="-210749">16412 11751 0,'0'160'78,"0"-80"-62,40-40-16,-40 41 16,0-1-16,0 0 15,0-40-15,0 40 32,40-80-32,-40 41 15,0-1 95,80-40-95</inkml:trace>
  <inkml:trace contextRef="#ctx0" brushRef="#br0" timeOffset="-210318.23">17214 12513 0,'-40'80'47,"40"-40"-31,-80 40-1,40 0 1,0-39 0,40-1-16,0 0 15,-41-40 79</inkml:trace>
  <inkml:trace contextRef="#ctx0" brushRef="#br0" timeOffset="-207631.79">17575 11951 0,'0'-40'984,"0"0"-984,0 0 16,0 0 0,40 0-1,1 0 1,-1 40-1,0 0 1,0 0 15,40 40 1,-80 0-32,0 0 15,0 0-15,0 40 16,0-40-16,0 0 15,0 1-15,0 39 32,-40 0-17,0-80-15,0 0 16,0 0 31,40 40-32,0 0 48,40 0-32,80-40-31,-40 0 16,41 0-16,-1 0 0,1 0 15</inkml:trace>
  <inkml:trace contextRef="#ctx0" brushRef="#br0" timeOffset="-205537.04">17014 11711 0,'-41'80'31,"-79"-40"-15,80 120-16,-80-39 15,79-41-15,-39 0 16,80 0-16,-40 1 16,0-41-16,0 40 15,40-40-15,-40-40 16,40 40 0,-40 40-1</inkml:trace>
  <inkml:trace contextRef="#ctx0" brushRef="#br0" timeOffset="-204896.64">18378 11630 0,'0'81'16,"-40"39"-1,0 0-15,-41 41 16,1-41-16,0 81 16,0-121-16,80-40 15,-41 40-15,41 0 16,0 41-16,-80-41 16,80-40-1,0 0 1</inkml:trace>
  <inkml:trace contextRef="#ctx0" brushRef="#br0" timeOffset="-200335.06">4655 8302 0,'-81'-40'63,"41"40"-32,-40 0-31,0 0 16,0 0-16,-1 0 15,1 0-15,0 40 16,40-40-16,0 40 15,-81 0-15,81-40 16,-40 0-16,40 80 16,-41-40-16,1-40 15,40 0-15,0 0 16,0 0-16,-41 40 16,41-40-16,0 0 15,0 0 1,0 40-16,-40-40 15,-1 41-15,1-41 16,40 40 0,-40-40-16,40 0 15,-41 0-15,1 80 16,0-80 0</inkml:trace>
  <inkml:trace contextRef="#ctx0" brushRef="#br0" timeOffset="-198815.09">12720 14317 0,'0'-40'63,"0"0"-32,40 0-15,0 40-16,0-40 15,1 40-15,39 0 16,0 0-1,-40 0-15,0 0 16,0 0 0,1 0-16,-1 0 15,-40 80 1,0-40 0,0 0-16,0 41 15,0-41 1,0 0-16,-40 0 15,-1-40-15,1 0 16,0 0 0,0 0 31,0 0-32,0 0 16,80 0 1,40 0-32,41 0 15,-81 0-15,40 0 16,0 0-16,-40 40 16,0-40-16,1 40 15,-1 40-15,-40-39 16,0 39-1,0-40-15,0 0 16,0 0-16,0 40 31,-40-80-31,-41 0 16,-39 0-16,40 0 16,40-40-16,-41 0 15,41 0-15,0 40 16,40-40-16,-40 0 15,40 0 1,-40-41-16,40 41 16</inkml:trace>
  <inkml:trace contextRef="#ctx0" brushRef="#br0" timeOffset="-198360.87">14847 14638 0,'0'-40'47,"160"40"-31,41 0-1,0 0-15,-41 0 16,-40 0-16,-39 0 16</inkml:trace>
  <inkml:trace contextRef="#ctx0" brushRef="#br0" timeOffset="-197927.44">15047 14799 0,'81'40'110,"119"0"-110,-79-40 15,39 0-15,-80 0 16,-39 0 0,-1 0-16,-40-40 78</inkml:trace>
  <inkml:trace contextRef="#ctx0" brushRef="#br0" timeOffset="-197368.04">15409 14037 0,'40'0'0,"0"0"16,40 120-16,40 0 16,-39 1-16,39-41 15,-120-40-15,80 40 16,-40 41-16,1-121 16,-1 80-16,0-40 46,-40 40 64,-40 0-110,40 0 0,-40 41 15,-1-41 1,41 0-16,0-40 16,0 0-16,0 1 15,0-1 1,0 0 0,0 0-16</inkml:trace>
  <inkml:trace contextRef="#ctx0" brushRef="#br0" timeOffset="-194032.51">17415 14037 0,'-40'0'16,"0"0"0,-41 0-16,1 0 15,40 0 16,40 80-15,0-40 0,0 40-1,0-40-15,0 41 16,0-41 0,0 0-16,40-40 15,-40 40 1,80 0 31,1-40-47,-41 0 15,0-40-15,0 40 16,0 0 0,0-40-16,-40 0 15,0 0 16,0-1-31,-40 1 16,-40-40-16,0 40 16,-1-40-1,1 0-15,40 40 16,-80-1-16,79 1 16,1 0-16</inkml:trace>
  <inkml:trace contextRef="#ctx0" brushRef="#br0" timeOffset="-193272.47">18177 14799 0,'-40'0'62,"0"0"-62,0 0 16,0 40 0,40 0-16,-40 40 15,40 40 1,-41-120-16,41 41 16,0-1-1,-40 0 16</inkml:trace>
  <inkml:trace contextRef="#ctx0" brushRef="#br0" timeOffset="-190089.55">18619 13916 0,'0'41'94,"0"79"-94,0 0 16,0-40-16,0 1 15,0-1 1,0 0-16,0-40 16,0 0-1</inkml:trace>
  <inkml:trace contextRef="#ctx0" brushRef="#br0" timeOffset="-189692.53">19341 14638 0,'0'40'15,"0"1"1,0-1-16,0 40 0,-40 0 16,40-40-16,-40-40 15,40 40 1,-40 0-16,40 0 78,-41-40-78</inkml:trace>
  <inkml:trace contextRef="#ctx0" brushRef="#br0" timeOffset="-188969.2">19662 14277 0,'0'-40'16,"0"0"0,40 0-1,0 0-15,81 40 16,-81 0-16,40-40 16,-40 40-16,0 0 15,40 0 1,-39 0-1,39 0 1,-80 40 0,0 0-16,0 0 15,-40 40-15,-41-40 16,-39 81-16,80-121 16,40 40-16,-80-40 15,40 40-15,-1 0 16,1 0 15,121-40 78,39 0-109,-80 0 16,80 0-16,-79 0 16,-1 0-1</inkml:trace>
  <inkml:trace contextRef="#ctx0" brushRef="#br0" timeOffset="-188608.7">20625 14799 0,'40'0'31,"-40"80"-15,0-40-16,-40 40 16,40-40-1,0 0 1,-40 1 0</inkml:trace>
  <inkml:trace contextRef="#ctx0" brushRef="#br0" timeOffset="-187784.33">21427 14037 0,'-40'0'16,"-40"0"-16,80 40 15,-40 40-15,-40 40 16,80-39 0,-40-41-16,-1-40 15,41 80 79,41 0-78,-1-80-16,80 0 15,-40 80-15,1-80 16,-41 0 15,0 0-15,40 0 15,-80-80-15,0 40 62,-80 40-63,40 0 1,0 40-16,40 80 16,0-79-16,0 79 15,0-40-15,0-40 16,0 40-16,0 1 16,40-81-16,-40 80 15,40-40 1</inkml:trace>
  <inkml:trace contextRef="#ctx0" brushRef="#br0" timeOffset="-187023.15">17615 13555 0,'-40'81'31,"-80"79"-15,40 1-16,-1-1 16,41 0-16,40-39 15,-40-1-15,40-40 16,0 0 0,0 1-16,0-41 15,0 0 16,40-40 32</inkml:trace>
  <inkml:trace contextRef="#ctx0" brushRef="#br0" timeOffset="-186557.97">19822 13636 0,'-80'40'0,"-40"40"15,-1 121-15,41-121 16,-40 80-16,-1 41 15,41-81-15,40-40 16,0 0-16,40-39 16,0-1-16,0 0 15,0 40-15,-40-80 16,40 40 0,0 0-16,120-160 78</inkml:trace>
  <inkml:trace contextRef="#ctx0" brushRef="#br0" timeOffset="-186160.14">21147 13756 0,'-41'80'16,"1"41"-16,-80 39 16,0-120-16,79 80 15,-39 1-15,40-81 16,0 40-16,-40 80 16,40-119-16,40-1 15,-41 0-15,1 0 16,0 0 15</inkml:trace>
  <inkml:trace contextRef="#ctx0" brushRef="#br0" timeOffset="-185800.29">21748 14077 0,'0'40'16,"-80"80"-16,40 1 15,0 39-15,-80 41 16,79-121-16,-39 80 16,40 1-16,0-41 15,0 0-15,0 1 16,0-41-16,40-40 15,-41 80-15,-39-80 16,80 0 0</inkml:trace>
  <inkml:trace contextRef="#ctx0" brushRef="#br0" timeOffset="-182829.93">13121 16243 0,'0'80'78,"0"0"-78,40 40 16,-40 1-16,41-1 15,-41 40-15,0-79 16,0-1-16,0 40 16,0-80-16,40-40 93</inkml:trace>
  <inkml:trace contextRef="#ctx0" brushRef="#br0" timeOffset="-182384.54">15449 16804 0,'0'-40'31,"40"40"1,120 0-32,-39 0 15,39 0-15,-39 0 16,-41 0-16,0 0 15,-40 0 1,0 0-16</inkml:trace>
  <inkml:trace contextRef="#ctx0" brushRef="#br0" timeOffset="-182024.97">15689 17165 0,'81'0'16,"39"0"0,41 0-16,-1 0 15,-40 0-15,-39 0 16,-41 0-16</inkml:trace>
  <inkml:trace contextRef="#ctx0" brushRef="#br0" timeOffset="-181620.59">16211 16443 0,'40'0'15,"0"0"1,81 80-16,-1 81 16,-40-1-1,81-40-15,-81 41 16,40-41-16,-79-40 16,-1-40-16,-40 1 15,40-41-15,-40 40 63,-80 40-48,-41-80-15,-39 40 16,-81 0-16,40 0 16,41 81-16,80-81 15</inkml:trace>
  <inkml:trace contextRef="#ctx0" brushRef="#br0" timeOffset="-180448.32">4574 9385 0,'-120'0'0,"80"80"16,-40-80-16,-81 120 15,81-120-15,0 40 16,40-40-16,-41 40 15,1 0-15,0 0 16,40 1-16,-81-41 16,81 0-16,-80 80 15,39-80-15,41 40 16,0-40 31,0 0-32,0 0 1</inkml:trace>
  <inkml:trace contextRef="#ctx0" brushRef="#br0" timeOffset="-164655.16">18217 16684 0,'0'-40'15,"-40"40"-15,0 0 16,0 0-16,0 0 15,0 0-15,0 0 16,-1 0 15,1 0-31,40 40 16,0 40 0,0 40-1,0-80-15,0 0 16,0 1-1,40 39-15,1-80 16,-1 40 0,0-40-16,0 0 15,0 0 1,0 0-16,41 0 16,-41 0-1,0-40 1,-40 0-16,0-41 15,0 41 1,0 0 0,0 0-16,0 0 31,0 0-31,-40 40 16,0 0-1,-1-80-15,1 80 16,0 0-16,0 0 15,40-40-15,-40 40 16</inkml:trace>
  <inkml:trace contextRef="#ctx0" brushRef="#br0" timeOffset="-164088.68">18739 17205 0,'0'120'63,"0"-39"-48,0-41 1,0 0-16,0 0 15</inkml:trace>
  <inkml:trace contextRef="#ctx0" brushRef="#br0" timeOffset="-161099.72">19421 16844 0,'-40'0'15,"40"-40"32,0 0-31,0 0 0,0-40-1,0 39 1,40 1-1,0 40 1,41 0-16,-41 0 16,0 0-1,0 0 1,0 0 0,0 0-16,0 40 15,-40 1 1,0 39-1,0-40 1,0 0-16,0 40 16,-80-80-1,40 40-15,0-40 63,120 0-1,0 0-46,1 0-16,-41 0 16,0 0-16,0 0 15,-40 40-15,0 1 16,0 39-1,0-40 1,0 0 0,-40 0-1,0-40-15,-41 40 16,41-40 15,0 0-15</inkml:trace>
  <inkml:trace contextRef="#ctx0" brushRef="#br0" timeOffset="-160759.68">20625 17165 0,'0'40'47,"0"40"-31,0-40-16,-40 41 15,0-41-15,40 0 32,0 0 15</inkml:trace>
  <inkml:trace contextRef="#ctx0" brushRef="#br0" timeOffset="-160168.75">20705 16884 0,'40'-40'31,"41"40"-15,-41-40-16,80 40 15,-80 0-15,81 0 16,-41 0 0,-40 0 15,0 80-31,-40 0 31,0 1-31,0-41 16,-80 40-1,40-40-15,-41 0 16,1-40 0,0 80-16,40-80 15,160 0 63,1 0-62,-1 0-16,-40 0 16,0 0-16,-39 0 15</inkml:trace>
  <inkml:trace contextRef="#ctx0" brushRef="#br0" timeOffset="-159783.46">22591 17566 0,'-40'80'31,"0"41"-15,40-81 0,-40 0-16,0 0 31</inkml:trace>
  <inkml:trace contextRef="#ctx0" brushRef="#br0" timeOffset="-158871.6">23354 16644 0,'-121'0'47,"81"40"-32,-40-40 1,-41 0-16,1 0 15,40 0-15,-41 40 16,81-40-16,0 0 16,0 0-16,40 40 93,0 0-77,0 0 0,0 0-1,40 0-15,-40 0 32,40-40-17,41 0 32,-41 0-31,0 0-16,0 0 15,0 0-15,0 0 16,0 0 0,41 0-16,-41 0 31,0 0-16,0 0 1,0 0-16,-40 41 16,40-1-16,0 0 15,-40 0 1,0 0-16,0 0 16,0 0-1,0 0 1,0 0-1,-80-40-15,0 0 16,0 0-16,-1 0 16,41 0-16,0 0 15,0 0 1,0 0 0,0-40-16</inkml:trace>
  <inkml:trace contextRef="#ctx0" brushRef="#br0" timeOffset="-157631.12">24196 16724 0,'0'-40'47,"-40"40"-31,0 0-1,-40 0-15,80 40 16,-40-40 0,-1 40-16,41 0 15,-40 0-15,40 40 16,0-40-16,0 41 15,0-41-15,0 40 16,0 0-16,40-80 16,1 40-16,79-40 15,-80 0 1,40 0-16,-40 0 16,41 0-1,-41 0 1,-40-40-1,0 0 1,-40 40 62,-41 0-78,1 0 16,40 0-1,0 0-15,40 40 16,0 0 0,0 0-16,0 0 31,0 1-15,0-1-16</inkml:trace>
  <inkml:trace contextRef="#ctx0" brushRef="#br0" timeOffset="-156903.62">23594 17686 0,'0'81'125,"0"39"-125,0-80 15,0 40-15,0-40 16,0 40-16,-40 1 15,0-81-15,40 40 32,0 0-17</inkml:trace>
  <inkml:trace contextRef="#ctx0" brushRef="#br0" timeOffset="-156023.08">17936 16243 0,'0'40'16,"0"0"-1,0 80-15,0 0 16,0-39 0,0 79-16,-40-40 15,-40 81-15,40-121 16,0 0-16,-40 41 16,80-41-16,-121 0 15,121-40 1,40-40 62,81 0-78</inkml:trace>
  <inkml:trace contextRef="#ctx0" brushRef="#br0" timeOffset="-155576.96">19782 16483 0,'-80'120'31,"0"81"-15,-41-41-16,41 41 16,40-41-16,0 1 15,40-41-15,0-80 16,0 40 0,40-80 46</inkml:trace>
  <inkml:trace contextRef="#ctx0" brushRef="#br0" timeOffset="-155126.72">21468 16684 0,'0'-40'15,"-81"80"1,41 160-16,-80-79 16,40 119-16,80-200 15,-81 81-15,41-1 16,40-40-16,-80 40 15,40-79 1,40-1 0,0 0 31</inkml:trace>
  <inkml:trace contextRef="#ctx0" brushRef="#br0" timeOffset="-154640.22">23313 16403 0,'-80'40'15,"0"80"1,0-39-16,-41 79 16,81-40-16,-40 1 15,-40 79-15,79-39 16,41-81-16,-40 40 15,40-40-15,-40-40 16,40 1-16,0-1 16,0 0-16,0 0 47</inkml:trace>
  <inkml:trace contextRef="#ctx0" brushRef="#br0" timeOffset="-154207.06">24597 16283 0,'-80'40'16,"40"40"-16,-40 120 15,-41 1-15,41 80 16,-40 40-16,40-1 16,-81 1-16,121-120 15,-40-41-15,40 41 16,40-81-16,0 0 15,0-80-15</inkml:trace>
  <inkml:trace contextRef="#ctx0" brushRef="#br0" timeOffset="-151217.02">24838 12713 0,'-80'0'16,"0"0"0,40 40-1,-1 81-15,41-81 16,0 40-1,0-40 1,0 40-16,0-40 16,0 1-1,41-41 1,-1 0 0,40 0-1,-40 0-15,40 0 16,-40 0-16,41 0 15,-41 0-15,0 0 16,0 0-16,40 0 16,1 0-1,-1 0 1,-40 0-16,0 0 0,-40-41 31,40 41-15,-40-40-16,0-40 15,0 40 1,-40 40-16,40-40 16,-80 0-1,0 40 1,-1-40-16,41 40 16,-40 0-1,40 0-15,-81 0 16,41 0-1,40 0-15,0 0 16,0 0-16,0 0 16,0 0-16,-1 0 15,1 0 48</inkml:trace>
  <inkml:trace contextRef="#ctx0" brushRef="#br0" timeOffset="-148766.98">4855 10147 0,'-40'0'78,"0"0"16,0 0-78,-40 40-1,40-40-15,-1 0 16,-119 40-16,40 0 15,-1 0-15,-79 80 16,119-120-16,-39 40 16,-41 0-16,121 1 15,0-41 1,0 40-16,-40 0 31,40-40-31,-1 0 16,-119 80-16,80-40 15,40 0-15,-81-40 16,1 40-16,40 0 16,-41 1-16,1-1 15,40-40-15,39 40 16,41 0 109,281-40-109</inkml:trace>
  <inkml:trace contextRef="#ctx0" brushRef="#br0" timeOffset="-147592.66">26604 12994 0,'40'0'31,"40"0"-15,-40 0-1</inkml:trace>
  <inkml:trace contextRef="#ctx0" brushRef="#br0" timeOffset="-147049.18">26243 13395 0,'40'0'16,"0"0"-1,40 0-15,41 0 16,-41 0-16,40 0 15,1 0-15,-1 0 16,-80 0-16,0 0 16,0 0 46,41 0-46</inkml:trace>
  <inkml:trace contextRef="#ctx0" brushRef="#br0" timeOffset="-146392.92">26724 12633 0,'80'0'31,"-39"40"-31,-41 0 16,80 0-1,-40 41-15,0-41 16,40 40-16,-40 0 16,81 0-16,-121-40 15,40 1-15,-40-1 16,40-40-1,-120 80 110,80-40-109,-80 40-16,-1-40 16,41 81-16,40-1 15,0-80-15,-80 40 16,40 41 0,40-41-16,0 0 15,0-40 1</inkml:trace>
  <inkml:trace contextRef="#ctx0" brushRef="#br0" timeOffset="-142486.62">28129 12914 0,'0'-40'16,"0"0"-1,40-41 63,0 81-46,0 0-17,0 0 17,-40 81-32,40-41 15,-40 0-15,0 0 16,0 0-16,0 0 15,0 40-15,-40-40 16,0 1-16,0-1 16,0 0-16,-41 0 15,41-40-15,40 40 16,-80-40 15,80-80 47,40 80-62,-40-40-16,121 40 16,-81 0-16,40 0 15,-40 0-15,0 0 16,0 0-16,0 0 47,-40 40-32,0 0 1,0 40 0,0-40-16,0 0 15,0 0 1,-80-40-1,40 0-15,0 0 16,0 0 0,0 0-16,0 0 15,-1 0 1,1 0-16,0 0 31</inkml:trace>
  <inkml:trace contextRef="#ctx0" brushRef="#br0" timeOffset="-142064.62">29052 13636 0,'40'0'32,"-80"80"-17,40 0-15,-41 0 16,1-40-16,40 1 31,-40-41-31,40 40 16</inkml:trace>
  <inkml:trace contextRef="#ctx0" brushRef="#br0" timeOffset="-141440.28">29573 12713 0,'0'80'94,"0"-39"-79,0 79-15,0-40 16,0 0-16,0 41 16,0-81-16,0 40 15,0-40-15,0 0 16,0 0 109</inkml:trace>
  <inkml:trace contextRef="#ctx0" brushRef="#br0" timeOffset="-139272.54">28570 12633 0,'-40'0'0,"-40"0"16,39 0-1,-39 80-15,40 0 16,-40 1-16,40 39 16,-41 40-16,41-79 15,-80-1-15,0 120 16,79-119 0,41-41-16,-80 0 15,80 40-15,-40-80 16,40 40-16</inkml:trace>
  <inkml:trace contextRef="#ctx0" brushRef="#br0" timeOffset="-138782.02">29774 12713 0,'-121'0'15,"81"40"-15,-40 41 16,40 79-16,40 0 16,-120-79-16,79 39 15,-79 80-15,80-159 16,40-1-16,0 0 15,0 40 17,0-40-1</inkml:trace>
  <inkml:trace contextRef="#ctx0" brushRef="#br0" timeOffset="-132453.96">5337 5013 0,'-40'0'141,"80"120"-141,-40-39 15,0-1-15,40-40 16,-40 40-16,0-40 16,0 81-16,0-81 15,0 0-15,0 40 16,0 40-16,-40 1 16,-40-81-16,39 40 15,-39 40-15,40 1 16,40-41-1,0 0-15,-40-40 16,40 40-16,0 41 16,0-81-16,0 40 15,40 40-15,40 1 16,-40-81 0,41 40-1,-41-80 63,40 0-62,-80 80 125,0-40-141,0 40 15,-40 41-15,40-41 16,0 40-16,0 1 15,0 39 1,0 0-16,0-39 16,0-1-16,0 0 15,0 1-15,0-41 16,40 0 0,0 0-16,-40 81 15,40-1-15,81-80 16,-121 41-16,40-1 15,40-40-15,-80-40 16,0 0-16,0 0 16,0 1-16,0-1 15,0 0-15,0 40 16,0-40-16,0 80 16,0-79-16,0 79 15,-80-80-15,80 40 16,-80 0-16,39-80 15,1 40 1,0-40 15,-40 0-15,40 0 0,0 0-16,-41 0 15,41 0-15,40-40 16,-80-80-16,80 0 15,0-41-15</inkml:trace>
  <inkml:trace contextRef="#ctx0" brushRef="#br0" timeOffset="-128528.91">11316 4612 0,'-121'0'0,"1"0"15,-41 0-15,1 0 16,-1 0-16,-120 0 16,1 40-16,119-40 15,-80 40-15,121 40 16,0-39-16,-121 119 15,161-120-15,-41 40 16,-39 41-16,79-1 16,-39 40-16,80-120 15,0 81-15,0-41 16,40 80-16,-40-39 16,40-41-16,0 40 15,0 1-15,0-81 16,0 40-16,0-40 15,0 40-15,40 40 16,0 1 0,80 39-16,1 1 15,79-1-15,41 41 16,0 39-16,-1-119 16,81 39-16,41-40 15,-82-80-15,42 0 16,-42 1-16,-39-41 15,160 120-15,-120-120 16,-40 0-16,40 0 16,80 0-16,80 0 15,-79 0-15,119 0 16,1 0-16,-1 0 16,-39 0-16,-121 0 15,-161 0-15,1 0 16,-121 0-16,80 0 15,-80-80-15,40 80 16,1-40-16,79-41 16,-80 81-16,1-120 15,39 80-15,0-40 16,-39 40-16,39-41 16,-80 41-1,40 0-15,-39 0 0,79 40 16,-80-40-16,40 0 15,-40 0 1,41 0 0,-41 40-16,-40-40 15,80-1 1,81-39-16,-121 40 16,80 40-16,-80-40 15,81-40-15,-81 80 16,0-40-16,0 40 15,40-80 1,1-1 0,-41 81-16,0-80 15,0 80-15,-40-40 16,0 0 0,40 40-16,-40-40 15,0 0 1,0 0-16,0-1 31,0-39-31,0 40 16,-40-40-16,-40 0 15,-1-81-15,-39 41 16,40 40-16,-121-121 16,-40 41-1,1-1-15,119 121 16,-39-120-16,-1 40 15,81 79-15,-40-39 16,39 40-16,1 0 16,-121-80-16,81 120 15,-201-80-15,-80 39 16,-41-79-16,41-40 16,-80 120-16,79-1 15,-39-39-15,120 40 16,40 0-16,40 0 15,81 40-15,-1 0 16,41 0-16,0-40 16,-81-40-16,0 80 15,41 0-15,-1 0 16,41 0-16,-41 0 16,41 0-16,80 0 15,0 0-15,-40 0 16,-1 0-1,1 0-15,40 0 16,-40 0-16,40 0 16,-81 0-16,41 0 15,-41 0-15,41 0 16,0 0-16,0 40 16,-41 40-16,1-40 15,40 40-15,40-40 16,-81 0-1,81 1-15,40-1 16,-80 40 0,80-40-1,-40 0 1,40 0 62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2-02T04:39:10.6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3299 10393 0,'-25'-25'187,"25"25"-172,-74 0 63,74 0-46,-25 25 30,0 0-31,25 0 0,-25-25 63,25 25-63,-24-1-15,24-24 15,0 25-15,0-25 15,0 50-31,0-50 15,0 25-15,0-1 32,24-24-1,1 25-31,0 0 15,0 0 17,-25 0-1,25-25 0,-1 24 0,-24-24-31,25 0 0,-25 0 16,25 0-1,-25 0 17,50 0-32,-50 0 15,24 0-15,1 0 31,0 0-31,-25 0 32,25 0-1,0 0 0,-1 0-31,-24 0 0,25 0 62,-25 0-62,0 0 47,0-24-47,0-1 16,0 0-1,0 25-15,0-25 47,0 0-16,0 1-15,0 24 15,0-25 16,0 0-16,0 0-15,0 25 15,0-25 16,0 25-32,0 0 1,-25 0 31,25-24-32,-24-1 17,-1 25 14,25 0-14,-25 0-17,25 0 1,-50 0-1,26 0 17,24-25-32,-50 25 15,50 0 16,-25 0 203,25 0-202,-49 0-32,49 0 31,-25 0 0</inkml:trace>
  <inkml:trace contextRef="#ctx0" brushRef="#br0" timeOffset="22562.29">10145 6028 0,'0'-25'406,"-25"25"-390,1 0 15,-1 25 31,0-1-46,0-24 62,25 0-16,-25 25-46,25 0 15,0-25 63,0 25-63,-25-25-31,1 25 0,24-25 47,0 24-47,0 1 0,24 0 15,-24-25 16,0 50 16,0-26-16,25 1 1,-25-25-1,25 25-16,0-25 17,0 50-1,0-50-31,-25 0 15,24 24 32,1-24-16,0 25-31,-25-25 63,25 0-32,0 0-15,-1 0-16,-24 0 31,25 0 0,0 0 0,0 0 0,-25 0-31,0-25 32,25 25-32,-25-24 46,0 24-30,0-50 31,0 50-32,49-50 1,-49 26 15,0 24 32,0-25-32,0 0 47,-25 0-63,25 25 63,0-25-62,-24 25 15,24 0 0,-25-24-15,0 24 15,25-25 0,-25 25-15,25-25-16,-25 0 47,25 0 31,0 25-16,-24-24-15,-1 24 31,25 0-47,-25-25 0,25 25 266</inkml:trace>
  <inkml:trace contextRef="#ctx0" brushRef="#br0" timeOffset="37163.11">1191 12526 0,'-25'0'93,"25"0"-77,-25 0 0,0 0-1,0 25-15,25-25 16,-49 25-1,49 25 1,-75 49 0,75-74 15,0-1-31,0-24 31,0 25-15,0 0 15,0 0-31,0 0 31,0-1-31,25-24 16,-25 0-16,25 0 31,25 0-16,-26 25 17,1 0-32,0-25 15,-25 0-15,50 0 31,-26-25-31,-24-24 32,0 49-17,50-25-15,-25-25 0,-25 50 31,0-25-31,0 1 32,0-1-17,0 25 16,0-25-15,0 0 15,0 25-15,0-25-1,0 25 1,-25-24 15,25-1-15,0 25-1,-25-25 1,0 25 15,1 0-31,-1 0 16,25 0-1,-25 0 1,0 0-16</inkml:trace>
  <inkml:trace contextRef="#ctx0" brushRef="#br0" timeOffset="38233.18">1836 12650 0,'0'0'109,"74"0"-94,-24 0-15,-1 0 32,75 0-32,-74 0 0,-25 0 31,-1 0-31,1 0 0,-25 0 15,25 0-15,0 0 16,0 0 31,-25 0-47,24 0 0,1 0 15</inkml:trace>
  <inkml:trace contextRef="#ctx0" brushRef="#br0" timeOffset="39007.21">1910 12824 0,'-25'0'0,"25"0"31,0 0 0,25 0-31,49-25 16,1 25 0,-50 0-16,49 0 15,-49 0-15,24 0 16,-49 0-1,75 0-15,-50 0 32,-25 0-17,24-25 1,-24 25-16,50 0 31,-50 0-15,25 0-16,0 0 46,-25-24-46</inkml:trace>
  <inkml:trace contextRef="#ctx0" brushRef="#br0" timeOffset="40137.28">2208 12551 0,'0'-25'31,"0"25"-31,24 0 15,1 0 1,99 0-16,-99 0 16,25 25-16,-1 0 31,1 0-31,-1 0 0,1-1 15,-50 1 1,25-25-16,0 0 16,0 0-16,-25 0 31,24 25-31,-24 0 203,-24 0-188,-1-25-15,25 24 0,0 1 31,-25 25-31,0-50 0,25 25 0,0 24 32,0-24 30,-25 0-31,25-25 94</inkml:trace>
  <inkml:trace contextRef="#ctx0" brushRef="#br0" timeOffset="44362.53">3324 12427 0,'0'0'110,"0"0"-79,0 50-31,0-25 15,0 24 1,0 1-16,0-25 0,0-1 47,0 26-47,0-50 15,0 25 32,0 0-16,0-25 1,0 24-1,0 1 16,0-25-47,0 50 0,0-50 62,-25 0-46</inkml:trace>
  <inkml:trace contextRef="#ctx0" brushRef="#br0" timeOffset="44998.57">3845 13047 0,'0'0'78,"0"0"-46,0 0-32,0 25 0,0 0 15,-25 24-15,25-24 31,0 25-31,-25 0 16,25-26 15,0-24-31,-49 50 0</inkml:trace>
  <inkml:trace contextRef="#ctx0" brushRef="#br0" timeOffset="46786.67">4242 12502 0,'0'-25'47,"0"25"-16,0-25 0,0 0-15,0 0-1,0 25 1,0-24-16,24-1 31,1 25 31,0 0-46,-25 0 15,25 0-31,-25 0 16,49 25-16,-49-25 15,25 24 17,-25 26-32,0-25 15,0 0 1,0-1-1,0-24-15,0 25 32,0 0-32,-25 25 0,1-50 31,-1 24-31,0-24 31,0 0-31,0 0 31,1 0 1,24 25-32,-25 0 78,25-25 0,0 0-47,74 0-31,-49 0 0,0 0 31,49 0-31,-74 0 31,50 25-31,-50 0 0,25-1 16,-25-24 15,0 25 0,0 0-31,0-25 31,0 25-31,0 0 16,0-1-16,0-24 31,0 50 0,-25-50-31,0 0 0,0 0 32,-24 0-32,24 0 0,-25 0 15,25 0 1,1 0-1,24 0-15,-25 0 32,0 0-32,0 0 0,25-25 15,-25 0-15,1 25 0,-26 0 31</inkml:trace>
  <inkml:trace contextRef="#ctx0" brushRef="#br0" timeOffset="49983.85">26839 2902 0,'0'0'592,"0"25"-482,0 0-48,49 0 32,-24 24-63,25 1-31,-26-50 109,1-25-62,-25 0-47,25 25 15,0-49 1,0 24-16,-25 25 31,25 0-31,-25 0 0,24 0 63,224-174-63,-198 174 15,-50 0 1,25-25-16,-25 25 47,49-24-32,1 24-15,-50-25 31,50 25-31</inkml:trace>
  <inkml:trace contextRef="#ctx0" brushRef="#br0" timeOffset="51787.96">21754 6896 0,'0'-25'46,"0"25"-14,0 0-1,49 25-31,-49 0 15,0 24-15,0-49 32,25 25-32,0-25 187,-25-25-172,25 25-15,-25-25 16,0 1 0,0-1-16,25 0 15,-1 0-15,1 0 31,0 25-31,-25-25 16,25 1-16,-25 24 31,25-25-31,-25 25 47,49-50-31,-49 50-16,25-25 31,0 25 0,0-24-15,-25-1 15,24 25 125</inkml:trace>
  <inkml:trace contextRef="#ctx0" brushRef="#br0" timeOffset="60786.47">3101 13171 0,'0'-25'124,"0"25"-92,24 0-17,1 0 16,-25 0 16,25 0-31,0 0-16,0 0 31,-25 0 0,24 0-15,26 0 15,0 0-31,-26 0 62,-24 0-46,50 0-16,-50 0 16,25 0-1,-25 0 1,49 0 31,-49 0-32,25 0 16,-25 0-31,25 0 47,0 0-31,0 0 46</inkml:trace>
  <inkml:trace contextRef="#ctx0" brushRef="#br0" timeOffset="64586.68">3398 9302 0,'0'0'218,"0"25"-171,0-1-47,0-24 31,0 25-31,0 0 0,0 0 31,-25-25-31,1 25 0,24-25 31,0 24-15,0 1 15,0 0-15,0 25 15,0-50-15,0 49 30,0-49-30,0 25-16,0-25 31,0 50-15,0-50 31,0 24-1,0-24-30,0 50 15,0-50 47,0 25-15,0-25-32,0 49 0,0-49 31,0 25 1</inkml:trace>
  <inkml:trace contextRef="#ctx0" brushRef="#br0" timeOffset="84127.81">571 9401 0,'0'0'93,"0"25"-61,0 173-32,0-148 31,0 24-31,0-49 15,0 49-15,0-74 16,0 75 0,0-75 15,0 25 0,0-1 0,0 1-15,0-25 15,49 0 0,-49 0-31,75-25 0,-26 1 31,26-26-31,-75 50 16</inkml:trace>
  <inkml:trace contextRef="#ctx0" brushRef="#br0" timeOffset="84698.84">422 9723 0,'0'0'16,"24"-49"-16,1 49 31,-25 0-31,50 0 0,124 0 16,-125 0-16,-24 0 31,49 0-31</inkml:trace>
  <inkml:trace contextRef="#ctx0" brushRef="#br0" timeOffset="89623.12">11162 6077 0,'0'0'172,"0"25"-172,0 0 31,0 0-31,0-25 31,0 24-31,0 1 32,0 0-17,0-25-15,0 25 31,0 0-15,0-1 0,0-24 15,0 50-16,0-25-15,0-25 47,25 74-47,-25-74 47,0 25 203</inkml:trace>
  <inkml:trace contextRef="#ctx0" brushRef="#br0" timeOffset="95153.43">22597 3225 0,'0'-25'172,"-25"25"-125,0 0-47,1 0 0,-1 0 15,0 49 1,0-24 15,-24 25-15,49-25-1,0-1-15,-25-24 16,25 25-1,0-25 1,-25 25-16,0 0 31,25-25-15,0 25-16,-25-1 31,25 1-15,0 0-16,-49 0 31,49-25-31,0 25 15,-25-1 1,-25 1 15,50 0-31,-24 0 31,24 0-15,-50 0 15,50-1-15,-25 1 15,0-25-15,25 25-16,-24 25 31,-1-50-16,25 49 17,0-49-1,-25 25-16,25-25 17,-50 50-32,50-50 0,0 24 15,-24-24 1,-1 25-1,0 0 17,25-25-32,-25 25 31,25-25 0,-25 0-31</inkml:trace>
  <inkml:trace contextRef="#ctx0" brushRef="#br0" timeOffset="96104.49">22994 3249 0,'0'-24'31,"0"24"-31,-25 0 0,-49 24 16,74-24-1,-50 50 1,-24-25-16,49 0 0,-25-1 31,-24 100-31,49-99 0,25 25 31,-50-25-31,1 49 0,24-74 0,0 50 32,25-25-32,-74 24 15,49-24-15,0 0 0,25-25 31,-25 49-31,25-49 32,-49 75-32,49-50 0,-50 24 15,25-49-15,25 50 16,-24-25-1,24-1-15,0-24 0,0 25 16,-50-25 15,50 25-31,0 0 31,-25 0-31,0-25 16,1 0 93</inkml:trace>
  <inkml:trace contextRef="#ctx0" brushRef="#br0" timeOffset="97186.55">23465 3448 0,'0'0'16,"-74"0"-1,74 25 1,-25-25-16,-25 74 0,26-49 16,-26 49-1,25-74 16,-24 50-31,24-25 0,25-25 32,-50 49-32,1-24 0,49 0 15,-50 0-15,50 0 0,-25-1 16,-49 76-1,74-51-15,-50 1 32,50-50-32,-49 25 0,49-1 15,0 1-15,-50 0 16,50 0-16,0-25 15,-25 25 1,0-1 0,0 1-1,1 25 16,-1-50-31,0 25 16,0-1 15,25 1-31,-25-25 31,25 25-31,-24-25 0,-1 50 32,0-50 77,-25 0-47</inkml:trace>
  <inkml:trace contextRef="#ctx0" brushRef="#br0" timeOffset="98258.62">23093 3448 0,'-25'0'32,"1"25"-17,-1-1-15,0-24 0,-25 75 16,50-26-1,-24-24 1,-26 50-16,25-50 16,-49 49-1,49-24 1,-74 49-1,49-25-15,25-49 32,25-25-32,-49 50 0,24-50 15,25 24-15,0 1 31,-50 25-31,50-25 16,-25-1 0,25-24 15,-24 50-31,24-25 15,-25 0 1,0-25 15,25 24 0,-25 1 1,0 0-1</inkml:trace>
  <inkml:trace contextRef="#ctx0" brushRef="#br0" timeOffset="100135.72">26789 3249 0,'-25'0'47,"25"0"-16,-49 0 63,49 0-94,-25 0 31,25 0-31,-50 0 31,25 0-31,-24 25 0,49-25 47,-99 99-47,99-99 0,0 25 31,-25 25-31,-25-25 16,50-1 15,-25 1-31,25 0 62,-74 49-62,74-49 0,-50 50 78,-49 98-78,74-173 31,25 25-31,0 0 0,-49 25 32,49-50-32,-25 49 15,25-49 1,-25 25-16,25-25 15,-25 25 1,1 0 15,24-25 0</inkml:trace>
  <inkml:trace contextRef="#ctx0" brushRef="#br0" timeOffset="101219.78">26987 3200 0,'-49'0'31,"49"0"-31,-25 0 16,-25 49-16,1 1 31,24 0-31,-49-1 0,74 1 31,-75 49-31,50-49 0,-123 148 32,148-148-32,-75 49 15,50-49 1,-24-1-1,24 1 1,0-25-16,25 24 31,0-24-31,-25-25 16,25 25-1,-24 0-15,24-1 32,-25 1-17,25-25 16,0 25-15,-25-25 15,25 25 16,-25-25 0</inkml:trace>
  <inkml:trace contextRef="#ctx0" brushRef="#br0" timeOffset="102543.86">27186 3299 0,'0'0'46,"-74"0"-46,74 25 47,-100 74-47,26-49 0,49-1 31,-49 26-31,49-26 0,25-49 0,-75 75 32,75-26-32,-24-24 31,24 25-31,-25-1 15,0-24 1,0 0-16,25 0 16,-49 74 15,24-49-31,25-26 0,-25 1 31,25 25 16,-74 74-32,74-75 1,0 1-16,-50-25 16,50 0-1,-25-25 32,0 49-47</inkml:trace>
  <inkml:trace contextRef="#ctx0" brushRef="#br0" timeOffset="103615.92">27608 3448 0,'0'0'31,"-50"0"-31,0 0 15,26 0-15,24 25 32,-25-25-32,0 24 0,0 1 31,0 25-31,1-25 0,-26 49 47,-24 1-47,49-51 0,-50 76 46,26-51-46,-1 1 32,25-1-32,0-24 46,1 50-46,-26-75 0,50 24 63,-99 76-63,74-76 15,-25 26 17,26-50-32,-1 25 0</inkml:trace>
  <inkml:trace contextRef="#ctx0" brushRef="#br0" timeOffset="104882.99">27756 3721 0,'-24'0'16,"-26"0"-1,25 0 1,-24 25 15,49-1-31,0 51 47,-75-26-16,26 26-15,49-50-16,-25-25 31,-25 99 0,25-74-31,25-1 16,-74 76 15,49-76-31,0 1 0,25 25 31,-49-25 0,24-1 16,-25 26-47,26-50 0,24 0 31,-50 50-31,0-26 31,25 1 1,25-25-32,0 25 0,-24-25 62,-1 0 16,25 25-62,-25-25 15,25 25-31</inkml:trace>
  <inkml:trace contextRef="#ctx0" brushRef="#br0" timeOffset="108640.21">3721 12179 0,'-25'0'203,"0"0"-187,0 0 15,25 0-31,-25 0 0,25 0 31,-24 50-15,-1-25 15,25-1 16,0-24-16,-25 50-31,0 0 16,0-26-16,25 1 31,-49 25 47,49-25-47,-25 24-31,0-49 0,25 25 16,-25 0-16,1 0 93,24-1-77,-25 1-16,25 0 15,-50 0 1,25 24 15,25-49 47,-49 50-62,24-25-16,0 0 31,25 24 0,-25-49-31,25 25 31,0-25-31,0 25 16,-24 0 0,-1-25 15,25 24-16,-25 1 17,25-25-1,-25 25-31,25 0 0,-25 0 31,1-1 110,24-24-110</inkml:trace>
  <inkml:trace contextRef="#ctx0" brushRef="#br0" timeOffset="115839.62">1017 13940 0,'0'0'109,"0"25"-62,0 0-47,0 0 0,0 24 0,0 1 31,0-25-31,0 49 16,0-49-16,0 24 16,0-24-1,0 0-15,0 0 16,-25-25 15,25 25 0,0 0-15,0-1-1,0 1 1,0 0 15,-25 0-31,25 0 16,0-1-1,0 1 1,0-25-16</inkml:trace>
  <inkml:trace contextRef="#ctx0" brushRef="#br0" timeOffset="117127.69">1736 14139 0,'0'0'31,"0"0"-16,25-25 1,0 25 0,-25 0 15,25 0-31,24 0 31,-49 0 16,25 0-47,0 0 0,0 0 0,0 0 47,24 0-47,-49 0 0,25 0 31,0 0-31,0 0 31,-25 25-15,49-25-16,-24 0 31,74 24-31,-99-24 15,25 0 1,0 0 0,0 0-16,-25 0 31,49 25-31,-24-25 15,-25 0-15,25 0 0,0 0 32,-1 0-32,-24 0 31,25 25-31,-25-25 0,25 0 15</inkml:trace>
  <inkml:trace contextRef="#ctx0" brushRef="#br0" timeOffset="118632.78">1786 14387 0,'0'0'110,"50"0"-110,-1 25 0,-24-25 0,74 49 31,-99-49-31,75 25 15,-26-25-15,-24 0 32,-25 0-32,25 0 15,24 50 1,-49-50 15,25 0-31,0 0 31,25 0-31,-50 0 31,24 0-31,1 0 172,0 0-156,0 0-1,24 0-15,-49-25 47,50 25 0,-50 0 0,25 0-32,-25 0 48,25 0-32,-1 0 16,-24-25-16</inkml:trace>
  <inkml:trace contextRef="#ctx0" brushRef="#br0" timeOffset="119770.85">2456 13915 0,'49'0'15,"-49"0"17,25 0-32,25 0 0,-26 25 31,26 0-31,-50-25 0,25 50 15,25-1-15,-1-24 0,-49 0 16,50 24-16,-25 1 16,-1 0 15,1 24-31,-25-74 15,25 25 32,-25-25-31,0 0 140,0 0-125,-74 0-31,-1 74 0,75-74 16,-25 50-1,-24 49-15,24-74 16,0 99 15,-49 0-31,74-124 0,-25 25 78,25-25-31,-25 0 46,0 0-77,25 0-16,-49 0 16</inkml:trace>
  <inkml:trace contextRef="#ctx0" brushRef="#br0" timeOffset="172552.86">3497 14089 0,'0'-25'78,"0"0"-63,0 25 16,0-74-31,0 49 16,0 25 31,25-25 15,-25 25-30,25 0-32,25 0 31,-26 0-31,-24 0 15,25 0 1,0 0 0,0 25-1,0 0 1,-25 0-1,0-25 1,25 25-16,-1-25 0,-24 49 31,0-49-31,0 25 16,0-25-16,0 50 31,-24-1-31,24-49 47,-25 50-47,25-25 15,0-25-15,-50 24 0,50 1 47,-25 0-16,0-25 16,25 0 281,-24-25-313,-1 25 32,25-25-31,0 25 15,0-49-31,0 49 16,0-50 15,0 25-31,0 25 31,0-24 125,0-1-140,0 0-1,0 25 32,0-25-31,0 0-1,-25 1 16,25 24-31,-25-25 16,25 0 93,0 0-78,0 25 16,0-25-16,0 1 1,0-1-32,0 25 15</inkml:trace>
  <inkml:trace contextRef="#ctx0" brushRef="#br0" timeOffset="173379.91">4068 14287 0,'-25'0'47,"25"0"-32,0 0-15,0 50 31,0 25-31,0-75 16,0 24 15,0 1 16,-25-25-31</inkml:trace>
  <inkml:trace contextRef="#ctx0" brushRef="#br0" timeOffset="178151.18">4316 13940 0,'25'-49'31,"-25"24"16,25 25-16,-1-25-15,1 0-16,0 0 31,0 25-31,0 0 62,-1 0-30,1 0-17,-25 0 16,50 0 1,-25 50-1,-25-25-31,0 0 0,0-1 15,0 1-15,0 0 32,0-25-32,0 25 31,0-25-16,0 49 1,-25-49-16,0 0 16,0 0 30,0 0-46,1 0 32,-1 0 30,25 0 16,0 0-47,25 0 0,-1 0-31,-24 0 16,50 0-16,-50 25 31,25-25-31,24 25 31,-49 0-31,0-25 16,25 25-16,-25-1 31,0 1-31,0-25 16,25 50-16,-25-25 47,0-1-16,-25-24-16,25 25-15,-25-25 32,25 0-1,-49 0 0,24 0-31,0 0 16,-24 0-16,24 0 31,-25 0-31,25 0 31,25 0 0,-24 0-15,-26 0-16,50-25 47,0 25-16</inkml:trace>
  <inkml:trace contextRef="#ctx0" brushRef="#br0" timeOffset="179004.23">4862 14238 0,'25'0'16,"-25"0"15,0 25-31,0 24 16,0-49-1,0 75 1,0-75-16,0 49 15,-25-24-15,25 0 16,-25 0 0,25 0-1,-50-1-15</inkml:trace>
  <inkml:trace contextRef="#ctx0" brushRef="#br0" timeOffset="180631.33">5159 13891 0,'25'0'31,"-25"-25"-31,0 25 16,0-50 15,25 50 16,-25 0-47,50-49 0,-26 49 31,1 0-31,0 0 47,0 0-16,0 0 0,-1 0-31,1 0 31,0 0-31,-25 24 16,25 1-1,-25-25 1,0 25-16,0 0 31,0 0-31,0-1 16,-25 1-16,25-25 15,-99 50 1,74-25-16,0-1 31,-24 1-31,-1 0 0,25-25 31,0 25-31,1 0 32,24-25-32,0 24 15,0-24-15,0 50 31,0-25 63,0-25-63,24 0-31,1 0 0,25 0 31,-1 0-31,-24 0 16,-25 0-16,50 0 0,-1 0 31,1 0-31,-50 0 94,25 0-47,-25 0-32</inkml:trace>
  <inkml:trace contextRef="#ctx0" brushRef="#br0" timeOffset="183447.49">5804 14337 0,'0'0'187,"0"25"-171,0 0-16,0 0 0,0-25 16,-25 24-16,25 1 31,-24 0 16,24 0-16,-25-25-31,25 25 31,0-25-15,0 49 15,0-49 62,-25 0-46</inkml:trace>
  <inkml:trace contextRef="#ctx0" brushRef="#br0" timeOffset="187223.7">6400 13717 0,'-25'0'31,"-25"0"1,25 0-32,1 0 0,-1 0 31,0 0-31,-25 0 31,26 0-15,-1 0-1,0 0 1,0 0-1,25 0 110,-25 0-62,25 25-32,0 0-31,25-1 31,50 76-31,-75-100 31,0 24-31,24-24 219,-24 0-204,25 0-15,0 0 0,25-24 63,-50 24-32,24 0 0,1 0-31,0 0 16,0 0-1,-25 0 16,49 24-31,-24 1 32,-25 0-32,0 0 31,0-25-31,0 25 31,0 24-31,0-49 31,-49 25-31,-1 0 16,25 0-16,0-25 31,25 0-31,-24 0 31,-26 0-31,25 0 16,0 0-16,1 0 31,24 0 0,-25 0-31,0 0 31,0 0-15,25 0 15</inkml:trace>
  <inkml:trace contextRef="#ctx0" brushRef="#br0" timeOffset="187847.74">6821 14188 0,'0'0'46,"-25"0"-30,1 25-16,-1 0 31,0 0-31,25-25 31,-25 49-31,25-24 16,-25 0 15</inkml:trace>
  <inkml:trace contextRef="#ctx0" brushRef="#br0" timeOffset="189239.81">7243 13667 0,'-25'0'16,"-24"0"-16,49 0 0,-25 0 31,-25 0-31,50 0 16,-25 0 15,1 0-16,-26 25 1,50-25 15,-25 25 0,25 0 1,0 49-32,0-49 15,0-25 16,50 74-31,-50-49 32,49 25-32,-49-25 0,25-1 31,-25 1-16,0 0 1,50-25 31,-50 0-16,25 0-31,-25 0 31,49 0-31,-24 0 31,-25-25 16,0 25-16,0-49-15,-25 24 15,25 25-15,-25 0 15,1-25-31,24 25 0,-50 0 16,25 0-16,0-25 0,1 25 31,24 0-31,-25 0 15,0 0-15,0 25 32,25-25-1,0 25 0,0-25 31</inkml:trace>
  <inkml:trace contextRef="#ctx0" brushRef="#br0" timeOffset="199248.39">3845 13593 0,'0'0'109,"0"0"-109,-50 0 31,1 25-31,24 0 16,0 24 0,0-49-1,25 25 16,0-25-31,-25 25 0,25-25 32,-25 49-32,1-49 31,24 50 0,-25-25 0,25 0-31,0-25 16,-25 24-1,25 1-15,0 0 16,0-25-16,-25 25 16,25 24 15,0-24-31,0 0 31,0 0-31,-25 0 31,1-1 0,24-24-31,0 25 0,0-25 32,0 25-32,-25-25 15,25 50 1,0-26 15,0 1-31,-25 0 16,-25 25-1,50-25 1,0-1-1,0-24-15,-24 25 0,24 0 32,-25 25-32</inkml:trace>
  <inkml:trace contextRef="#ctx0" brushRef="#br0" timeOffset="204230.68">4390 14560 0,'0'0'47,"0"-24"15,25 24-62,0 0 47,49 0-47,-49 0 0,0 0 0,-25 0 31,50 0-31,-26 0 0,1 0 47,25 0-47,-25 0 0,49 0 16,-74 0-16,25 0 31,-25 0-31,50 0 0,-26 0 47,-24 0-16,50 0-31,0 0 0,-1 0 31,-24 0-31,0 0 16,0 0-1,-25 0 1,74 0 15,-24 0 0,24 0-31,-49 0 0,24 0 32,-24 0-32,-25 0 62,25 0-46,0 0-16,0 0 31,49 0-31,-49 0 0,74 0 15,-74 0 1,24 0 0,-24 0-16,0 0 31,-25 0-31,25 0 15,0 0 17,0 0-32,-25 0 0,49 0 15,1 0-15,-25 0 16,-1 0-1,1 0 17,-25 0-17,25 0 16,0 0-31,24 0 0,-49 0 16,25 0-16,25 0 0,-1 0 31,-24 0-31,0 0 0,25 0 16,-50 0-1,49 24 17,-24-24-17,-25 0 1,124 0 15,-124 25-31,25-25 16,0 0-1,-1 0 32,51 0-47,-26 0 0,1 0 31,49 0-31,-74 0 0,-25 0 16,50 0 15,-50 0-31,25 0 31,24 0-31,-24 0 0,-25 0 16,50 0-16,-50 0 15,24 0 1,26 0-16,-50 0 31,74 0-31,-74 0 0,50 0 16,-25 0 15</inkml:trace>
  <inkml:trace contextRef="#ctx0" brushRef="#br0" timeOffset="205937.77">8111 13791 0,'0'0'47,"25"-24"-1,-25 24-30,25 0-16,24 0 31,1 0-31,-25 0 16,24 0-1,1 0-15,-50 0 32,25 0-32,0 0 15,-1 0 16,26 0-15,-25 0 0</inkml:trace>
  <inkml:trace contextRef="#ctx0" brushRef="#br0" timeOffset="206671.81">8161 13990 0,'0'0'62,"49"0"-15,51 0-47,-100 0 15,24 0-15,51 0 16,-50 25-16,24-25 16,75 24 30</inkml:trace>
  <inkml:trace contextRef="#ctx0" brushRef="#br0" timeOffset="208019.89">8558 13667 0,'24'0'93,"-24"25"-77,0 25-16,25-1 16,-25-24-1,25 0-15,49 74 31,-74-99-15,0 25 0,0-25-1,0 25 32,0 0 109,-49-25-140,-125 24-1,149 26-15,-49 0 16,49-50-1,25 49 1,-25-49 109</inkml:trace>
  <inkml:trace contextRef="#ctx0" brushRef="#br0" timeOffset="209517.98">9327 13618 0,'0'-25'94,"0"0"-94,0-24 15,0 24-15,24 25 16,1-25-1,0 25 17,-25 0-32,25 0 31,24 0-31,-24 0 31,0 25-31,-25 0 0,25-25 16,-25 49-16,0-49 31,0 25 0,0 0-31,0 0 31,0-25-15,-25 74 15,0-49-31,0 0 31,-49 24-31,49-49 16,0 0-1,1 0 17,24 0-1,-25 0-16,0 0 48,25 0-32,0 0-15,0-25-16,25 25 0,-25 0 31,49 0-31,1 0 15,-50 0-15,50 0 16,-1 0 0,-49 25 30,0 0-30,0 0-16,0-25 16,0 25-1,0-25 1,0 49-16,0-24 31,-25 0-31,1-25 16,24 0-16,-25 0 0,-50 49 15,1-49 1,0 0-1,74 0-15,-25 0 32,0 0-32,0 0 15,0 0-15,-24 0 16,24 0-1,0 0-15,0 0 16,0-49-16</inkml:trace>
  <inkml:trace contextRef="#ctx0" brushRef="#br0" timeOffset="211224.08">4887 13618 0,'-25'0'16,"0"0"-16,0 0 31,25 0-31,-25 0 47,25 49-47,0 1 0,-25-25 31,1 0-31,24-25 0,-25 49 31,25 1-15,-25-25-16,0-25 16,25 24-1,-25 26 1,1-25 15,-1 0-31,25-1 47,-25 51-47,0-75 0,0 49 31,1-49-15,24 25 15,-50 0-31,50 0 15,-25 0-15,25-1 16,-49-24 15,49 25 0,-25 0-31,0 0 0,25-25 32,-50 50-32,26-26 0,-1-24 15,25 25 1,0 25-1,0-50 17,0 25-32</inkml:trace>
  <inkml:trace contextRef="#ctx0" brushRef="#br0" timeOffset="214199.25">3249 8310 0,'0'-25'78,"0"0"-62,0 25-1,25-25 1,-25 0-16,50 1 31,-1-1-15,1 25-1,-25 0 1,0-25 15,-1 25-31,-24 0 0,25 0 16,-25 0-1,50 0 1,-50 0 15,25 0-31,-25 0 0,49 0 31,-49 0-31,25 0 0,-25 0 32,0 25 30,25 0-62,-25-25 31,0 24-31,0 1 0,-25 0 31,0 0-31,-49 0 0,49-1 32,25-24-32,-25 0 0,25 0 15,-25 0 16,1 0-31,-1 0 32,0 25-32,-25 0 31,50-25-31,-24 0 78,24 0 15,0 0-77,49 0-16,-24 0 0,25 0 16,-26 0-16,1 0 15,25 0 1,-50 0-1,25 0 1,-1 0 15,1 0-31,-25 25 31,25 0 1,-25 24 30,0-49-62,0 25 16,0-25 15,0 50-31,0-50 31,0 24-15,0-24-1,0 25-15,-25-25 47,0 0-31,1 0 15,24 0-31,-25 0 31,-25 0-31,50 0 0,-49 0 31,24 0-31,-25 0 31,25 0 1,25 0 14,-49 0-46,24 0 16,25 0 15,-25 0 16,25 0-16,-49 0-15</inkml:trace>
  <inkml:trace contextRef="#ctx0" brushRef="#br0" timeOffset="-211745.28">12129 6102 0,'0'-25'94,"0"0"-63,0 25-31,0-24 15,25 24 17,25 0 14,-25 0 17,49 0-63,-49 0 0,0 24 31,0 1-31,-25 0 47,24-25-32,-24 25 32,0-25-47,25 49 31,-25-49-15,0 25 15,0 0 0,0 0-31,-25-25 16,1 25 0,24-25-16,-50 0 15,25 0-15,0 24 16,25-24 31,-24 0-1,24 0 298,24 0-298,26 25-30,-50-25 15,25 0-31,-25 25 0,25-25 63,-1 0-32,-24 25-31,0 0 15,25-25-15,-25 24 16,25-24 31,-25 50 0,0-25-16,-25 0 47,0 24-78,-24-49 47,24 0-47,0 0 0,0 0 15,1 0 1,24 0-1,-25 0 17,25 0-32,-25 0 31,0-25-31,0 25 31,0 0-15,-24-24 15,49-1-31,-25 0 31,0 25 16,0-25-32,25 25 17</inkml:trace>
  <inkml:trace contextRef="#ctx0" brushRef="#br0" timeOffset="-209240.14">22771 7045 0,'-25'-25'78,"-25"25"-62,50 25-16,-49-1 31,-1 51-31,0-50 0,50 24 31,-49 1-31,-1-25 0,1 24 16,49-24 0,-25 0-1,25 24-15,0-49 16,-50 50-1,50-50-15,-25 50 16,-49 24 0,49-49-16,0 0 15,25-1-15,-24 26 31,-1-50 1,0 50 14,0-50-14,0 0-1</inkml:trace>
  <inkml:trace contextRef="#ctx0" brushRef="#br0" timeOffset="-208177.08">22969 7169 0,'-25'49'15,"1"-24"-15,-1 0 0,25-25 16,-25 0-1,0 25-15,25-1 16,-25 1 15,1 0-31,-1 0 31,25 0-31,-50-1 0,50 1 16,-25-25-16,25 25 16,-25 0 15,-24 24-31,49-24 0,-25 25 15,-25-1 1,26-24-16,-26 50 16,0-26-1,26-24 1,-1-25-1,0 50-15,0-50 16,25 24 31,-49-24-47,49 0 15,-25 25 1,25 0 15,-50-25 16</inkml:trace>
  <inkml:trace contextRef="#ctx0" brushRef="#br0" timeOffset="-207271.02">23316 7317 0,'0'0'15,"-74"0"-15,49 0 16,-49 50-1,24 0-15,-24 24 32,74-74-32,-50 99 15,25-99-15,-24 50 31,24-25-31,0-1 0,0 26 16,1-50-16,24 25 0,0-25 31,-75 74-31,75-49 16,-25-25-1,0 25-15,-24 24 0,-26-24 32,51 25-32,-26-25 15,50 0 1,-50-1-16,26 1 31,-1-25 16,25 0-16,-50 25-31,25-25 47,25 0-16</inkml:trace>
  <inkml:trace contextRef="#ctx0" brushRef="#br0" timeOffset="-206374.97">22547 6921 0,'-24'0'31,"24"0"-31,-25 0 0,0 24 31,-49 51-31,49-75 0,-25 74 47,1-49-47,49 0 0,0 0 31,-25-1-31,25-24 0,-25 50 16,0-50-16,25 25 31,-49 24-31,49-24 16,-25 25-1,0-25-15,25-1 16,-50 26 0,26-25 15,24-25 0,-25 0-31,25 25 16,0-1-16,-25 1 31</inkml:trace>
  <inkml:trace contextRef="#ctx0" brushRef="#br0" timeOffset="-205328.91">23242 7590 0,'0'0'47,"0"0"-47,0 0 16,-50 25-16,26 25 15,-1-50 1,-50 124-16,51-100 15,-76 76 1,76-76 0,-26 26-1,25-25-15,-24 25 16,49-26-1,-25 1 1,0 0 15,25-25-31,-25 25 0,0 0 16,0-1-16,1-24 15</inkml:trace>
  <inkml:trace contextRef="#ctx0" brushRef="#br0" timeOffset="-182175.59">868 15577 0,'0'0'78,"0"-24"-63,25-26 1,-25 50-1,25 0 1,0-25 0,-25 25-1,24 0 1,1 0-16,0 0 31,0 0-31,-25 0 16,25 0-16,-1 0 31,1 0-31,-25 50 15,0-50 1,0 25 0,0-1-1,25 1-15,-25 25 31,0-50-31,0 25 0,0-25 16,0 49-16,-25-24 31,0 0-15,1-25-1,24 0 17,-25 0-1,0 25-16,25-25-15,-25 0 32,25 0-1,-25 0 0,25 0-15,0-25-1,0 0-15,0 25 31,25 0-15,0 0 0,0 0-1,-25 0 1,25 25-16,-1-25 31,1 25-31,-25-25 31,25 24-31,-25 1 16,0 0-16,0-25 15,0 25 1,50 0 0,-50-1-1,0-24 1,0 50-16,0-25 31,0-25 0,0 25-15,0-1-16,-50-24 47,50 0-16,-25 0 16,25 0-16,-49 0-31,49 0 31,-25-24-15,0 24 15,0 0-16,25 0 17,-25 0-1,25-25-16,-49 25 32,49 0-31,0-25 93</inkml:trace>
  <inkml:trace contextRef="#ctx0" brushRef="#br0" timeOffset="-178158.36">744 8037 0,'-25'0'124,"25"0"-124,0 74 16,0-24 0,0-1-16,0 26 31,0-1-31,0-74 15,0 25 17,0 0-32,0 0 15,0-25 16,0 24-15,50 26 0,-50-25 30,25-25 32,-25 0-78,25 0 16,24 0 0,-24 0 15,0 0 0,0 0-15,-25-25-16,24 25 15,-24-25-15,0 25 16,25-25 15,0 1 0</inkml:trace>
  <inkml:trace contextRef="#ctx0" brushRef="#br0" timeOffset="-177487.32">521 8285 0,'0'0'31,"25"0"-31,24 0 15,-24 0 32,50 0-47,-75 0 16,24 0-1,26 0 1,-50 0-16,50 0 47,-1 0-47,-24 0 0</inkml:trace>
  <inkml:trace contextRef="#ctx0" brushRef="#br0" timeOffset="-176369.26">1935 15652 0,'0'0'32,"0"-50"14,74 50-46,25 0 16,646 0 46,-696-25-62,-49 25 32</inkml:trace>
  <inkml:trace contextRef="#ctx0" brushRef="#br0" timeOffset="-175590.22">2009 15825 0,'0'25'32,"0"-25"-32,25 0 31,25-25-31,24 25 0,-24 0 31,98 0-31,-48 0 0,24 0 16,0 0-16,-50 0 0,-24 0 31,-1 0-31,-49 0 0,25 0 31,25-24-31,-50-1 16,25 25-16,-1 0 46,1-25 1</inkml:trace>
  <inkml:trace contextRef="#ctx0" brushRef="#br0" timeOffset="-174393.14">2679 15205 0,'50'0'32,"-1"0"14,75 0-14,-49 99-32,-26-49 0,-49 0 31,50 24-31,-25-49 0,-25 0 15,0 0 1,49-1-16,-49 1 0,0 0 31,25 0-31,-25-25 234,-25 0-218,25 0-16,-74 49 15,49-24 1,-25 99 0,26-99-16,-1 0 31,-50 124-31,75-125 0,0 1 15,-49-25 204</inkml:trace>
  <inkml:trace contextRef="#ctx0" brushRef="#br0" timeOffset="-170701.93">3746 15329 0,'0'0'31,"0"0"-31,0 0 78,-50 0-78,25 0 31,25 25-31,0 0 32,0-25-32,0 25 46,0 24-46,0-49 0,0 25 16,0-25-16,0 50 31,0-25-31,0-25 0,0 49 31,25-49-31,-25 25 32,25-25-32,-25 0 15,25 0 16,-1 25-31,26-25 32,-50 0-32,25 0 15,49 0-15,-74 0 0,25 0 31,25 0-31,-50 0 32,0 0-17,0-25 1,0 25-1,0-25-15,0 0 32,0 25-32,0-24 0,-50-1 31,50 25-31,-50-50 31,50 50-31,-24 0 16,-1-25-16,0 1 31,-25 24-16,50-25 17,-24 25-32,24-25 15,-25 0 1,0 25-1,25-25 17,-25 0-32,25 1 46,0 24-30</inkml:trace>
  <inkml:trace contextRef="#ctx0" brushRef="#br0" timeOffset="-169748.88">4341 15726 0,'0'0'125,"0"0"-94,0 75-31,0-75 0,0 24 16,0 1-16,-25 0 94</inkml:trace>
  <inkml:trace contextRef="#ctx0" brushRef="#br0" timeOffset="-168839.83">4465 15280 0,'25'0'63,"-25"0"-48,24 0 16,-24 0-31,25 74 32,-25-24-32,50-1 15,-50-24-15,0 50 16,0-26-1,0-24-15,0 0 0,0-25 32,0 25-32,0-1 0</inkml:trace>
  <inkml:trace contextRef="#ctx0" brushRef="#br0" timeOffset="-167856.77">4887 15701 0,'0'0'31,"24"0"1,-24 0-1,0 50-31,0-25 15,0 24 1,0-24 0</inkml:trace>
  <inkml:trace contextRef="#ctx0" brushRef="#br0" timeOffset="-166294.68">5110 15280 0,'0'-50'47,"0"0"-47,0 26 16,0-26 15,25 25 0,-25 0-31,24 25 31,1-24-31,-25 24 16,25 0-1,0-25 17,0 25-32,-1 0 15,1 25 32,-25-1-47,0 1 31,0 0-31,0-25 16,0 25-1,0 24 1,0-49-16,0 25 16,0 0-16,0 0 31,0-25-31,0 25 31,-25 24-31,1-24 31,-1 0-31,25 0 0,0 0 31,-25-1-31,25-24 16,0 25-16,0 0 62,0-25 141,0 0-203,50 0 16,-50 0 15,49 0-31,-24 0 0,25 0 16,-26 0-16,-24 0 46,50 0-14,-50 0-32,25 0 15,24 0 48</inkml:trace>
  <inkml:trace contextRef="#ctx0" brushRef="#br0" timeOffset="-165312.62">5978 15726 0,'-25'0'93,"25"25"-93,0 0 16,-74 74-1,49-49-15,0-26 32,25 1-32</inkml:trace>
  <inkml:trace contextRef="#ctx0" brushRef="#br0" timeOffset="-163536.52">6375 15131 0,'0'-25'15,"-25"25"1,0 0-16,-24 0 16,24 25-1,25 24-15,0 1 31,-25-25-31,0 24 0,25-24 16,-25 0 0,1 25-16,24-50 31,0 25-31,0-25 156,24 0-141,76 0 17,73 0-32,-123 0 31,-25 0-31,-1 0 0,1 0 31,0 0 63,-25-25-79,0 0 1,-25 0-1,25 0 32,0 25-47,0 0 203,0 0-187,0 25-16,0 25 0,0-25 46,25 49-46,-25-49 0,0 0 32,0-1-32,0-24 31,25 25-31,-25-25 31</inkml:trace>
  <inkml:trace contextRef="#ctx0" brushRef="#br0" timeOffset="-162658.47">7020 15627 0,'0'0'125,"0"50"-110,0 74-15,0-100 31,-25 1-31,25 0 0,-25 0 125,25-25-94</inkml:trace>
  <inkml:trace contextRef="#ctx0" brushRef="#br0" timeOffset="-156085.1">3845 15032 0,'0'0'93,"0"0"-77,0 0-1,0 49-15,0 1 32,0 24-32,0-24 0,0-25 15,0-25-15,0 24 16,-25 26-1,25-50-15,0 50 16,0 24 0,0-74-1,-25 50 1,25-25-1,0-1 1,0 1 0,0 0-16,0 0 31,-25-25-31,25 25 31,0-1 0,-24 26-15,-1-25-1,25-25 1,0 25 0,0-1-1,-25-24 1,25 25-1,0 0-15,0 0 16,0-25-16,-25 49 16,25-24 15,0-25-31,-25 25 109</inkml:trace>
  <inkml:trace contextRef="#ctx0" brushRef="#br0" timeOffset="-153944.97">4589 15081 0,'0'0'94,"0"0"-63,-50 25-31,50 0 0,-25 0 31,25-1-31,-24 1 16,-1 0 15,0 25-31,25-50 15,-25 49-15,25-24 32,0 25-17,0-50-15,0 25 31,0-1 1,-25 26-17,25-50 32,0 25 31,0 0-47,0-1-31,0-24 31,0 25 94,0 0-109</inkml:trace>
  <inkml:trace contextRef="#ctx0" brushRef="#br0" timeOffset="-148536.66">5333 15801 0,'0'0'140,"25"0"-124,-25 0-1,74 0-15,-74 0 16,25 0 0,25 49-16,-26-49 15,-24 0-15,25 0 31,0 0 79,0 0-1,-25 0-94,25 0 1,-1 0 0,1 0-1,0 0 1,0-25-16,0 25 15,49 0 32,-74 0-31,25 0 31,25 0-47,-26 0 31,1 0-31,0 0 62,-25 0-46,50 0-1,-26 0-15,-24 0 32,50 0-32,-25 0 15,-25 0-15,25 0 47,-1 0-16,1 0-31,-25 0 0,25 0 16,0 0-16,0 0 15,-25 0-15,24 0 0,1 0 32,25 0-17,-50 0-15,25 0 0,-1 0 31,1 0-31,-25 0 32,25 0-32,25 0 15,-50 0 16,24 0-31,1-24 0,0-1 16,-25 25 15,50 0 0,-26-25 63</inkml:trace>
  <inkml:trace contextRef="#ctx0" brushRef="#br0" timeOffset="-147649.62">7789 15131 0,'0'-25'0,"24"25"16,1-25 15,25 25-15,-25 0-1,24-25 1,-24 25-16,50 0 0,24 0 16,25 0-16,-50 0 15,1 0 1,-51 0-16,1 0 31,25 0-31,-25 0 16,24 0-16,-24 0 15,49 0 1,-24 0-1,-50 0-15</inkml:trace>
  <inkml:trace contextRef="#ctx0" brushRef="#br0" timeOffset="-146992.58">7913 15304 0,'0'0'16,"24"0"-16,76 0 15,-75 0 1,49 0 0,0-24-16,-24 24 15,24 0-15,-24 0 0,0 0 16,24 0-16,-24 0 15,-1 0 1,-24 0 15,49 0 0,-24 0 1,99-50-17,-124 50-15,-25 0 78,0 0-62</inkml:trace>
  <inkml:trace contextRef="#ctx0" brushRef="#br0" timeOffset="-146097.53">8657 14833 0,'0'-25'16,"25"25"-16,-1 0 16,76 50-1,-76-25-15,26 49 16,-25-24-16,0-50 15,-25 49 1,74 1-16,-24-25 16,-50-25-1,25 25 16,-25-25 79,0 24-79,0-24 0,-100 25-31,75-25 0,-74 25 31,25 0-31,49 0 0,-25 24 31,-49 26-31,74-50 0,25-1 16,0 1-16,0-25 0,0 25 31,0 0-31,0-25 16,0 25 62</inkml:trace>
  <inkml:trace contextRef="#ctx0" brushRef="#br0" timeOffset="-144542.45">9103 15032 0,'25'-25'31,"25"-25"-31,-50 50 0,49-25 31,-49 1-31,25-1 31,-25 25-31,25 0 31,0-25-31,0 25 16,-25-25 15,24 25-15,-24-25-1,25 25 1,0 0 15,0 0 0,-25 0-15,49 25-16,-24 0 16,-25 0-1,0 0 16,0-25-31,0 49 0,0-24 32,0 49-32,0-49 31,-49 50-31,24-51 15,0-24 1,-25 50 0,26-25-16,-1 0 15,0-1 48,25-24-17,0 25-14,0-25-32,0 50 31,0-50-31,0 25 0,0 0 78,50-25-63,-26 0-15,26 0 0,0 0 32,49 0-32,-50 0 0,51 0 15,-100 0 1,24 0-1,26-25 32</inkml:trace>
  <inkml:trace contextRef="#ctx0" brushRef="#br0" timeOffset="-143002.35">5705 15081 0,'-25'50'172,"25"-50"-157,-25 25-15,1-1 0,-1 26 32,0-25-32,0 0 0,25-1 15,-25 1-15,1 0 47,-26 0-47,25 25 0,-24-50 31,24 49-31,-25-24 16,50-25-1,-49 25 1,24 0 15,0-25-31,0 24 47,0-24-16,25 25 0,-24-25-15,-1 25-16,25-25 31,-25 25-15</inkml:trace>
  <inkml:trace contextRef="#ctx0" brushRef="#br0" timeOffset="-139889.18">3299 7268 0,'0'-25'15,"0"25"141,99-25-156,-99 25 0,50-25 31,-25 25 94,-25 0-125,49 0 31,-49 0 1,25 25-17,-25 0 16,0-25-31,0 25 32,0 24-32,0-49 31,0 25-31,0 0 31,0 0-31,-25 0 47,-24 24-47,24-24 31,0-25-31,25 25 0,-25 0 31,25-25 0,-25 0-31,1 24 32,-1-24 30,25 0-31,-50 25-31,50-25 47,-25 25 109,25-25-109,0 0-32,50 0-15,-25 0 0,49 0 32,-74 25-32,50-25 0,-25 0 31,-25 0-31,24 0 0,26 0 15,0 0 1,-1 0-16,-49 0 31,50 0 16,-25 0-16,-25 0-31,49 0 0</inkml:trace>
  <inkml:trace contextRef="#ctx0" brushRef="#br0" timeOffset="-137980.06">26541 6970 0,'0'0'31,"-25"0"-31,-24 0 15,49 0-15,-25 25 16,25-25 0,-25 25-16,0 24 15,25-24 1,0-25-1,-25 50-15,25-25 16,-24 49 0,24-24-1,-75 24-15,50-24 16,1-26-16,-1 26 15,25-25 17,-75 49-32,75-49 15,-24-25-15,-1 25 31,25 0-31,0-25 16,-25 24-16,25-24 31,0 25-31,-25 0 16,25-25 15,-25 25 0,1-25 0,24-25 1</inkml:trace>
  <inkml:trace contextRef="#ctx0" brushRef="#br0" timeOffset="-136889">26888 7020 0,'0'0'78,"0"25"-62,-25 24-16,-24 26 15,-1 49-15,50-75 16,-99 100 0,49-99-16,1 24 0,24-24 31,-49 49-31,74-74 31,0-25-31,0 24 0,0 1 31,-50 74-31,50-99 16,-50 50-16,50-50 31,0 25-31,-24 0 0,24 0 16</inkml:trace>
  <inkml:trace contextRef="#ctx0" brushRef="#br0" timeOffset="-135934.95">27310 7243 0,'0'0'63,"-25"0"-63,25 50 15,-74 49 1,74-50-16,-25 26 31,-25-26-31,26-24 0,-1 50 0,-25-1 16,25 0-1,25-24 1,-25-25-16,1 24 0,-1-24 31,0 25-31,0-25 0,0 0 31,25-1-31,-24 1 16,-1-25-16,25 25 0,-25-25 31,0 50 0,0-50 1,1 24-32,24-24 31,0 25-31</inkml:trace>
  <inkml:trace contextRef="#ctx0" brushRef="#br0" timeOffset="-134944.89">27707 7342 0,'-25'0'16,"0"0"-1,25 0 1,-25 0-1,-24 0-15,49 0 16,-25 50-16,0-1 16,0 1-1,25-25 1,-24-25-1,24 25-15,0-1 16,0 1-16,0-25 0,0 50 16,0-25-16,0-25 15,-25 49-15,0-24 16,25 0-1,0 0 17,0-25-32,0 24 0,0-24 15,0 50-15,0-50 16,0 25-16,-25 0 0,25-1 15,-25 1-15,25 0 16,0 25 15,-49-50-31,49 25 0,-25-1 16,25 1-16,-25 0 15,0 0 1,1 0-16,-1-1 31,25-24-31,-25 25 16,25-25-16,-25 25 15,0-25 1,25 25-16,-24 0 16</inkml:trace>
  <inkml:trace contextRef="#ctx0" brushRef="#br0" timeOffset="-131815.72">13444 6226 0,'0'-25'93,"0"25"-77,0-25 15,0-24 0,0 24-31,0 25 0,0-25 16,25 25-1,0-25 48,24 1-48,-49 24 32,25 0-31,0 0-1,0 0 1,0 0-16,24 0 16,-49 0 46,50 0-62,-25 0 31,-1 0-31,1 0 16,0 24 15,-25 1-15,0-25-1,0 25-15,0 0 0,0 0 16,0 99 31,0-124-47,0 24 15,-25 26 1,0-50-1,1 0 1,-26 50-16,25-50 31,-74 49-31,74-49 31,-24 25-31,49 0 0,-25-25 32,0 25-17,25-25-15,-25 49 16,25-49 31,0 50-16,0-25 0,0-25 94,0 0-110,25 0-15,49 0 16,-74 0-16,50 0 0,-25 0 31,74 0-31,-74 0 0,0 0 31,-1 0-31,1 0 63,0 0-48,-25 0-15,25 0 47,0 0-47,-1 0 16,-24 0 31,25 0 46,0 0-46,0 0-16,-25 0 0,25 0 1,-1 0-17,1 0 32,0 0 140</inkml:trace>
  <inkml:trace contextRef="#ctx0" brushRef="#br0" timeOffset="-125465.35">1091 16818 0,'25'-25'63,"-25"25"-48,25-50-15,-25 25 0,25 1 16,0-1-16,-1 0 15,26 0 1,-50 25-16,50 0 31,-26 0-15,-24 0 15,25 0-31,25 0 16,-50 25 15,0 0 0,0 0-31,0-1 31,0 26-31,-25-25 31,-25 0-31,50-1 0,-49 1 16,24 0-16,0-25 16,-74 50-1,74-50-15,0 24 31,1 1 16,-1-25-31,25 25-16,-25-25 15,25 25 1,0 0 0,0-1-16,0-24 62,0 25 47,0 0-93,99-25-16,0 0 15,-24 0 1,-1 0 0,25 0-16,-99 0 31,75 0-31</inkml:trace>
  <inkml:trace contextRef="#ctx0" brushRef="#br0" timeOffset="-124585.3">2282 16694 0,'0'0'47,"0"-25"-31,50 25 15,-1 0 0,75 0-31,-25 0 16,26 0-16,-51 0 15,25 0-15,-24 0 16,-51 0 0,-24 0-1,25-25 16,0 25-31</inkml:trace>
  <inkml:trace contextRef="#ctx0" brushRef="#br0" timeOffset="-123662.24">2530 16917 0,'0'0'46,"50"0"-30,-50 0 0,24 0 15,101 0-31,-125 0 0,24 0 31,26 0-31,-25 0 31,49 0-31,-74 0 47,25 0-16,0 0-15,0 0 31,-1 0 15,26 0-62,-25-25 125,-25 25-94</inkml:trace>
  <inkml:trace contextRef="#ctx0" brushRef="#br0" timeOffset="-122456.18">2927 16421 0,'0'0'31,"0"-25"-31,25 25 32,-25 0-32,25 0 31,24 0-31,-24 0 0,0 74 15,-25-49 1,49 74 0,-49-74-16,0 25 15,25-50 1,-25 25-1,0-25-15,25 49 32,0-49-17,-25 25 204,0 0-188,-99 74-31,74-74 0,-25 24 15,25 26 17,-24-26-17,24 1 16</inkml:trace>
  <inkml:trace contextRef="#ctx0" brushRef="#br0" timeOffset="-112768.63">3845 16545 0,'0'0'93,"0"25"-61,0 99-32,0-124 31,0 74-31,0-24 0,0-26 15,0 1-15,0 0 16,0 0 0,0 0 15</inkml:trace>
  <inkml:trace contextRef="#ctx0" brushRef="#br0" timeOffset="-112092.58">4118 17165 0,'0'0'62,"0"25"-46,0 24-16,0-49 31,0 25-31,0-25 0,0 25 31,0-25-31,-25 25 31,0-1-15,25-24 15</inkml:trace>
  <inkml:trace contextRef="#ctx0" brushRef="#br0" timeOffset="-110550.49">4316 16669 0,'0'-25'32,"0"25"-32,0-25 0,0 25 31,25-25 16,0 1-16,24-26-31,-49 25 15,50 0 1,-50 1 15,25 24 0,-1 0 1,1 0-32,-25 0 31,25 0-31,0 0 15,0 0-15,-1 49 16,1-24 0,-25 25-1,0-50 16,25 24-31,-25-24 0,0 50 32,0 24-32,0-49 0,-25 0 15,0 49 16,-99-24-15,75-25-16,24-25 47,0 0-16,0 0-31,50 0 62,0 0-30,49 0-32,-49 0 0,-25-25 0,50 25 46,-50 0-46,25 0 32,24 0-32,-49 0 0,25 25 31,0 24-31,-25-24 0,0-25 15,0 25 17,0 25-32,0-50 0,0 24 31,-25 1-31,25 0 0,-25-25 15,-24 25 1,24-25 0,0 0 30,-49 0-46,49 0 0,25 0 47,-50-25-47,25 25 16,25 0-16,-24-25 47,24 25-47</inkml:trace>
  <inkml:trace contextRef="#ctx0" brushRef="#br0" timeOffset="-109890.45">5159 17214 0,'0'0'15,"0"0"16,0 50 1,0-25-1,0 0 0,0-1-15</inkml:trace>
  <inkml:trace contextRef="#ctx0" brushRef="#br0" timeOffset="-107143.3">5631 16321 0,'0'25'63,"0"-25"-63,0 50 31,0-25-31,-25 24 0,-25 75 31,50-124-31,-25 50 16,25-50-16,0 25 15,0 24 1,0-49 15,0 25 78,0-25-77,-49 50-17,49-50 94,0 25-77,49-1-32,1-24 31,74 0-31,-50 0 0,-49 0 31,0 0-31,0 0 47,-25 0 15,0-24-46,0 24 15,0-25 0,0 25 0,0 0-31,-50-50 32,50 50 61,0 0-46,0 25-47,0 0 0,0 0 0,0 148 31,0-148-31,0 25 16,0-1-1,25-24 1,-25-25 46</inkml:trace>
  <inkml:trace contextRef="#ctx0" brushRef="#br0" timeOffset="-105353.2">6400 17190 0,'0'0'78,"0"49"-78,0-24 62,0 74-62</inkml:trace>
  <inkml:trace contextRef="#ctx0" brushRef="#br0" timeOffset="-103417.08">7094 16470 0,'0'-24'16,"0"24"15,-49 0-15,24 0-16,-50 0 0,26 0 15,-1 0 1,0 0-16,26 0 15,-1 0 79,25 0-47,-25 0-16,25 0-31,-25 0 140,25 24-108,0 1-32,0 0 0,0 25 15,0-1-15,0-49 0,0 25 16,0 0 15,0 0-31,25-25 187,0 0-171,0-25-16,24 25 31,-24 0-31,25 0 31,-50 0-15,25 0-1,24 0 1,-49 0-16,50 0 31,-50 0 0,25 25-31,-1-25 16,-24 24 0,0-24-1,25 25 1,-25 0-1,0 0-15,0-25 16,0 25 15,0-1-15,0 1-16,0 0 31,-25 0-31,1 24 16,-1-49-1,-25 0 16,25 0-31,1 0 16,24 0-16,-25 0 31,-25 0-31,50 0 31,-25 0 1,0 0-32,1 0 0,-1-24 15,0 24 1,0 0-1,25 0 1</inkml:trace>
  <inkml:trace contextRef="#ctx0" brushRef="#br0" timeOffset="-101624.98">4093 16495 0,'0'0'62,"0"25"-46,0 0-16,0 0 15,0-25-15,-25 49 31,-25 1-31,1-25 16,49 49-16,-50-49 0,50 24 31,-25-24-31,-24 0 0,49-25 16,0 25-16,0-25 15,-25 49 17,25-49-17,0 50 16,-50-25-15,50 0 15,0-25 47,-24 24-62,-1 1-1,0 0-15,0 0 32</inkml:trace>
  <inkml:trace contextRef="#ctx0" brushRef="#br0" timeOffset="-100180.9">4812 16520 0,'0'0'47,"0"0"-31,-25 0-1,0 25 16,1 24-31,-1-24 16,0 0-16,0 49 31,0-74-31,25 50 16,-24-25 15,-1 0-31,25-1 31,-25 76-31,25-100 0,-25 49 31,0-24-31,1 0 47,-1 24-31,25-24-1,-25 0 17,-25 25-32,50-26 31,-24-24-31,-1 25 0,25-25 62,0 25-31</inkml:trace>
  <inkml:trace contextRef="#ctx0" brushRef="#br0" timeOffset="-96849.71">5705 17314 0,'0'24'297,"25"-24"810,-25 0-1013,25 0-78,-1 0 15,1-24-31,-25 24 31,25 0-31,25-25 31,-50 25 16,49 0-31,-24 0-1,0 0-15,0 0 0,-25 0 31,25 0-31,-1 0 32,1 0-32,-25 0 15,25 0 1,0 0-1,0 0 17,-1 0-32,1 0 0,0 0 15,-25 0-15,25 0 78,24 0-62,-49 0 31,100 0-47,-76 0 0,1 0 31,-25 0 0,25 0-31,0 0 0,0 0 31,-25 0-31,24 0 16,1 0-1,0 0 32,49 0-47,-74 0 0,25 0 31,0 0-31,49 0 47,-49-25-47,-25 25 31,25 0-15,0 0-16,0 0 31,24 0-31,1 0 16,24 0-1,-24 0-15,-25 0 16,0 0-16,-25 0 140,-50 0-124</inkml:trace>
  <inkml:trace contextRef="#ctx0" brushRef="#br0" timeOffset="-95504.64">8161 16545 0,'0'0'94,"25"-25"-63,-25 25-31,24 0 31,51 0-31,-50 0 0,49 0 32,50 0-32,-74 0 15,-26 0 1,1 0-16,0 0 31,0 0-31,0 0 16,-1 0-1,1 0-15,0 0 31,49 0-31,-24 0 0,24 0 32,-49 0-32,0 0 0,0 0 31,-25 0 16</inkml:trace>
  <inkml:trace contextRef="#ctx0" brushRef="#br0" timeOffset="-94001.55">8235 16842 0,'0'-24'63,"0"-1"-48,50 25-15,24 0 16,-49 0 0,-25 0-16,25 0 0,0 0 31,24 0-31,-24 0 15,49 0 1,-24 0-16,-25 0 16,24 0-1,-24 0 32,0 0-47,0 0 31,0 0-31,-25 0 16,49 0 15,-49 0-31,25 0 31,-25 0-31,50 0 31,-50 0-15,74-25-16,-49 25 16,0 0-1,0 0 16</inkml:trace>
  <inkml:trace contextRef="#ctx0" brushRef="#br0" timeOffset="-93017.49">9029 16421 0,'25'0'15,"24"0"-15,-24 49 16,0-24 0,-25 25-16,50-1 0,-26-24 31,-24 0-31,50 25 0,-50-50 31,25 49-15,0-49 15,-1 25 62,-48 0-46,-51 24-16,-24 1-31,49-25 0,26 0 32,-76 74-17,75-74-15,25-25 47,0 24-47,0-24 78</inkml:trace>
  <inkml:trace contextRef="#ctx0" brushRef="#br0" timeOffset="-91613.41">9748 16272 0,'0'25'31,"-25"-1"-31,-49 76 31,0 49-31,24-100 0,50 50 32,-25-49-32,0-25 15,50-25 141,25 0-156,123 0 31,-73-25-31,-76 25 94,51 0-94,-50 0 62,-25-50-30,0 50-1,-25-49-31,25 24 0,0 25 15,-25-25-15,25 25 32,0 0 46,0 0-47,0 124-31,0-49 0,0 24 31,0-25-31,25 25 16,0-74-1,-25 25 1,0-75 93</inkml:trace>
  <inkml:trace contextRef="#ctx0" brushRef="#br0" timeOffset="-89705.3">3497 6251 0,'0'0'47,"0"49"-16,0 26-31,-24-1 0,24-49 31,-50 49-31,50-24 0,-25-25 32,0 0-32,50-25 140,74 0-93,125 0-47,-199 0 0,-1 0 31,1 0 63,-25-25-63,0 25-31,-25-25 31,25 25 109,0 50-124,0 49-16,0-50 16,0 26-16,0-25 0,25 49 15,-25-99-15,0 25 16,0 24-1</inkml:trace>
  <inkml:trace contextRef="#ctx0" brushRef="#br0" timeOffset="-88544.23">819 6251 0,'24'-25'31,"-24"25"0,75 0-31,-50 50 32,-25 49-32,49-25 15,-49-24-15,25-1 31,-25-24-31,0 0 16,0 0-16,25-25 140,0 0-124,24 0-16,-24 0 0,25 0 31,-1-25-31,-49 0 16</inkml:trace>
  <inkml:trace contextRef="#ctx0" brushRef="#br0" timeOffset="-87849.19">893 6449 0,'25'0'62,"74"-25"-46,-74 25-16,-25 0 31,49 0 16,-49 0-31,75 0-16,-26-24 15,-24 24 1</inkml:trace>
  <inkml:trace contextRef="#ctx0" brushRef="#br0" timeOffset="-84969.03">15032 5953 0,'0'0'94,"0"0"-79,-25 75 1,25-51 0,-25 51-1,25-50 1,-50-1-16,50 26 0,0-50 171,-24 25-155,24 0 62,0-25-62,-25 24-16,25-24 0,0 50 46,0-25-46,0-25 0,-25 25 32,50-25 139,49 0-155,25 0-16,1 0 0,-26 0 31,25 0-31,-74-25 140,-25 25-124,0-25 0,0 0-16,-25 0 31,0 1 16,25 24 187,0 24-203,0 26-31,0-25 0,0 24 47,0 51-47,0-76 15,0 1 1,0 0 15,0 0-31,0 0 0,0 24 31,0-49 0,0 25 16,0 0 62</inkml:trace>
  <inkml:trace contextRef="#ctx0" brushRef="#br0" timeOffset="-82768.9">25028 9798 0,'0'0'78,"-25"49"-62,-149 224-1,174-198 1,-148 173 15,123-199-31,0-24 16</inkml:trace>
  <inkml:trace contextRef="#ctx0" brushRef="#br0" timeOffset="-82035.86">25425 9897 0,'0'0'31,"0"74"-31,-75 1 16,51 24-1,-1-24-15,0-26 0,-25 26 32,-49 173-32,99-199 15,-49-24 16,24 25-31,25-26 141,0-73-94</inkml:trace>
  <inkml:trace contextRef="#ctx0" brushRef="#br0" timeOffset="-81388.83">25921 9971 0,'-25'50'47,"0"-25"-32,-24 124-15,24-100 16,25 75 0,-25-49-16,-49 74 15,74-125 16,-100 100-31,100-99 0,0 50 32,-24-51-32,-1 26 15,0-50 63,0 0-47,-24 0-15,49-25 0</inkml:trace>
  <inkml:trace contextRef="#ctx0" brushRef="#br0" timeOffset="-80343.76">25053 9723 0,'-25'0'32,"0"0"-17,-24 0 16,49 0-31,-25 25 0,-25 25 32,25-25-32,0 24 31,-24 26-31,49-51 31,-25 26-31,0-25 0,0 25 31,25 24-31,0-49 0,-24 0 31,24 24-31,-25-24 32,0 74-32,25-49 0,-25-25 31,25-1-31,0-24 0,0 25 31</inkml:trace>
  <inkml:trace contextRef="#ctx0" brushRef="#br0" timeOffset="-45481.77">11187 13271 0,'0'0'47,"-50"0"-47,25 0 47,-49 74-47,74-49 0,-25 0 31,0 24-31,1 1 0,-1-25 31,25-1-31,0-24 47,25 0 109,49 0-140,-24 0-16,-1 0 15,26 25 1,-75-25-16,0 0 140,0 0-109,0 0-15,0 0 140,0 50-140,0-1-16,0 1 0,0 49 15,0-74 16,0 25-31,0-26 0,0 1 32,-25 0 61,25-25-62,-25 0-31,0 0 0,25-74 32</inkml:trace>
  <inkml:trace contextRef="#ctx0" brushRef="#br0" timeOffset="-44432.71">11584 13469 0,'-25'0'31,"50"0"16,24 0-32,26 0-15,-75 0 31,99 0-31,-74 0 47,49 0-47,-49 0 31,25 0-31,-1 0 0,-24 0 32,0 0-32,0 0 0,-1 0 15,1 0 16</inkml:trace>
  <inkml:trace contextRef="#ctx0" brushRef="#br0" timeOffset="-42992.63">11633 13593 0,'0'0'125,"75"0"-110,-50 0-15,24 0 0,-24 0 31,49 0-31,-74 0 0,50 0 16,-25 0 124,-25 0-93,25 0-16,24 0-31,-49 0 16,25 0 15,25 0 16,-50 0 15,24 0 16,-24 0-62,50 0 15,-50 0 0</inkml:trace>
  <inkml:trace contextRef="#ctx0" brushRef="#br0" timeOffset="-41160.52">12030 13295 0,'0'-24'47,"0"-1"-16,0 25 78,0 0-78,0 0-31,25 0 32,0 0-17,0 49-15,-1-24 31,1-25-31,-25 25 32,0-25-32,25 25 0,0-25 15,-25 25 1,25-1-1,-25-24 1,0 25 0,25-25-1,-1 25 16,-24-25 16,25 25-31,0-25 109,0 0-32,-25 25-77,-25-1-16,25 1 31,0 0-31,0-25 0,-25 50 31,0-1-31,1-24 16,24 0 15,0-25-31,0 25 31,-25-25-31,0 24 16,25 1-16,0-25 31,-25 25-15,25-25 15,-25 0 16,25 25-32,-25-25 157,1 25-141</inkml:trace>
  <inkml:trace contextRef="#ctx0" brushRef="#br0" timeOffset="-35352.19">12774 13246 0,'0'0'32,"0"0"-1,0-50-31,0 25 0,0-24 47,0 49-47,25-25 0,0 25 31,25-25-31,-1 25 31,-49 0-31,25 0 31,25 0-31,-26 25 16,-24-25-1,25 49 1,-25-24-16,0-25 16,0 50-16,0-25 0,0-25 15,0 49 32,0-49-16,0 25-31,0-25 16,-25 0 15,25 0-31,-49 0 0,49 0 31,-25 0 0,25 0-15,0 0 62,0 0-47,0 0-31,50 0 0,-26 0 16,-24 0-16,25 0 15,25 0-15,-25 0 32,49 75-32,-49-75 31,-25 24-16,0 1 17,0 0-32,0 0 15,0-25 1,-25 49-16,-49-49 0,74 0 15,-25 0-15,-25 0 32,50 0-32,-25 0 15,-24 0 1,49 0-1,-25 0-15,0 0 0,0 0 32,1 0-32,-1 0 31,-25-24-31,50 24 0,-25-25 15,1 25-15,-1-25 32</inkml:trace>
  <inkml:trace contextRef="#ctx0" brushRef="#br0" timeOffset="-34641.15">13419 13618 0,'0'0'16,"25"-25"-1,-25 25 17,0 25-32,0 0 31,0 74-31,0-99 0,0 49 31,0-24-31,0 0 0,0 0 16</inkml:trace>
  <inkml:trace contextRef="#ctx0" brushRef="#br0" timeOffset="-32993.06">13692 13246 0,'-25'-25'63,"25"25"-48,0-25 17,0 25-32,0-50 0,25 50 31,50-74-31,-51 49 0,1 25 15,-25 0 1,25 0 0,25 0 15,-50 0-31,49 0 31,1 0-31,-25 25 0,-1 0 31,-24-25-15,0 25-1,0-1 1,0 51-16,0-50 16,-74 24-1,49-49 32,-49 75-47,74-50 0,-25-25 31,0 24-15,-24 1-16,49 0 31,0-25 109,24 0-108,76 0-32,-76 0 0,51 0 15,-50 0 1,-1 0 15,-24 0-31,25 0 47,0 0-16,0 0-15</inkml:trace>
  <inkml:trace contextRef="#ctx0" brushRef="#br0" timeOffset="-31920.99">14461 13543 0,'0'0'110,"0"25"-110,-25-25 15,25 50 1,-24-25-16,-1 24 15,0-24 17,25-25 61</inkml:trace>
  <inkml:trace contextRef="#ctx0" brushRef="#br0" timeOffset="-30258.9">14982 12998 0,'0'0'31,"-25"0"-31,-24 0 16,49 0 15,-50 0-31,25 0 0,25 0 31,-25 0-31,1 0 0,-1 0 32,0 0-32,0 24 0,25 1 31,-25 0-31,25 0 31,-24 0-31,24-1 31,0-24-31,0 25 31,0 25-15,0-50 15,24 74-31,-24-74 31,0 50-31,50-25 0,-50 0 32,74-25-1,-49 0-31,-25 0 31,25 0 0,0 0-31,0 0 31,74 0-31,-74 0 0,24-25 32,-49 25-17,0-25 32,0-25-16,-25 50 0,25-24-31,-49-1 16,24 25-16,25-25 47,-50 25-47,50 0 0,-24 0 47,24 0-16,-50 0-31,25 0 0,25 0 15,-25 0-15,25 0 47,0 25-31,-24 24 15,24-49-31,0 25 94,0 0-79,-25-25 94,25 25-77</inkml:trace>
  <inkml:trace contextRef="#ctx0" brushRef="#br0" timeOffset="-26576.69">13221 12774 0,'0'0'78,"0"25"-78,0 25 15,-25-1-15,25-24 78,-50 74-78,50-99 31,-24 100-31,-1-51 0,0-24 32,0 0-32,25 0 31,0 0-31,0-1 0,0 26 31,0-25-31,-25 24 0,1-24 47,24 0-47,-25 25 0,25-50 15,0 24-15,-25 1 32,25 0-32,-50 25 31,50-26 0,0-24-31,0 50 31,0-50-15,0 25 31,-24 24-47,24-24 0,0 0 15,-25 25-15,0-50 31</inkml:trace>
  <inkml:trace contextRef="#ctx0" brushRef="#br0" timeOffset="-25165.61">14089 12774 0,'0'0'78,"0"0"-62,0 50-16,0 0 0,-25-1 31,0 50-31,1-49 31,24-50-31,0 25 0,0 0 16,0-25-16,-25 49 31,25-24-31,0 0 15,0 0 1,-25 24-16,0-24 31,25 0-15,0-25-16,0 25 15,0-25 1,0 74-16,-49-49 16,49 25-1,0-50-15,0 24 31,0 1-31,0 0 32,-25-25-32,25 25 15,0 24-15,0-49 16,-25 50 15,25-25-15,0-25 108,-25 0-108</inkml:trace>
  <inkml:trace contextRef="#ctx0" brushRef="#br0" timeOffset="-23712.53">14883 13667 0,'25'0'93,"24"-24"-62,50-1 1,-99 25-32,25 0 0,25 0 15,-25 0 1,-1 0-1,1 0 17,50 0-32,-75 0 0,24 0 31,26 0 0</inkml:trace>
  <inkml:trace contextRef="#ctx0" brushRef="#br0" timeOffset="-22385.45">15627 13022 0,'0'0'62,"25"0"-46,24 0 15,199 0-31,-124 0 0,-24 0 31,-1 0-31,-74 0 16</inkml:trace>
  <inkml:trace contextRef="#ctx0" brushRef="#br0" timeOffset="-21689.41">15701 13320 0,'25'0'78,"99"25"-78,-99-25 0,149 0 31,-125 0-31,-24 0 0,-25 0 31,25 0-31,0 0 31,-1 0-31,-24 0 0,25 0 63,0 0-32</inkml:trace>
  <inkml:trace contextRef="#ctx0" brushRef="#br0" timeOffset="-20481.34">16222 12849 0,'0'0'62,"0"25"-15,99 148-47,-99-148 31,25 25-31,0-50 0,-25 24 63,25-24-32,-25 25 47,0 25 31,0-25-78,-50 24-31,50-49 0,-25 75 16,-49-26-16,24 26 0,1-26 47,-1 26-47</inkml:trace>
  <inkml:trace contextRef="#ctx0" brushRef="#br0" timeOffset="-19201.27">16793 12973 0,'-25'0'47,"-99"0"-16,124 0-31,-25 0 63,0 25-63,25 49 0,0-49 15,0 24 1,0 1 0,-24-50-16,24 25 15,0 0 1,0 0-16,0-1 47,0 1-47,0 0 15,24 25 1,1-50-16,-25 24 31,25-24-31,-25 0 0,50 0 16,-26 0 15,-24 0 0,50 0-31,-25 0 16,-25 0-16,0 0 0,25-24 31,-25-1 47,0 25 15,0 0-46,-25 0-47,25 0 31,-25 0-31,0 0 0,0 0 47,25 0-47,-24 0 31,24 0-15</inkml:trace>
  <inkml:trace contextRef="#ctx0" brushRef="#br0" timeOffset="-15750.07">3448 5234 0,'0'-25'78,"-25"25"-63,-25 0 17,26 0-32,-1 0 15,0 0 32,25 0-31,-25 25 15,25-25-31,-25 0 15,1 25-15,24-1 32,0 26-1,0-50-31,0 50 15,0-26 32,0 26-47,24-25 31,-24-25-31,25 25 16,0-1 0,0 1-1,0 0-15,-1-25 16,51 50-1,-50-50 17,-1 0-32,1 0 15,0 0 16,25 0-31,-50 0 16,24 0-16,1 0 16,0 0-1,-25 0 32,0 0-31,25 0-16,0-25 0,-25 0 31,0 0-31,0 25 15,0-25 63,0 1-46,0-1-17,0 25-15,-25-25 47,25 25-31,-25 0 15,25 0 0,-50 0-31,50 0 16,-24 0 15,24 0 0,-50 0-15,50 0-16,-25 0 31,25 0-31,-49 0 15,49 0-15,-25 0 110,25 0-48,0 25 0,0-25-15,0 49 94</inkml:trace>
  <inkml:trace contextRef="#ctx0" brushRef="#br0" timeOffset="-12888.91">16570 6052 0,'0'0'31,"-75"0"-31,1 0 16,-26 0-1,100 0 1,-24 0-1,-1 0 48,-25 0-48,25 25-15,1 0 32,-1 25-32,0-50 0,25 74 31,0-49-31,0 0 47,0 24-47,0-24 0,0 0 31,0 0-31,0-1 31,0 1-31,0 0 0,25 49 31,24-49 16,-24-25-31,0 25-16,0-25 31,24 0-31,1 0 31,49-74-31,-74 74 16,0 0-16,-25-25 15,0 0 48,0 0-32,0 0-31,0 1 15,0-1-15,0 25 32,0-25-17,0 0 16,0 0-15,0 25 15,-25 0-31,0 0 31,1 0-15,-1 0-16,0 0 16,-25 0-1,25 0 1,-24 0-16,49 0 31,-25 0-31,0 0 16,0 0-1,25 25 16,-24 0-15,24-25 31,0 25-32,0-25 17,0 49-17,0-49 16</inkml:trace>
  <inkml:trace contextRef="#ctx0" brushRef="#br0" timeOffset="-11293.82">28997 9723 0,'-25'-24'16,"25"24"31,-50 0-47,25 24 0,-24 76 15,49-51 17,-25 75-32,-25-74 0,26 49 31,-51 25-31,50-25 31</inkml:trace>
  <inkml:trace contextRef="#ctx0" brushRef="#br0" timeOffset="-10508.77">29443 9699 0,'0'-25'31,"-25"25"-31,25 49 0,-198 646 78,198-695-47,-25 74-15,0-49 15,1 0-15,-1-25 77,25 25-30,-25-25-32</inkml:trace>
  <inkml:trace contextRef="#ctx0" brushRef="#br0" timeOffset="-9579.75">29790 9847 0,'0'0'156,"-248"720"-156,174-522 0,74-173 188,-25 0-157,0 0 31,25-25-31</inkml:trace>
  <inkml:trace contextRef="#ctx0" brushRef="#br0" timeOffset="-4230.41">11237 14684 0,'0'0'109,"-75"0"-109,50 0 0,0 0 15,1 0 1,-1 25-16,0-25 0,0 50 31,-24-25-31,24-1 16,25 1-16,-25 0 15,0 25 1,0-26 0,25 1-16,0 0 15,0-25 1,0 25 46,0 99-62,0-99 31,50 49-15,-50-74 15,50 0-15,24 0-16,25 0 0,-24 0 15,-26 0 1,1 0-16,-25 0 16,24 0 15,-24 0-31,0-25 0,-25 25 31,0-25 0,0 25-15,0-24-16,0-1 15,0 0 17,0 25 30,-25-50-46,25 50 15,-25 0-31,-24 0 0,49 0 15,-50 0 17,25 0-32,25 0 15,-24 0 1,-1 0-1,0 0-15,0 0 32,-25 0-32,1 25 0,49-25 31</inkml:trace>
  <inkml:trace contextRef="#ctx0" brushRef="#br0" timeOffset="-3417.36">11757 14808 0,'0'0'62,"0"0"-62,75 0 31,-75-24-31,49 24 16,51 0-16,-51 0 16,1 0-1,-25 0 16,-25 0 1,149 0-17,-100 0-15,-24 0 16</inkml:trace>
  <inkml:trace contextRef="#ctx0" brushRef="#br0" timeOffset="-2217.34">12055 14982 0,'-25'0'46,"0"0"-46,25-25 110,0 25-95,0-25-15,0 25 0,50 0 31,-50 0-31,74 0 0,-49 0 32,-25 0-32,25 0 0,25 0 0,49 0 31,-74 0-16,0 0 48,-25 0-63,24 0 0,1 0 15,0-24-15,-25 24 63,25 0 30,0-25-61,-1 25 46,1 0-47</inkml:trace>
  <inkml:trace contextRef="#ctx0" brushRef="#br0" timeOffset="-1024.23">12303 14511 0,'0'0'78,"25"0"-46,0 0-32,-25 25 0,49 24 15,-49-49-15,50 50 16,0 24-16,-26-49 31,-24-25-31,0 25 0,25 0 31,-25-25-31,25 24 31,-25-24-15,0 25 187,0 0-172,0 74-31,0-49 0,-25-25 31,0 99-31,25-124 31,-49 49-31,49 1 32,0-50-1,0 25 109,-25-25-124,0 0-1,0 0 1</inkml:trace>
  <inkml:trace contextRef="#ctx0" brushRef="#br0" timeOffset="9263.34">13122 14511 0,'0'0'62,"0"0"-31,0 99-31,0-25 0,0-49 31,0 124-31,0-124 0,0 24 32,0 1-32,0-25 0,0 0 31,0-25-16,24 24-15</inkml:trace>
  <inkml:trace contextRef="#ctx0" brushRef="#br0" timeOffset="9870.4">13320 14957 0,'0'0'46,"0"25"-46,0 25 0,0-26 47,0 51-47,0-26 16,0-24-16,0-25 15,-25 50 17</inkml:trace>
  <inkml:trace contextRef="#ctx0" brushRef="#br0" timeOffset="11492.49">13791 14312 0,'0'0'31,"-24"0"-31,-1 0 15,25 50 1,-25-25-16,25 24 31,-25 1-31,0 0 0,1-50 16,24 24-16,0-24 62,0 25 16,0 0-47,0-25-15,0 25 15,49 49-15,1-49-16,-25-25 15,49 25-15,-74-25 32,50 0-32,-50 0 0,24 0 31,-24 0 0,50 0-31,-50-25 0,0-25 47,0 26-47,0-1 62,0 0-62,-25 25 16,0 0 31,25 0-1,-24 0-30,24 0 46,0 0-30,0 25-32,0 49 0,0 25 15,0-49 1,0-25-1,0 49-15,0-49 16,24 0 0,-24 0-16,0-1 31,0-24-31,25 50 0,-25-25 31,0 0 0,0-25 110,0-25-141,0 25 15</inkml:trace>
  <inkml:trace contextRef="#ctx0" brushRef="#br0" timeOffset="16276.76">13271 14238 0,'0'25'78,"0"-1"-62,0 1-16,-25 0 15,25 25 1,-25-25 15,25 24-15,0-24-1,-25 49 1,0-24 15,25-50-15,-25 50 15,25-50-31,0 24 31,-24 26 0,24-25-31,0 0 16,-25-1-16,25 1 31,-25 0-31,25 0 31,-25 24-31,25-24 16,0-25-1,0 25-15,-25 0 32,1 0-32,24-25 15,0 24 1,0 1-16,0 0 31,-25 0-31,25 0 0,0-25 16,0 24 15,0-24-31,0 25 31,0 0 16,-25 0-32</inkml:trace>
  <inkml:trace contextRef="#ctx0" brushRef="#br0" timeOffset="18008.86">14188 14238 0,'-49'25'109,"49"-25"-78,0 24-31,0 51 0,0-75 16,-25 25-16,25 0 0,0-1 31,-25 1 0,0 0-31,25 0 0,0-25 16,-25 49-16,25-24 15,-49 50 1,49-51-1,-25 26 1,25-50-16,0 50 31,0-26 0,-25-24-31,25 25 16,-25 0-16,25-25 47,-24 25-47,-1 24 15,25-49-15,-25 50 16,25-50 31,0 25-47,-25 49 47,-24-49-16,49 25-31,0-26 15,0-24-15,0 25 32,-25 0-32,25 0 31,0 0-16,0-1 1,0-24 15,-25 25 16,0-25-47,25 25 125,-25-25-94</inkml:trace>
  <inkml:trace contextRef="#ctx0" brushRef="#br0" timeOffset="23871.2">14759 14610 0,'0'-25'16,"0"25"-1,25-25-15,-1 25 32,26 0-32,0 0 0,24 0 31,75 0-31,-100 0 15,1 0 1,-25 0-16,0 0 0,24 0 16,51 0 15,-76 0-16,1 0-15</inkml:trace>
  <inkml:trace contextRef="#ctx0" brushRef="#br0" timeOffset="24655.24">14833 14808 0,'0'0'16,"25"0"15,49 0-31,1 0 0,-26 0 31,26 0-31,-26 0 0,1 0 16,-25 0-16,0 0 16,24 0-1,-49 0 16,25 0 1,0 0-1,0 0-31,0 0 0,24 0 31,-24 0-31</inkml:trace>
  <inkml:trace contextRef="#ctx0" brushRef="#br0" timeOffset="25636.3">15329 14337 0,'50'0'16,"24"25"-16,-49 0 31,-25-25-31,75 74 0,-51 1 15,1-75-15,-25 49 47,50 26-47,-25-51 0,-1 26 16,1-50-1,-25 25 1,0 0 171,-49 49-124,-100 124-63,124-173 0,25 0 124,25-25-92,99 0-32</inkml:trace>
  <inkml:trace contextRef="#ctx0" brushRef="#br0" timeOffset="26649.36">16421 14387 0,'0'0'31,"-50"25"-15,50 49-16,-25-24 16,-24 24-1,24-49 16,25 24-31,-25 1 0,25-50 47,-25 25-31,25-25 62,-25 0-63</inkml:trace>
  <inkml:trace contextRef="#ctx0" brushRef="#br0" timeOffset="27240.39">16173 14461 0,'0'-25'31,"0"25"0,24 0-31,1 25 16,0 0-16,0 25 0,24-26 31,-49 1-31,25 25 0,0-50 31,-25 49-31,25-49 0,-25 25 47,0-25-47,0 25 0,25-25 16,0 0-16,-25 25 15</inkml:trace>
  <inkml:trace contextRef="#ctx0" brushRef="#br0" timeOffset="83647.62">18157 11757 0,'-25'0'63,"25"0"-63,0 50 15,0 0 17,0-26-32,0-24 0,0 50 15,0-25 63,0-25-62,0 49-16,0-24 15,0 25 1,0-50 0,0 25 46,0-25 16,0 49-62,0-49-16,0 25 46,25 25-14,0-50-32,0 25 15</inkml:trace>
  <inkml:trace contextRef="#ctx0" brushRef="#br0" timeOffset="85416.72">18107 11807 0,'0'-25'0,"0"25"47,0-25-47,0 1 31,25-1 16,0 25-47,0 0 62,-25 0-46,25 0-16,24 0 31,-24 25-31,-25-1 47,25 1-47,-25-25 31,0 25 0,0 0-15,0-25 15,0 25-31,0-1 31,0 1-31,0-25 16,0 25-16,0 0 31,-25 0 16,0-25-32,25 24 63,0-24 32,0 0-48,25 0-62,0 0 0,0 0 31,-1 0-31,26 0 16,49 149 93,-99-149-109,0 25 31,0 25-31,0-25 63,-74-1-63,49 1 0,-25-25 15,1 25 16,24-25 94,-49 0-125,49 0 0,0 0 47,0-50-47</inkml:trace>
  <inkml:trace contextRef="#ctx0" brushRef="#br0" timeOffset="86993.81">18802 12030 0,'-25'0'31,"0"0"-15,25 0-16,-24 0 0,-1 0 31,0 0 16,25 0-32,-50 0-15,50 25 32,0 0-32,0-25 15,0 25 1,0 24-1,0-49 1,25 0 0,0 25-16,-25-25 15,50 0 1,-26 0-1,-24 0-15,50 0 16,-25 0-16,24 0 16,-49 0-1,25 0 1,-25 0 15,25 0-31,0-25 16,-25 25-16,0-49 31,0 49 0,0-25 0,0 0-31,0 0 31,-25 25-31,0-25 32,25 25 108,0 0-109,0 50-31,0-25 16,0 24 15,0-49-31,25 25 0,0 0 16,-25-25 15,25 25 0,-1 0-15,1 0 108,0 24-108,0-24-16,0 0 31,-25-25 63</inkml:trace>
  <inkml:trace contextRef="#ctx0" brushRef="#br0" timeOffset="88110.87">19422 11981 0,'-25'0'47,"-124"0"-47,149 0 47,-24 0-47,-26 0 62,25 0-62,-24 0 31,49 0-31,0 24 47,0 1 0,24 124-32,1-149-15,0 25 47,0 0-47,0 0 0,74 49 47,-99-74 78,149-25-125,-125 25 15,-24-25 32</inkml:trace>
  <inkml:trace contextRef="#ctx0" brushRef="#br0" timeOffset="89147.93">19571 11708 0,'0'0'63,"0"25"-48,0-1-15,0 26 31,0 0-31,0-1 0,0-24 32,0 0-32,25 0 0,-25 24 15,0-49 16,25 50-31,-1-25 0,-24-25 32,0 24-32,0 1 31,0 0-31,0-25 15,0 25-15,0 0 32,0 0 30,0-25-31,0 24-15,0 1 15,0-25 47</inkml:trace>
  <inkml:trace contextRef="#ctx0" brushRef="#br0" timeOffset="90471.01">19819 11931 0,'0'0'31,"-25"0"-31,-24 0 0,-26 25 31,50-25-31,25 0 31,-49 25-31,24-1 16,0-24-16,25 0 234,0 0-218,50 0-16,-50 0 31,25 0-31,-25 0 0,49 0 15,-24 0 1,25 0-16,-50 0 16,49 25-16,-49 0 15,25-25 32,74 50-47,-74-26 62,-25-24-62</inkml:trace>
  <inkml:trace contextRef="#ctx0" brushRef="#br0" timeOffset="91945.09">20737 11757 0,'0'0'109,"0"25"-94,0 99 1,25-49 15,-1 24-15,-24-74-1,0-25 1,0 24-16,25 1 31,0 0-31,-25-25 0,0 25 16,0 0 15,0-25-31,0 25 31,0-1-31,0 1 63,0-25-17,-25 0-30,-24 0-16</inkml:trace>
  <inkml:trace contextRef="#ctx0" brushRef="#br0" timeOffset="92967.15">20464 11807 0,'0'-25'109,"0"0"-93,0 25-16,49 0 15,26 0 32,148 0-47,-198 0 0,0 0 16,0 0-16,-1 0 31,1 0-31,0 0 15,0 0 1</inkml:trace>
  <inkml:trace contextRef="#ctx0" brushRef="#br0" timeOffset="94191.22">20861 11956 0,'0'-25'31,"0"0"-15,0 0-16,0 25 31,49-24-16,-24 24-15,25 0 63,99 0-63,-149 24 0,49 1 31,1 25-15,-50-25-1,0 24-15,0-49 16,0 25 15,0 0-31,0 0 0,0-25 31,0 24 0,0 1 16,0 0-16,0-25-31,-25 0 32,25 0-32,-25 0 31,25-25 0,0 25-31,0-25 16,0-24-16,0-26 15,25 26 1,25 24-16,-26 0 15,1 25-15,-25-25 32,50 25-32,-50 0 15,25-24 1,-25 24 15</inkml:trace>
  <inkml:trace contextRef="#ctx0" brushRef="#br0" timeOffset="95663.3">21654 11857 0,'-24'0'31,"-1"0"-31,25 0 47,-50 0-47,25 0 46,25 0-46,-24 24 16,24 1 0,0 0 15,0 0 0,0 24-31,0-49 31,0 25-31,0 0 0,0-25 16,0 25 15,0-25-15,0 25-1,24-25 1,-24 0-16,50 0 15,-50 0 1,25 0 15,-25 0 0,25 0-15,-25-25-16,0 0 0,0 0 31,49 0-31,-49 1 63,0-1-32,0 0-31,0 25 31,-25-25-31,25-24 31,0 49 156,0 49-171,0-24-16,25 0 0,-25 0 31,0-1-31,0-24 0,0 25 31,25 0-31,-25-25 16,0 25 15</inkml:trace>
  <inkml:trace contextRef="#ctx0" brushRef="#br0" timeOffset="96929.37">21878 11857 0,'0'0'203,"0"0"-187,0 24-16,0 1 15,0-25 1,0 50-16,0-25 15,25-1 1,-25-24 0,24 50 15,1-25 0,25 0 0,-25-25 0,24 0-31,-49 24 16,25-24-16,0 0 0,0 0 31,-25 0-31,24 0 16,26 0-1,-50 0 17,25 0-32,0-24 0,-25 24 31,0-25 47,0 0-47,-25 25-31,25-25 0</inkml:trace>
  <inkml:trace contextRef="#ctx0" brushRef="#br0" timeOffset="97642.42">22275 11708 0,'24'-25'94,"-24"25"-79,50 0-15,-25 50 16,0-26-16,-1 76 16,1-76-1,0 1 16,25 74 16</inkml:trace>
  <inkml:trace contextRef="#ctx0" brushRef="#br0" timeOffset="98598.46">22671 11807 0,'0'0'16,"-24"0"-16,-76 0 15,51 0-15,24 0 0,0 0 16,25 25-16,-25 0 31,1-25-31,-1 24 62,50-24 94,74 0-140,0 0-16,0 0 0,1 0 16,-100 0-1,24 0 1,1 0-16,0 25 47,-25 0-47,25-25 0</inkml:trace>
  <inkml:trace contextRef="#ctx0" brushRef="#br0" timeOffset="99190.5">23019 11832 0,'0'0'62,"0"25"-62,0-25 16,25 49-16,-1 1 0,-24-25 15,0-25-15,25 49 32,-25-24 77</inkml:trace>
  <inkml:trace contextRef="#ctx0" brushRef="#br0" timeOffset="99559.53">22895 11584 0,'0'0'31</inkml:trace>
  <inkml:trace contextRef="#ctx0" brushRef="#br0" timeOffset="100950.59">23217 11782 0,'0'0'78,"0"25"-78,0-25 16,25 99-1,0-74-15,-25 0 31,0 0-31,0-1 16,0-24 78,0 0-79,0-24 16,0-26-31,0 25 16,25-49 0,-25 74 15,0-25-16,24 25-15,-24-25 16,50 0 0,-50 25 77,25 0-62,-25 0-31,25 0 16,-1 0-16,1 0 31,0 0-31,-25 25 47,25 25-47,-25-1 0,0-49 31,0 25-31,0 25 16,0-25-1,0-25-15,0 49 32</inkml:trace>
  <inkml:trace contextRef="#ctx0" brushRef="#br0" timeOffset="102745.7">23862 11733 0,'0'-25'16,"0"25"-16,0 0 31,-50 0-31,26 0 47,24 0-47,0 0 15,0 25 16,0-1-31,0 1 16,0 25-16,-25-50 16,25 25 15,0-25-31,0 24 15,0 1 17,0-25-17,0 25 1,25-25-16,-25 25 15,74-25 1,-74 0-16,75 0 31,-75 0-15,49 0-16,-49 0 0,25 0 31,-25 0-31,0-25 31,0 0-31,0 0 0,0 25 16,0-24-16,0 24 31,0-25-31,0 0 16,0 25 62,-25-25-63,25 25 141,0 0-125,0 99-31,0-99 32,25 25-32,0 25 15,-25-50 1,0 49-1,0-24-15,0 0 32,0-25-32,49 25 0,-49 0 15,0-1 16,0 1-31,0 0 0,0 0 32,0-25-32,0 50 31,0-26 62,0-24-77,0 0 15,-24 0-15,-1 0-16,0 0 15,-25 0 1,26 0 0,24 0-16,-25 0 46,0 0-30,25 0 31,-25 0-32,0 0-15,25 0 16,0 0 31,-25 0-32,25-24 32</inkml:trace>
  <inkml:trace contextRef="#ctx0" brushRef="#br0" timeOffset="107944">18678 12824 0,'-25'-25'31,"0"0"16,25 25-47,-24 0 0,24 0 47,-50 0-16,25 0-31,25 0 16,-50 0 31,26 0-1,-1 0-46,25 25 47,-25-25-31,25 25 31,-25 0-47,25-25 15,0 49 16,0-49-15,0 25 0,0-25-1,0 25-15,0 25 47,0-1-16,0-49-31,0 25 16,0-25 31,0 50-47,0-50 15,25 24 16,0-24 1,0 0-32,-1 0 15,1 0-15,0 0 16,25 0-1,-25 0 17,-25 0-32,24 0 15,1 0-15,0 0 16,-25 0-16,50 0 31,-50 0-15,0-24 15,24-1 0,-24 25 0,0-25 47,0 25-62,0-50 15,0 50 109,-49-24-124,49 24-16,-25 0 109,-25 0-78,50 0-31,-24 0 63,-26 0-63,50 24 47,-25-24-16,25 25 0,0 0-15,0-25 46</inkml:trace>
  <inkml:trace contextRef="#ctx0" brushRef="#br0" timeOffset="123384.89">15801 16396 0</inkml:trace>
  <inkml:trace contextRef="#ctx0" brushRef="#br0" timeOffset="131727.37">17711 4043 0,'0'0'16,"0"0"77,0 447-46,0-423-31,0 1-1,0 25-15,0-50 32,0 49-32,0-24 0,0 50 15,0-51-15,0 1 0,0 0 47,24 74-47,-24-49 16,0 24-1,0-74 1,0 25-1,0 0-15,0 0 47,0 0-47,0-1 0,0 1 0,0 0 16,0 25 77,0 148-93,0-148 0,0-26 0,0 26 16,0-50 15,0 99-15,0-74-16,0 0 15,0 74 1,0-99 0,0 50-16,0 74 31,0-99-16,0 148 63,0-49-78,0-49 0,0-51 63,0 175-63,0-199 0,0 25 15,0 24 1,0-24-16,0 25 31,0 49-31,0-99 16,0 74-1,0-74-15,0 25 16,0 0-16,0 0 16,0 24-1,0-24-15,-24 50 0,24-26 31,0 1-31,0-1 0,0 1 16,0-50-16,-25 50 31,25-50-31,-25 49 0,25 1 16,0-25-1,-25-1 1,25 1 0,0 25-16,0-25 15,0 24 1,0-49-16,-49 50 31,49-50-31,0 25 0,0-25 31,-25 74-31,25-24 0,0-1 16,0-24-1,0 74 1,-50-74-16,50 25 16,0-25-1,0-1 1,0 1-16,-25 0 0,25 49 15,0-74 1,0 50 0,0 49-16,0-74 31,0 49-31,0-49 0,0 25 62,-25 223-62,1-249 0,24 1 31,0 25-31,0-50 0,0 50 32,-25-26-32,25 1 0,0 0 31,-25 25-31,25-26 0,0 1 31,-50 25-31,50-25 16,0-1-16,0 26 0,0-25 31,-49 74-31,49-74 0,0 0 31,-50 74-31,50-74 0,0-1 31,0 1-31,-25 0 0,25 0 31,0 0-31,0-25 16,0 24 78,0-24-16,0 0-47,50 50-16,0-25 63,-26 0-46,-24-25-32,0 49 0,25-24 31,0-25-16,-25 25-15,0-25 47,0 25-47,0 24 16,25-24 15,-25 0 16,0 0-32,0-25 17,0 25 61,0-25-15,0 49-47,0-49 1,0 25-17,0 25-15,0-26 31,0-24 1,0 50-1,0-50-31,0 25 31,0-25 16,0 25 109,0-25-141,49 0 17,26 24-32,-25 1 0,24-25 31,-24 0-31,-50 0 31,24 0-31,-24 0 31,50 0 0,49 25-31,-74-25 0,25 0 32,24 25-32,-49-25 0,-25 0 46,25 0-14,-1 0-32,1 0 15,-25 0-15,50 25 16,-50-25-1,25 0-15,-1 0 16,26 0-16,-25 0 16,0 0 30,24 0-46,1 0 32,24 0-32,-74 0 0,25 0 31,25 0-31,-50 0 31,49 0-15,1 0-16,-25 0 0,0 0 15,-1 0 63,1 0-78,25 0 31,-25 0 16,24 0-47,-49 0 0,50 0 47,24 0-47,-49 0 0,0 0 62,-25 0-30,25 0-1,-1 0-16,1 0-15,-25 0 16,50 0 0,-25 0 30,24 0-30,-49 0 15,25 0 110,-25 0-110,0 0 16,0-50-16,0 50-16,0-25 17,0 25 124,25-49-125,-25 49-16,0-25-15,0 25 16,25-75 0,-25 51 15,0-76 31,0 76-62,24 24 0,-24-50 31,0 50-31,0-25 0,0 25 47,0-74-47,0 24 0,0 50 16,0-25-1,0 25 1,0-49-16,0-1 31,0 0-31,0 50 31,0-99-15,0 99 15,0-49-31,0 24 0,0 25 0,0-75 31,0 75-31,0-49 16,0 24 0,0 25-1,-24-50-15,24 26 16,0 24-16,0-50 15,0-24 1,0 49-16,0 0 31,0-49-31,0 49 0,0-25 31,0 1-31,0 49 16,0-25-16,0-50 0,0 75 31,0-49-31,0 24 0,0 0 16,0 0-1,0-24 1,0 24-16,0 0 16,0 0-1,0-24-15,0 24 16,0 25-1,0-50-15,24 1 0,-24 49 16,0-25-16,0 0 16,0-49-1,0 49-15,0-25 31,0 25-31,0 1 0,0-1 16,0 0-16,0 25 0,0-74 16,0-1-1,0 1 1,0 49-16,0-50 15,0 51-15,0-26 16,0 25 0,0-74-16,25 49 31,-25 1-31,0 24 0,0-25 15,0 1-15,0-1 0,0-24 32,0 24-32,0 1 15,0 24 1,0-25-16,0 1 15,0-1 1,0-74 0,0 99-1,0-99 1,0 74-16,0-98 31,0 123-31,0 0 16,0-25-16,0 50 0,0-49 31,0 49-31,0-25 0,0-49 15,0 49-15,0 0 32,0-25-32,0 1 0,0 24 15,-25-49-15,25 49 31,0-25-31,0 25 0,-24 1 16,24-26-16,0-24 16,0 49-1,-50-25-15,25 0 0,25 1 16,0 24-1,0 0 1,-25-24-16,25 49 0,-49-124 47,49 74-47,0 50 15,0-99-15,-25 74 16,25-49 0,0 49-16,0-50 15,0 75 1,0-24-1,-50-26-15,50 25 0,0 0 32,0-24-32,0 24 0,0-49 15,0 24-15,0 0 31,-24 1-31,24-26 16,-25 26 0,25 24-16,0 0 15,0 0 1,0-24-16,0 24 0,0 0 15,-25-49-15,25 74 16,-25-25 0,25 0 15,0 0-31,0 0 0,0 25 15,0-24 17,0-1-32,0 0 0,0 25 31,0-25-31,0 0 0,25-24 15,-25 49-15,0-25 16,0 0 0,0 0 15,0 1-31,0-1 0,25 0 15,0-25 1,-25 50 0,0-24-1,24-1-15,-24 0 125</inkml:trace>
  <inkml:trace contextRef="#ctx0" brushRef="#br0" timeOffset="134670.53">17289 9624 0,'0'0'63,"49"0"-63,-24 0 15,50 0 1,-51 0 15,51 0-31,-25 0 0,-26 0 16,51 0-16,24 0 0,-74 0 31,49 0-31,-49 0 0,25 0 31,24 0-15,-49 0-1,0 0-15,24 0 16,26 0-16,123 0 16,-173 0-1,49 0 1,-49 25-1,0-25-15,0 0 16,0 0 0,-25 0-16,49 0 15,-49 0-15,25 0 31,49 0-31,1 0 0,-26 0 16,1 0-16,-25 0 0,-25 0 31,25 0 16,-1 0 0,1 0-16,25 0-31,-25 0 0,-25 0 31,49 0 125,-49 0-125,25 0-15,-25 0 15,50 0-31,-26 0 0,76 0 16,-100 0-1,24 0 32,1 0 16</inkml:trace>
  <inkml:trace contextRef="#ctx0" brushRef="#br0" timeOffset="137174.68">18331 9922 0,'-25'0'171,"0"0"-139,0 0-17,25 25 32,-25-25-47,25 24 31,0 1-15,0 0-16,0-25 31,0 25-15,0 0 15,0 0-31,0-25 31,0 24-31,0 26 16,0-50-1,0 50 16,25-26 1,-25-24-1,25 25-16,-25 0-15,0-25 47,25 0-16,49 0-15,-74 0 0,25 0-16,25 0 0,-50 0 31,49 0-31,-49 0 47,0-25-16,0 0-16,0 25-15,0-24 16,0-1 0,0 0-16,0 25 15,0-25 16,0 0 16,0 1-31,0 24 15,0-25-15,0 0-16,-25 25 0,25-25 31,0 25 16,-24-25-47,-1 25 46,0-25-46,25 25 16,-25 0 0,0 0 15</inkml:trace>
  <inkml:trace contextRef="#ctx0" brushRef="#br0" timeOffset="139030.78">17512 8806 0,'0'-25'78,"0"25"-78,25 0 31,74 0-31,-49 0 16,-1 0-1,1 0-15,0 0 16,49 0 0,-50 0-16,26 0 62,198 0-62,-224 0 47,-24 0-47,-25 0 15,25 0-15,0 0 0,-1 0 47,1 0-16,25 0-31,-25 0 0,99 0 32,-99 0-17,-1 0 1,26 0-16,24 0 0,-49 0 15,-25 0 17,50 0-17,-50 0 16,25 0 32,24 0-48,-49 0-15,50 0 0,-25 0 16,-1 0-16,-24 0 16,25 0 30,0 0-30,0 0-16,0 0 16,-1 0 46</inkml:trace>
  <inkml:trace contextRef="#ctx0" brushRef="#br0" timeOffset="140412.84">18405 9029 0,'0'25'78,"0"-25"-63,0 74 1,0-49 15,0 25-31,0-1 0,0-24 31,25 25-31,-25-26 16,25-24-1,-25 50 188</inkml:trace>
  <inkml:trace contextRef="#ctx0" brushRef="#br0" timeOffset="141958.94">17711 7863 0,'0'-25'63,"0"25"-32,0-25-31,24 1 31,26 24 0,223 0-31,-149 0 16,124 0-16,-199 0 15,-24 0 1,-25 0-16,75 0 62,-50 0-62,-25 0 32,49 0-32,-24 0 15,-25 0 16,50 0-15,173 0 0,-174 0 15,1 0-31,-25 0 109,0 0-93,-1 0-16,1 0 124</inkml:trace>
  <inkml:trace contextRef="#ctx0" brushRef="#br0" timeOffset="143981.07">18207 8186 0,'0'-50'62,"24"25"1,1 0-48,-25 25 1,25-24 0,-25 24-1,25-25 16,0 25-31,-1 0 0,-24 0 32,50 0-1,-50 0-31,25 0 31,0 0 0,-1 49 16,-24-49-31,0 25-16,0-25 15,0 25 16,0 25-31,0-26 16,-24-24-16,-1 0 16,-25 25-1,1 0 1,49-25 265,0 0-266,24 25 16,1-25-31,-25 0 32,25 0-17,-25 25-15,25-1 31,-25 1-31,49 0 32,-49 0-17,25-25-15,-25 25 47,0-1-16,0 1 32,-25 0-1,-24 0-62,24-25 47,-25 0-47,50 0 0,-24 0 0,-26 0 31,25 0-31,0 0 16,25-25 30,-24 0-30,-1 25 0,25 0 62</inkml:trace>
  <inkml:trace contextRef="#ctx0" brushRef="#br0" timeOffset="145871.17">17760 6896 0,'0'0'78,"50"0"-78,74 0 31,-99 0-31,-1 0 15,26 0-15,-25 0 32,99 0-32,-75 0 31,100 0-31,-74 0 15,24 0-15,-74 0 16,0 0-16,49 0 31,-49 0-31,0 0 31,74 0-31,-50 0 16,1 0-16,-25 0 31,49 0 16,-24 0-47,-25 0 0,-1 0 16,26 0-16,-50 0 31,50 0-31,-26 0 31,-24 0-31,25 0 0,0 0 31,0 0 16,-25 0-16</inkml:trace>
  <inkml:trace contextRef="#ctx0" brushRef="#br0" timeOffset="149455.37">17711 6077 0,'0'-25'32,"0"25"-17,24 0 1,51 0-16,-50 0 0,24 0 47,125 0-47,-149-24 0,49 24 31,149 0-31,-124 0 31,75 0-15,-174 0-16,50 0 15,-50 0-15,25 0 0,-25 0 31,49 0-31,-24 0 32,25 0-32,-1 0 0,26 0 15,-1 0 1,-49 24-1,24-24 1,-24 0-16,0 0 16,25 25-1,-1-25 1,-24 0-16,0 0 15,0 0 1,-1 0 93</inkml:trace>
  <inkml:trace contextRef="#ctx0" brushRef="#br0" timeOffset="152614.56">17760 5184 0,'0'0'47,"0"0"0,199 0-47,-100 0 0,0 0 16,149 0-1,-124 0-15,0 0 31,-74 0-31,-25 0 0,-1 0 32,26 0-1,24 0-31,-24 0 15,0 0-15,-26 0 0,1 0 63,0 0-48,-25 0 17,25 0-17,0 0 1,-1-25-16,-24 25 15,75 0 1,-50 0 15,-25 0-15</inkml:trace>
  <inkml:trace contextRef="#ctx0" brushRef="#br0" timeOffset="167711.41">19100 12824 0,'24'0'0,"1"0"31,0 0-15,0 0-1,0 0-15,-25 0 0,198 0 63,-173 0-63,-25 0 31,49-25 0,-49 25 0,25 0-31,0 0 16,0 0-16</inkml:trace>
  <inkml:trace contextRef="#ctx0" brushRef="#br0" timeOffset="168575.46">19248 12948 0,'25'25'109,"25"-25"-109,-1 0 32,26 0-32,-50 0 0,49 0 0,-74 0 15,25 0 1,-25 0 15,50 0 0,-50-25 0</inkml:trace>
  <inkml:trace contextRef="#ctx0" brushRef="#br0" timeOffset="169420.52">19546 12750 0,'25'0'63,"-25"0"-1,99 148-62,-74-98 0,0-50 31,24 50-31,-49-50 0,25 24 31,-50 26 141,1-25-156,-76 74-16,100-99 15,-49 50 1,24-25-16,0-1 31</inkml:trace>
  <inkml:trace contextRef="#ctx0" brushRef="#br0" timeOffset="170043.56">20241 12650 0,'0'0'46,"0"50"-46,0 0 16,24 49-16,-24-74 47,25 49-47,-25-74 0,0 25 62</inkml:trace>
  <inkml:trace contextRef="#ctx0" brushRef="#br0" timeOffset="170480.58">20712 13022 0,'-25'0'16,"-25"50"15,-24 49-31,74-74 0,0 25 31,0-50 0</inkml:trace>
  <inkml:trace contextRef="#ctx0" brushRef="#br0" timeOffset="171853.66">21158 12650 0,'-24'0'15,"24"0"32,-50 50-47,50 0 0,0-1 16,0-24-16,0-25 15,0 25-15,-25-25 16,25 25-1,0-1 126,25-24-126,25 0-15,-1 0 32,1 0-32,-25 0 0,-1 0 31,1 0 31,-25 0 32,0 0-63,0-49-15,0 24-16,0 0 31,0 25 109,0 25-124,0 25-16,0-1 15,0-49-15,0 50 16,25-1-16,-25-24 31,0 0-31,0-25 141</inkml:trace>
  <inkml:trace contextRef="#ctx0" brushRef="#br0" timeOffset="177951.01">20613 12601 0,'0'-25'47,"-25"25"-16,0 0-31,0 25 0,0 24 47,-24 51-47,24-51 31,25-49 16,-50 75-47,50-51 31,-49 26-31,24-50 31,0 50-15,25-1 46,-74 1-62,49-25 109,25-25-77</inkml:trace>
  <inkml:trace contextRef="#ctx0" brushRef="#br0" timeOffset="178930.07">21406 12502 0,'0'0'62,"-49"74"-62,24-49 0,0 0 31,25 24-31,0-49 32,-49 75-32,49-51 0,0 1 46,-75 149-46,75-149 32,-25-1-32,25 1 31,0-25-31,0 25 0,0 0 62,0 0 1</inkml:trace>
  <inkml:trace contextRef="#ctx0" brushRef="#br0" timeOffset="210885.89">18604 13519 0,'0'24'62,"-25"26"-31,25 0 0,0 24-31,0-49 16,0 0 0,-50 49-1,25-74 63,25 25-47,-25 0-31,75-25 141,49 0-110,75 0-31,-124 0 0,-26 24 31,1-24-31,-25 0 16,25 0 46,-25 0-62,0-24 31,0-1-31,-25-25 16,25 25 0,0 1-1,-25-1 16,25 0-31,0 0 16,-24 25 15,-1-25 16,25 50 0,0 25 0,0 148-47,0-123 15,0-75 1,25 49-16,-25-24 31,0 25-31,0-26 31,0-24-31,24 25 0</inkml:trace>
  <inkml:trace contextRef="#ctx0" brushRef="#br0" timeOffset="211592.93">19224 13767 0,'-25'0'16,"25"0"31,49 0-32,26 0-15,-1 0 16,1 0-1,-51 0-15,51 0 0,-50 0 32,49 0-32,-49 0 0,0 0 31,0 0 0,-25 0 0,24 0 47</inkml:trace>
  <inkml:trace contextRef="#ctx0" brushRef="#br0" timeOffset="212278.96">19348 14064 0,'0'-25'15,"24"25"16,51-24-31,-26 24 32,150 0-32,-149 0 15,-26 0 16,51 0-31,-75 0 0,49 0 16,-24 0-16,-25 0 16,50 0-1,-25 0 63</inkml:trace>
  <inkml:trace contextRef="#ctx0" brushRef="#br0" timeOffset="213519.04">19720 13593 0,'0'0'31,"0"-25"-15,25 25-16,-1 0 31,76 75-31,-51-51 15,-24 26 1,49 24-16,-49-24 16,50 24 15,-75-49-31,0-25 31,24 25 31,-24-25 32,-24 0-32,24 0-30,-25 0-32,-25 0 0,25 0 15,1 50-15,-26-26 0,25 51 31,-74-1-31,74-49 16,0 0-16,25 0 31</inkml:trace>
  <inkml:trace contextRef="#ctx0" brushRef="#br0" timeOffset="-204303.03">20241 13618 0,'0'-25'47,"24"25"31,1 0-47,25-50-31,-25 50 31,-25 0 0,99 0-31,-99 0 47,25 0-47,-1 0 0,1 25 47,-25 25-47,0-50 31,0 25 31,0 24-62,0-24 0,-74 25 32,49-50-32,0 0 15,25 24-15,-25-24 125,25 0-109,0 0 15,50 0-31,0 0 0,-26 0 31,1 0-31,0 0 0,-25 0 16,25 0-16,0 0 31,24 0-16,-49 0 1,0 25 0,0-25 15,0 25-31,0 25 31,0-50-15,-25 0 15,1 24-31,24-24 0,-25 0 31,0 0-31,0 0 16,-24 0-1,24 0-15,0 0 16,25 0-16,-25 0 31,25 0-31</inkml:trace>
  <inkml:trace contextRef="#ctx0" brushRef="#br0" timeOffset="-203803.99">21109 13965 0,'0'0'31,"-50"0"-15,25 25-16,25 0 0,0-1 31,0-24-15,0 50-16,-24-25 15,24 24 17</inkml:trace>
  <inkml:trace contextRef="#ctx0" brushRef="#br0" timeOffset="-202761.93">21258 13543 0,'0'-24'78,"0"24"-47,49 0-31,-49 0 0,50 0 16,-25 0 15,-1 0 0,1 49-31,-25 1 31,0-25-31,0 24 16,0-49 15,0 75-31,0-51 16,0 1 31,-25-25-47,1 0 0,24 0 31,0 0 94,74 0-94,25 0-31,-74 0 31,49 0-31,-24 25 16</inkml:trace>
  <inkml:trace contextRef="#ctx0" brushRef="#br0" timeOffset="-202256.9">22126 13816 0,'-25'0'31,"0"0"-15,0 75 0,1-26 15,24 1-31,0-25 0,0 24 62,0-24-31,0-25-31</inkml:trace>
  <inkml:trace contextRef="#ctx0" brushRef="#br0" timeOffset="-201204.84">22473 13419 0,'-25'0'15,"0"0"-15,25 0 31,-24 0-31,-1 0 0,0 0 0,25 0 16,-25 0 0,25 0-1,0 0-15,0 50 0,0-25 47,0 49-47,0-49 0,50 74 47,-50-74-47,25 0 0,-1 0 31,1-25 0,25 0-31,-50 0 31,99 0-31,-49 0 16,-50 0-16,24 0 31,-24-25-15,0 25-1,0-25 1,0 0 0,0 0 15,0 1-16,0 24 1,0-25 0,0 25 15,-74 0-31,74 0 15,-74 0 1,74 0 0,0 49-16,-25-24 15,25 0 1,0 0-16,0-25 15,-25 25-15,25-1 63,-25 1-16,25-25-16</inkml:trace>
  <inkml:trace contextRef="#ctx0" brushRef="#br0" timeOffset="-198156.67">15280 12750 0,'0'0'78,"0"24"-62,0 26-16,-25 0 0,25-26 31,0 1-31,-25 0 0,-25 25 16,50-1-16,-24-49 0,-1 50 31,-25 74-31,25-99 0,-49 124 31,49-125-31,25 26 31,-49 0-31,49-26 0,0 1 32,0 0-32,-25-25 0,25 25 46,0 0 17</inkml:trace>
  <inkml:trace contextRef="#ctx0" brushRef="#br0" timeOffset="-197052.6">20836 13320 0,'0'0'31,"-74"149"0,49-99-15,25-26 15,-50 76-31,50-26 0,-25 0 16,-49 75-1,49-99-15,-25 24 32,50-49-1,0-25-31,-24 50 31,24-50 0</inkml:trace>
  <inkml:trace contextRef="#ctx0" brushRef="#br0" timeOffset="-196377.57">21754 13320 0,'0'50'16,"-25"-25"-1,-25 99-15,1-25 16,24-50 0,-25 26-16,1-1 0,49-24 31,-75 49-31,75-49 0,-49-1 31,-1 1-31,50-25 0,0-1 16,0 1-16,-25 0 109</inkml:trace>
  <inkml:trace contextRef="#ctx0" brushRef="#br0" timeOffset="-195729.53">22895 13271 0,'-75'74'32,"1"50"-32,24-50 0,-24 26 31,24 48-31,25-148 0,1 75 31,-1-1-31,-25-24 0,50-1 31,-25-49-31</inkml:trace>
  <inkml:trace contextRef="#ctx0" brushRef="#br0" timeOffset="-171684.15">18504 14709 0,'0'-49'16,"0"24"-16,0 25 31,25-25 16,25 0-16,-50 25 0,25 0 0,-1-25-31,1 25 32,-25 0-1,25 0-31,0 0 15,0 0 17,-25 0-17,24 0-15,-24 50 47,50-25-47,-50 0 16,0-1 15,0 1-31,0-25 15,0 25-15,0 25 0,-25-26 32,25 1-32,-49 0 0,24 0 0,-99 49 46,99-49-30,25-25 15,-25 0-31,0 50 31,0-50-31,25 24 78,25-24 0,25 0-78,0 0 16,148 0 0,-74 0-16,-50 0 31,-24-24-31,-25 24 0,-25-25 140,-50 25-124</inkml:trace>
  <inkml:trace contextRef="#ctx0" brushRef="#br0" timeOffset="-170517.09">19521 14734 0,'0'0'94,"75"0"-78,-1 0-16,-49 0 0,25 0 15,49 0 16,-99 0-15,25 0-16,24 0 140,-49 0-108,25 0-32,0 0 78</inkml:trace>
  <inkml:trace contextRef="#ctx0" brushRef="#br0" timeOffset="-169738.04">19596 14982 0,'49'0'62,"299"0"16,-324 0-78</inkml:trace>
  <inkml:trace contextRef="#ctx0" brushRef="#br0" timeOffset="-168760.99">19943 14560 0,'0'0'47,"50"50"-16,-50-50-31,49 50 0,-49-26 31,50 1-31,-25 50 0,-1-26 16,1-49-1,-25 25-15,25 0 16,-50 24 187,0 26-172,-99 74-31,75-75 0,24-24 15,0 74 32</inkml:trace>
  <inkml:trace contextRef="#ctx0" brushRef="#br0" timeOffset="-164930.78">20613 14610 0,'-25'0'78,"25"25"-62,0 124-16,0-100 16,0 1-1,-25 24-15,0-74 109,25 0-93</inkml:trace>
  <inkml:trace contextRef="#ctx0" brushRef="#br0" timeOffset="-164413.75">20935 15081 0,'0'0'46,"0"25"-46,0 0 16,0-25 15,-49 74-31,49-74 31</inkml:trace>
  <inkml:trace contextRef="#ctx0" brushRef="#br0" timeOffset="-163126.66">21208 14635 0,'0'-25'31,"0"-25"0,0 26 1,74-26-32,-74 50 31,50 0 0,-25 0-31,-25 0 0,25 0 31,24 0-31,-49 50 31,0-50-15,0 24 15,0-24-31,0 50 31,0-25-31,0-25 0,-25 0 16,1 25-16,-1-25 16,50 24 218,-25-24-203,24 25-31,1-25 15,0 25 1,25 0 0,-50 0-1,0-1-15,0 1 63,0 25-48,-25-1 1,-25-49-16,-24 0 31,-25 25-31,49-25 0,25 0 47,25 0-47,-25 0 31,1 0-31,-26 0 16,50-25-16</inkml:trace>
  <inkml:trace contextRef="#ctx0" brushRef="#br0" timeOffset="-162537.63">21803 15081 0,'0'0'47,"0"50"-16,0-25-31,0-1 0,0 26 16,0-50-16,0 25 15</inkml:trace>
  <inkml:trace contextRef="#ctx0" brushRef="#br0" timeOffset="-160993.54">22126 14362 0,'0'0'93,"0"50"-93,0-26 32,0 1-32,0 0 31,0 0-31,0 0 0,-25 24 31,25-24-31,0-25 62,0 50-30,0-50-32,0 24 0,0-24 156,0 0-125,74 0-31,-24 0 0,0 0 31,24 0-31,-74 25 0,99 0 31,-99-25 32,0 0-48,0-25-15,0 0 31,0 25-15,0-24 0,-25-1-1,25 0-15,0 25 31,-24 0 1,-1 0-1,0 0-31,0 0 31,25 0-15,0 50-16,0-26 0,0 51 31,25-1-31,-25-49 15,25 0-15,-25 24 16,25-24 0,-25 25-16,0-50 15</inkml:trace>
  <inkml:trace contextRef="#ctx0" brushRef="#br0" timeOffset="-160546.52">22796 14982 0,'0'0'31,"-25"50"-15,25 24 15,0 0-31,0-74 0,0 25 31,0 25-31,0-50 16</inkml:trace>
  <inkml:trace contextRef="#ctx0" brushRef="#br0" timeOffset="-159305.45">23316 14412 0,'0'0'16,"-24"0"-1,-51 0-15,26 0 16,-1 0-1,25 0-15,0 0 0,1 0 32,-1 0-17,0 0 16,0 0-31,25 0 203,0 24-187,0 26-16,0-25 15,0 49 1,0 1-16,0-75 16,0 49-16,0-74 109,25 25-78,-25-24-31,0-1 0,25 25 16,0 0-1,-25 0 16,24 0 1,1 0-32,0 0 0,25 0 15,-50 0 16,24 0-15,-24 0-16,0 25 31,0-25-31,0 24 16,0 26-16,0-50 15,0 74-15,0-74 32,0 25-17,0 0-15,0-25 31,-49 25-15,-1-25-16,25 0 16,1 0-16,-26 0 0</inkml:trace>
  <inkml:trace contextRef="#ctx0" brushRef="#br0" timeOffset="-157089.32">6102 16346 0,'-25'0'94,"25"0"-63,-49 100-31,24-76 16,0 51-16,-25-26 31,50 1-31,-24-25 31,-1 0-31,25-1 0,0 1 16,-50 0-16,50 0 15,-25 0-15,0-1 16,1 1-1,-51 74-15,50-74 32,-49 74-32,74-74 0,-25 0 15,0 0-15,25 24 0,-24-24 16,-26 0-1,50-25 1,-50 25-16,26 0 31,-1-25-31,0 0 125</inkml:trace>
  <inkml:trace contextRef="#ctx0" brushRef="#br0" timeOffset="-155857.25">20836 14585 0,'-50'25'15,"26"25"1,24-1-1,-25-24-15,0 25 0,25-50 32,-50 24-32,50 1 0,-49 25 15,24-1-15,-25 26 16,-49 74-1,99-125 32,-25 1 16</inkml:trace>
  <inkml:trace contextRef="#ctx0" brushRef="#br0" timeOffset="-155019.22">21779 14486 0,'-25'0'16,"25"0"-16,-50 0 46,-24 248-46,24-198 32,-49 123-1,74-148-31,0 0 0,-24 0 31,24-25-15,-25 49 15,25-24 78,1-25-78</inkml:trace>
  <inkml:trace contextRef="#ctx0" brushRef="#br0" timeOffset="-154218.15">22498 14213 0,'0'0'31,"-25"0"-15,-25 74-16,26 1 0,24-50 31,-75 74-31,75-49 0,-25-1 16,-24 75-1,24-124-15,25 50 32,-25-25-32,25 24 0,0-49 15,-49 50-15,49-50 78</inkml:trace>
  <inkml:trace contextRef="#ctx0" brushRef="#br0" timeOffset="-149105.86">23664 14982 0,'0'0'47,"-25"0"-31,0 0-16,0 0 0,25 0 31,-25 0 0,1 25-31,-1-25 0,25 0 31,-50 0-31,25 0 16,25 0 15,-49 25-31,24-25 16,0 24-16,0-24 93,1 0-77,24 0-16,-25 0 0,0 0 31,0 0-31,25 0 0,-49 0 16,49 0-16,-25 0 0,0-24 31,25 24-31,-25-25 47,0 25-16,1-25-31,24 25 62,-25 0-46,0 0-16,0-25 31,0 0-15,1 1 93,-1 24-94,25-25 17,-25 0 14,25 0-30,0 0 0,0 25 15,0-49-31,-25 49 31,25-25-31,0 25 0,0-25 31,0 0-15,0 1 15,-25-1-31,25 0 16,0 0 15,0 0-16,0 25 17,0-24-32,0-1 31,0 0-31,0 25 15,0-25 17,0 0-32,0 1 15,0 24 1,0-25-1,0 0 1,0 0-16,0 0 31,25 0-15,-25 1 15,25 24-31,-25-50 47,50 25-47,-50 0 62,49 25 16,-24 0-15,0-24-48,0 24 16,-25 0-31,24 0 32,1-25-17,0 25-15,-25 0 31,25 0-31,0 0 94,-1 0-63,-24 0 0,25 0-31,0 0 32,-25 0-32,25 0 46,0 0-46,-1 0 16,-24 0 0,25 0 30,-25 0-30,25 0-16,0 25 16,-25-1 15,25-24-16,-25 0-15,24 25 32,-24-25-1,50 0 16,-25 25-32,0 0 48,-25-25-48,0 25 79,24-25-63,-24 24 0,0 1-15,25 0 46,-25-25-15,25 50-16,-25-50-31,0 25 78,0-1-62,0 1-16,25-25 31,-25 25-31,25-25 31,-25 25 32,0 0-63,0-25 31,0 24 31,0 1-46,0 0 15,0-25 31,0 25-46,0 0 46,0-1-30,0-24 30,0 25-31,0 0-15,0 0 93,0-25-78,0 25-15,0-1 15,0 1 78,0-25-93,0 25 62,0 25-47,0-50 16,0 24 31,0 1-63,-25 0 1,25-25 93,0 25-78,-25-25-15</inkml:trace>
  <inkml:trace contextRef="#ctx0" brushRef="#br0" timeOffset="-138033.25">18554 7094 0,'-25'-25'93,"-25"25"-46,26 0-31,-1 0-16,25 0 31,-50 0-31,25-24 0,25 24 31,-49 0-15,49 0 15,-25 0 0,25 0 63,-50-25-79,50 25 157,-24 25-141,24 24 16,0-24-47,0 25 31,0-50-31,0 24 31,0-24-31,0 50 0,0-50 32,0 25-32,0-25 31,0 25 281,24-25-250,1 0 16,0 0-62,-25 0 15,25 0 16,0 0-32,-1 0-15,-24 0 63,25 0-1,0 0-46,0 0 15,0 24-31,-1 1 78,-24-25-62,25 0-1,-25 0-15,25 25 47,-25 0-47,0-25 31,25 25-31,-25-25 31,0 49 1,0-49-17,0 25 32,0-25-16,0 25 0,0 0 1,-25-25-32,25 0 0,-25 0 31,25 0-16,-49 0 32,24 0-47,25 0 31,-50 0-31,50 0 16,-25 0 0,-24 0-16,24 0 46,0 0-30,0 0 15,25-25 16,-49 0-47,24 0 94,0 25-79,25 0-15</inkml:trace>
  <inkml:trace contextRef="#ctx0" brushRef="#br0" timeOffset="-116057.97">23763 14213 0,'0'0'125,"-50"25"-94,1 24-31,24 1 15,0-25-15,0 0 0,0 49 16,-24-49 0,49 0-16,-25-25 31,-25 49-31,50 1 31,0-25-31,-24-25 0,24 25 0,-50-1 16,50 1-1,-50 25 1,26-50-1,24 25-15,0-1 32,-25 1-32,0 0 31,25 0 0,-25 0-15,25-1-1,-25 1 16,25 0 188,0 0-188,0 0-31,0-1 16</inkml:trace>
  <inkml:trace contextRef="#ctx0" brushRef="#br0" timeOffset="-109652.61">29344 5035 0,'0'0'47,"0"50"-16,-74 74-31,74-99 47,-100 148-32,51-98-15,49-26 16,-25-24 0,-25 74-16,50-74 15,-25 0 1,1 49-16,-51 1 31,50-25 0,1-26-31,-1 1 156</inkml:trace>
  <inkml:trace contextRef="#ctx0" brushRef="#br0" timeOffset="-108593.54">29766 5135 0,'-25'0'63,"25"24"-63,-50 26 0,1 0 15,24-26-15,-25 1 0,25 25 78,-148 247-78,173-272 16,0 25 0,0-25-1,0-25-15,0 24 31,0 76-31,-25-100 0,0 49 0,25 1 32,-25-25-32,1 24 0,-1-24 15,0 0-15,25-25 63</inkml:trace>
  <inkml:trace contextRef="#ctx0" brushRef="#br0" timeOffset="-107448.48">30038 5259 0,'0'-25'47,"0"25"-32,-24 49 16,-1 1-31,0 24 16,25-49 0,-25 50-16,25-51 15,0 26-15,-49 0 0,49-26 31,0 1-31,0-25 32,-25 50-32,25-25 0,-25 49 15,0-49 1,0 0-16,25 24 15,-24-24-15,-1 0 32,0 0 30,0 0-31,25-1-31,-49 26 16,24 0-1,0-26 17,25 1-32,-25-25 15,25 0-15,-25 50 31,1-50-15,24 25-16,0-25 31,-25 24-31,25-24 78,-25 25-62</inkml:trace>
  <inkml:trace contextRef="#ctx0" brushRef="#br0" timeOffset="-106384.42">30386 5432 0,'-25'0'31,"0"0"-31,25 0 15,-25 50 1,25-25-16,0 24 31,-49 50-31,24-74 63,-50 199-48,75-224-15,0 24 31,0 1-31,0 0 32,-24 25-32,24-50 0,0 24 15,0 26 1,0-25-16,0-25 15,0 49 17,-75 26-17,50-50-15,1 24 47,-1-49-47,25 50 0,-25-25 31,0-1-31,0 1 31,1-25-15,24 25 78,-25-25-63</inkml:trace>
  <inkml:trace contextRef="#ctx0" brushRef="#br0" timeOffset="-82449.05">19025 15478 0,'0'0'47,"-149"0"-32,75 0 1,24 0-16,1 0 0,-1 0 31,-49 0-31,49 0 0,50 0 63,-25 0-32,25 0-31,-24 0 62,-1 0-62,25 0 16,-25 0 15,25 0 78,0 25-93,25 25-16,0-26 15,-25 26 1,24-25-16,-24 0 78,0-25 31,0-25-93,0 25 31,25 0-32,-25 0-15,50 0 0,-25 0 31,49 0-31,-49 0 32,-25 25-32,25-25 78,0 24-78,-1-24 15,-24 25 1,25 0-1,-25 0-15,50 0 32,-50-1-32,0 1 46,0 0-14,0 0-17,-50 0 16,25-25-31,1 0 16,-26 0-16,50 0 31,-25 0-31,-24 0 0,-26 0 31,50 0-31,25 0 32,-49 0-32,49 0 0,-25 0 15</inkml:trace>
  <inkml:trace contextRef="#ctx0" brushRef="#br0" timeOffset="-81642">19422 15801 0,'0'0'47,"99"0"-32,-24 0-15,24 0 0,-49 0 32,74 0-32,-100 0 0,1 0 31,0 0-31,0 0 78</inkml:trace>
  <inkml:trace contextRef="#ctx0" brushRef="#br0" timeOffset="-80938.96">19521 16098 0,'0'0'31,"25"0"-31,74 0 15,-99 0-15,50 0 32,24 0-32,-49 0 0,0 0 15,0 0 1,0 0-1,-1 0-15,-24 0 16,25 0 0,0 0-16,0 0 15,-25 0 1,25 0 62,-25 0-63,0 0 63</inkml:trace>
  <inkml:trace contextRef="#ctx0" brushRef="#br0" timeOffset="-80055.91">19794 15553 0,'0'-25'31,"75"50"-31,-51-1 15,51 76 1,-26-51-16,-49-24 62,124 99-62,-74-99 16,-50-25 15,25 25 125,-25-25-140,-25 49-16,25 26 15,-25-51 1,-24 51-16,49-50 0,0 24 31,-25 26-31,25-51 0,0-24 16,-25 25 77,25-25-61,-25 0-17</inkml:trace>
  <inkml:trace contextRef="#ctx0" brushRef="#br0" timeOffset="-77505.77">19794 7069 0,'-25'0'47,"25"50"-47,25 24 31,-25 1-31,0-75 16,0 49-16,0-24 0,0 50 31,0-51-16</inkml:trace>
  <inkml:trace contextRef="#ctx0" brushRef="#br0" timeOffset="-76711.72">19794 7045 0,'0'-25'62,"25"25"-46,0 0-16,0 0 0,-1 0 31,-24 0 0,75 25-31,-75-1 0,25 1 31,-25 0-31,0 0 0,0 0 31,0-1-31,0 1 32,0 0-32,-25-25 0,25 0 15,-75 0 1,26 25-1,24-25 1,0 0 31,25 0 0,-25 0-32</inkml:trace>
  <inkml:trace contextRef="#ctx0" brushRef="#br0" timeOffset="-75946.69">20389 7020 0,'0'0'15,"-24"0"-15,-26 0 16,0 0-1,26 25-15,24-1 32,0 1-32,0 50 31,0-75 0,0 49-31,0-24 0,49 25 31,-24-50-15,-25 0-1,25 0 1,24 24-16,1-24 16,-25 0-1,49 0-15,-74 0 16,50 0 15,-50-49-31,0 24 0,0 25 31,-25-99-31,0 99 0,0-25 47,-24-25-47,49 50 0,-75-49 62,51-1-46</inkml:trace>
  <inkml:trace contextRef="#ctx0" brushRef="#br0" timeOffset="-75497.66">20762 7020 0,'0'0'15,"24"0"16,26 25-31,-25 74 16,0 0-16,-25-74 0,0 24 31,0 1-31,0 0 0,0-26 16,0 26-16,0-50 31,0 25 47</inkml:trace>
  <inkml:trace contextRef="#ctx0" brushRef="#br0" timeOffset="-74959.63">20985 6921 0,'0'0'15,"25"0"-15,-25 0 31,49 0-31,-49 0 32,25 0-32,-25 24 0,0 1 31,0 0-31,0-25 0,0 25 31,0 0-31,0-1 0,0-24 16,-25 50-1,-74-25-15</inkml:trace>
  <inkml:trace contextRef="#ctx0" brushRef="#br0" timeOffset="-74008.58">19149 7045 0,'0'0'31,"0"0"0,-124 24-31,75 1 16,-26 25 0,-198 123-1,199-173 1,49 25-16,-25 0 0,26 0 31,-150 74-31,0-49 16,26 24-16,-1-49 0,-25 24 31,-74 1-31,149-25 0,-25-25 31,49 0-31</inkml:trace>
  <inkml:trace contextRef="#ctx0" brushRef="#br0" timeOffset="-63119.94">20861 15652 0,'0'0'47,"25"74"-47,-1-24 0,-24 24 31,25 100-15,-25-100-16,25-24 15,-25-1-15,25-49 32</inkml:trace>
  <inkml:trace contextRef="#ctx0" brushRef="#br0" timeOffset="-62758.92">21431 16173 0,'0'24'31,"0"1"-15,-49 74-16,49-24 0,-25-25 31,0 24-31,25-24 16,-25-26-16,25 26 31</inkml:trace>
  <inkml:trace contextRef="#ctx0" brushRef="#br0" timeOffset="-61849.87">21729 15404 0,'25'-25'31,"0"25"-15,49-50 0,-74 50-16,74 0 15,-74 0 32,75 0-47,-50 0 0,-1 124 31,-24-74-31,0 24 31,0 1-31,0-50 0,0-1 16,0 26-16,-49-25 0,-26 0 31,26-1-31,-26 1 0,1 25 31,-50-25-31,74-25 0,25 24 32,50 1 77,74-25-94,1 0-15,-1 0 0,0 0 32,0 0-32,-49 0 0,-25 0 31,24-25 0,-49 25-31,25 0 31,25 0-31,-50 0 31,25-24-31</inkml:trace>
  <inkml:trace contextRef="#ctx0" brushRef="#br0" timeOffset="-61201.83">21332 15751 0,'-50'0'15,"-49"50"-15,-25 74 16,25-50 0,-75 124-16,75-74 0,25-49 31,74-50-31,-25 0 0,25-25 15,-25 24-15</inkml:trace>
  <inkml:trace contextRef="#ctx0" brushRef="#br0" timeOffset="-60542.8">22324 15528 0,'0'0'47,"-248"149"-47,174-100 0,49-24 47,-149 173-47,150-148 31,24-50 16</inkml:trace>
  <inkml:trace contextRef="#ctx0" brushRef="#br0" timeOffset="-54441.45">27831 11534 0,'0'-25'31,"25"25"-15,-1 100 15,-24-26-31,0-24 16,0 123-1,0-98-15,0 24 16,0 99 0,0-123-16,0-26 31,0 100-31,0-124 15,0 74-15,0-49 16,0 74-16,25-50 16,0 100-1,-25-125 1,25 26-1,-25-1-15,25-24 0,-25 0 32,0 24-32,0-24 0,24 49 15,1 50-15,-25-100 16,0 1-16,25 74 15,-25-50 1,0 50 0,0-74-16,0 24 31,0-49-31,0 74 0,0-24 15,0-50-15,0 49 0,0-49 32,0 74-32,0-49 0,0-26 31,0 26-31,0-25 0,0-25 15,0 49-15,0-49 16,0 25 0,0-25-1,0 50 16,0-50-31,0 25 0,0-25 32,0 49-32,0-24 0,0 49 15,0-24 1,0 0 15,0 223-15,0-224-16,0 1 0,25-1 15,-25 1 1,0-25 15,0 0-31,0-25 31,0 49 16,0-24-16,0-25-31,0 25 31,0 0-31,0-1 0,0-24 16,0 50-16,0-25 0,0-25 31,0 74-31,0-74 0,0 25 109,74-25-77,-49 0-32,25 0 0,49 0 15,-25 0 1,-49 0-16,0 0 0,25 0 15,-26 0 1,26 0 0,0 0-1,24 0-15,0 0 0,26 0 47,197 0-47,-272 0 31,25 0-31,-25 0 0,148-25 31,-148 25-31,0 0 16,0 0-16,-1-25 31,26 25-31,0-24 0,74 24 16,-100 0-1,51-25 1,-75 25-16,25 0 31,24 0-31,-24 0 31,25 0-31,-26 0 32,1-25-32,0 25 0,0 0 156,-25 0-141,25 0-15,-1 0 31,1 0-31,-25 0 32,25 0-32,0 0 0,0 0 46,-25-25 48,0-24-78,-25-26-16,0 1 15,-25-50 1,26 49-16,24 26 15,-50-100-15,50 74 16,-25 51 0,25-51-16,-25 1 0,25 74 31,0-50-31,-24 1 0,24 49 15,-25-100-15,25 76 16,0-1 0,-25-50-16,25 51 15,0-125-15,-25 99 16,25-123 15,0 123-31,-49-74 16,49 99-1,-25-25 1,25 26-16,-25-100 0,25 74 15,0-24-15,0 24 16,0 0 0,0-24-16,0 24 0,0 50 31,0-99-31,-25 50 0,0 24 31,25 0-31,0 0 47,0-148-47,0 123 0,0 0 15,0 25 1,0 1 15,0-1-31,0-25 16,0 50-16,0-25 0,0-24 31,0 24-31,0-25 16,0 26-1,0 24-15,0-50 16,0 25-16,0-24 0,0-1 31,0 0-31,-24-24 0,24 74 31,-25-50-31,0-24 0,0 49 0,25-49 31,-25 74-31,25-50 16,0 50-16,0-25 0,0-24 16,-24 24-1,24 0 1,-25 0-16,25 0 0,-25-24 31,25-26-31,-25 26 0,0-1 31,25 25-31,-24-24 0,24 24 16,0-49-1,0 49 1,-25 0 0,25 0 15,0 25 31,0-49-46,0 24 15,-25 0-31,25 0 31</inkml:trace>
  <inkml:trace contextRef="#ctx0" brushRef="#br0" timeOffset="-49577.17">28104 15156 0,'0'0'15,"25"0"16,-25 0-31,24 0 16,26 0 0,-25 0-1,24 0 1,1 0-16,24 0 15,1 0 1,98 0-16,-148 0 31,99 0-31,-99 0 0,0-25 31,24 25-31,-49 0 0,25 0 32,-25 0-32,50 0 0,-25 0 15,-25 0-15,49 0 0,-24 0 31,50 0-31,-75 0 32,24 0-32,26 0 0,-50 0 0,74 0 31,-24 0-16,-25 0-15,0 0 0,24 0 47,75 0-47,-124 0 16,25 0-16,0 0 15,-25 0 1,25 0-16,-1 0 0,1 0 31,-25 0-31,25 0 16,0 0-16,0 0 47,-25 0-16,24 0-31,1 0 0,0 0 15,-25 0 17,25 0-17,0 0-15,-1 0 31,-24 0-31,25 0 0,0 0 16,0 0-16,-25 0 78</inkml:trace>
  <inkml:trace contextRef="#ctx0" brushRef="#br0" timeOffset="-47873.07">29021 15553 0,'-24'0'16,"-1"0"-16,0 0 46,0 0-46,25 0 16,0 24 15,0 1-31,0 0 0,0-25 47,0 50-47,0-26 0,0-24 47,0 25-32,0 0 17,25-25-32,25 50 0,-26-50 15,1 0 1,25 0-16,-25 24 31,24-24-31,-49 0 0,25 0 31,25 0-31,-25 0 31,-1-24-31,-24-1 16,-24-50-16,24 51 31,-25-1-31,-25 25 31,25-25-31,25 0 16,-49 25 0,24 0 15,25-25-31,-25 25 31,0-24-31,-24 24 16,24-25-16,25 25 15</inkml:trace>
  <inkml:trace contextRef="#ctx0" brushRef="#br0" timeOffset="-46841.01">28104 14362 0,'25'-25'16,"-25"25"-16,24-25 31,1 0-31,25 25 0,173-24 31,-124 24-31,75 0 31,-1 0-31,-24 0 0,25 0 16,24 0-16,-148 0 15,-50 0 1,25 0 0,0 0-1,-1 0-15,-24 0 31,25 0-31,0 0 0,0 0 16,0 0-16,-1 0 0,1 0 31,-25 0-31,25 0 31,0 0-15</inkml:trace>
  <inkml:trace contextRef="#ctx0" brushRef="#br0" timeOffset="-46208.98">28848 14560 0,'0'0'16,"0"0"15,25 100-31,-1-1 0,26 99 31,-50-198-15,0 25-16,0 0 16</inkml:trace>
  <inkml:trace contextRef="#ctx0" brushRef="#br0" timeOffset="-44817.9">28004 13568 0,'0'0'46,"100"0"-14,24 0-32,-75 0 0,26-49 31,-26 24-31,26 25 15,24 0-15,-25-25 0,-24 25 32,24 0-32,-49-25 0,50 25 0,49 0 31,-25 0-31,-49 0 15,-26 0-15,51 0 0,-26 0 32,51 0-32,-51-25 0,1 25 31,-50 0-31,25 0 47,24 0-32,-49 0-15,25 0 16,25 0-1,-26 0-15,-24 0 32</inkml:trace>
  <inkml:trace contextRef="#ctx0" brushRef="#br0" timeOffset="-43129.8">28749 13742 0,'0'0'47,"0"-25"-47,49-25 31,-24 50-31,0 0 47,0 0-32,24 0 1,-49 0-16,25 0 31,0 0-31,-25 0 31,25 25-31,-25-25 0,24 25 32,-24 0-1,0 24-31,0-49 0,0 50 15,0-25-15,0 0 32,0-1-32,0-24 0,-49 50 31,24-50-16,25 0-15,-25 0 32,25 0-1,-49 0-31,49 0 0,-25 0 62,25-25-46,0 0-16,0 25 31,0-24-31,49 24 0,1-25 31,-50 25-31,25 0 0,0 0 16,-1 0-1,-24 0 1,25 0-16,0 0 16,0 0-1,-25 0 1,25 25-16,-25-25 15,0 24 1,0 1 0,0 0-16,0-25 15,0 25 1,0 0-1,0-1 17,-50 1-32,50-25 15,-50 0-15,1 0 0,-1 0 31,25 0-31,-49 0 0,24 0 32,1 0-32,-1 0 0,25 0 15,1 0 1,24-25-16,-25 1 31</inkml:trace>
  <inkml:trace contextRef="#ctx0" brushRef="#br0" timeOffset="-40150.63">30485 13543 0,'0'0'62,"25"75"-62,-25-26 32,49 100-32,-24-99 0,-25 74 15,0-99 1,0-1-16,0 1 93</inkml:trace>
  <inkml:trace contextRef="#ctx0" brushRef="#br0" timeOffset="-39316.58">30559 13494 0,'0'-25'31,"0"25"16,0 0-32,25 0-15,0 0 31,0 0-31,0 0 16,-1 74 15,-24-24-31,25-25 31,-25 24-31,0-49 32,0 25-32,0 25 31,0-25-31,-74-1 47,49-24-47,0 0 46,0 0-46,1 0 47,24 0-16,0 0 1</inkml:trace>
  <inkml:trace contextRef="#ctx0" brushRef="#br0" timeOffset="-38494.54">31055 13494 0,'-24'0'31,"-1"0"0,25 49-31,0-49 16,-25 25-16,25-25 31,0 50-31,0-25 0,0-25 31,0 49-31,0-49 16,0 25-16,50-25 31,-26 0 0,51 25-31,-26-25 16,-24 0 0,50 0-16,-75 0 31,25 0 0,-25 0-31,0-25 0,0 0 16,0-24-16,0 24 15,0 0 32,0 0-47,-25 0 16,0 25-1,0 0 16,-74-49-15,74 49 15</inkml:trace>
  <inkml:trace contextRef="#ctx0" brushRef="#br0" timeOffset="-37932.5">31527 13494 0,'-25'0'47,"25"74"-47,0-24 0,0-1 31,0 51-31,25-1 0,0-99 16,-25 49-16,0-24 16,0-25 15,24 25-31,-24-25 78,0-50-63</inkml:trace>
  <inkml:trace contextRef="#ctx0" brushRef="#br0" timeOffset="-37394.47">31601 13395 0,'25'0'31,"0"0"-31,0 0 0,49 49 31,-49-49-31,0 25 16,-1 0-16,-24-25 0,0 25 31,0-25-31,0 49 47,0 1-47,0-1 15,-24-49-15,-26 0 32,-74 0-17,50 25-15,74-25 31,-25 0-31</inkml:trace>
  <inkml:trace contextRef="#ctx0" brushRef="#br0" timeOffset="-35643.39">29865 13494 0,'-25'0'31,"-124"74"0,124-49 16,1-25-47,-1 0 16,-25 25-16,-24 24 46,24-24-46,25-25 16,1 0-16,-1 0 16,-25 0-1,25 50-15,1-50 16,-100 99-1,74-99 1,0 25 0,50-25-16,-25 0 46,-24 25-46,24-1 0,-25-24 32,26 0-32,-26 0 0,25 25 0,-24 0 31,-51 0-31,100-25 15,-24 25 1,-1-25 15,0 0 16,25 24-31,-25-24-1,0 25 1,1 0-16,24-25 15,-25 0 32,0 0 0,25 25-16,-25-25-31,25 0 94,-25 25-79,1-25-15</inkml:trace>
  <inkml:trace contextRef="#ctx0" brushRef="#br0" timeOffset="-33873.27">18430 16793 0,'-25'-25'31,"25"0"-31,-25 0 31,25-24-31,0 49 16,0-50-16,0 50 15,25-25 1,0-24-1,-25 49-15,74 0 16,-49 0 15,0-50-31,0 50 0,0 0 0,49 0 31,-24 0-31,-26 0 16,-24 0 0,100 25 30,-100 25-46,0-26 16,0 1 15,0 0-31,0 0 16,0 0-1,0 24-15,-50 1 32,25-50-17,0 25 16,1-25 1,-1 0 30,25 0-46,0-25-16,25-25 31,24 25-31,1 25 0,-25 0 31,-1 0-31,1 0 16,0 0-1,-25 0-15,25 0 0,0 0 16,24 25-1,-49-25 1,0 99-16,-49 1 16,24-76-1,0 1-15,0 0 31,-24-25-31,24 0 32,-74 0-32,99 0 0,-25 0 31,-50-25-31,26 25 0,49-25 31</inkml:trace>
  <inkml:trace contextRef="#ctx0" brushRef="#br0" timeOffset="-33114.23">19645 16917 0,'25'-25'46,"0"0"-14,49 25-32,1 0 46,148 0-46,-124 0 0,-99 0 32,50 0-32,-50 0 0</inkml:trace>
  <inkml:trace contextRef="#ctx0" brushRef="#br0" timeOffset="-32477.19">19745 17066 0,'99'-25'16,"-25"25"-16,1 0 0,-51 0 16,76 0 31,48 0-47,-148 0 0,25 0 0,0 0 31,25 0-31,-1 0 31,-24 0-31,25 0 16</inkml:trace>
  <inkml:trace contextRef="#ctx0" brushRef="#br0" timeOffset="-31581.14">20117 16594 0,'74'0'15,"25"50"-15,25 74 16,-49-25 0,-26-24-16,-49-75 31,50 74-31,-50-24 218,-50-26-187,-49 100-31,74-74 16,0-25 0,25 24-16,0-24 15,0 50 63,-49-26-47,49-49-15</inkml:trace>
  <inkml:trace contextRef="#ctx0" brushRef="#br0" timeOffset="-27897.93">21456 16669 0,'-25'-25'62,"-24"25"-62,24 25 32,25 0-1,-25 24-31,25-49 0,0 25 15,0 0-15,0 0 16,0-1 0,0 26-16,0-25 0,0 24 15,0 26 16,0-75-31,0 25 16,25-1 15,24-24 0,-24 50-31,0-50 0,25 0 32,-1 0-32,-24 0 15,-25 0 1,25 0-1,0-50 1,-25 50 0,0-49-1,0 24-15,0-74 31,-25 99-15,0-50-16,25 50 31,-25-49-31,0 24 0,25 25 31,-49-25-31,-26 0 32,51 25-32,-1 0 31</inkml:trace>
  <inkml:trace contextRef="#ctx0" brushRef="#br0" timeOffset="-27376.9">22076 17115 0,'0'0'62,"0"25"-46,25 0-16,-25-25 31,0 49-31,0-24 0,0 0 16,0 25-1,0-26-15</inkml:trace>
  <inkml:trace contextRef="#ctx0" brushRef="#br0" timeOffset="-26830.87">22374 16570 0,'0'0'16,"49"0"46,51 297-46,-100-272-16,0 25 15,0-50 17,0 24-32,0 1 15</inkml:trace>
  <inkml:trace contextRef="#ctx0" brushRef="#br0" timeOffset="-26333.84">22969 17090 0,'0'0'31,"0"25"-15,0 0-16,0 25 0,0-50 31,0 24-31,0-24 0,0 50 31</inkml:trace>
  <inkml:trace contextRef="#ctx0" brushRef="#br0" timeOffset="-25393.79">22969 16669 0,'0'-25'16,"25"0"-16,25-24 31,-26 24-31,1 25 47,0 0-47,0 0 15,0 0 1,-1 0 0,1 0-16,25 25 0,-25-1 31,-1 26-16,-24-25 1,0 24 0,0-49-1,0 25-15,-24 0 0,-26 25 31,-24-50-31,-1 24 16,26-24-16,24 25 0,25-25 31,0 0 63,25 25-63,24 0-31,-24-25 16,25 25-16,-1-25 0,100 0 15,-75 0 1,-24 0-1</inkml:trace>
  <inkml:trace contextRef="#ctx0" brushRef="#br0" timeOffset="-24987.76">24061 16917 0,'0'0'31,"-25"25"-31,0 49 0,25 25 16,-50-49-1,50-50 1,0 25-16,0-25 15,0 49 1</inkml:trace>
  <inkml:trace contextRef="#ctx0" brushRef="#br0" timeOffset="-23912.7">24284 16396 0,'0'0'15,"-25"0"-15,0 0 16,-24 99 0,49-24-16,-50-26 15,50-24-15,0-25 31,0 25-31,0-25 94,0 25-63,50-25-31,-26 0 0,26 49 16,0-49-16,-50 0 31,74 0-31,-74 25 16,50-25 15,-50 0-31,24 0 31,-24 0 47,0-25-62,0 0 15,0 25-31,-24-24 0,-1 24 31,25-25-15,-25 0 15,25 25 0,0 50-15,0-1-16,0 26 15,25-26 1,-25 50-16,0-24 15,0-50-15,0 24 16,49-24 0,-49 25-16,0-50 46,0 24-46,0-24 16</inkml:trace>
  <inkml:trace contextRef="#ctx0" brushRef="#br0" timeOffset="-23061.65">22250 16470 0,'-25'0'31,"-49"100"-31,24-26 16,0 0-16,-24 26 15,-124 123-15,173-174 32,-25 1-32,25 0 0,25-26 15,-25 1 1,25 0-16,-24 0 0,-1 0 15,25-25 1,0 24 46</inkml:trace>
  <inkml:trace contextRef="#ctx0" brushRef="#br0" timeOffset="-22513.62">22696 16446 0,'-25'49'16,"1"1"-16,24 24 15,0-24 32,-124 123-47,124-148 16,0-25-1,-25 25-15</inkml:trace>
  <inkml:trace contextRef="#ctx0" brushRef="#br0" timeOffset="-21888.59">23168 16470 0,'0'25'15,"0"25"-15,0-1 0,-25 1 32,25-25-32,0 49 0,-50-24 31,50-1-31,0-24 31,-25 50-31,25-51 0,0-24 16,0 50-16,-24-50 15,24 25-15,0-25 16</inkml:trace>
  <inkml:trace contextRef="#ctx0" brushRef="#br0" timeOffset="-21289.55">24507 16247 0,'-397'372'15,"273"-223"-15,75-75 0,24-24 31,-25 99-31,25-124 0,25-1 32,-74 175-32,49-174 31,0 49-31</inkml:trace>
  <inkml:trace contextRef="#ctx0" brushRef="#br0" timeOffset="-18583.41">29691 14412 0,'-25'0'31,"-49"0"-15,-75 74-16,75-49 15,49 0 1,-74 24-16,49-24 15,25-25 1,1 0 0,-1 0-1,0 0-15,25 25 31,-99 74-31,74-99 16,0 25 0,25-25-16,-25 25 0,25-1 15,-74 1 16,24 0-31,1 25 32,24-50-32,0 24 15,0-24-15,-24 25 16,-75 25-1,74-25-15,25-1 32,-49 26-32,49-50 0,-25 25 15,26 0-15,-1-1 31</inkml:trace>
  <inkml:trace contextRef="#ctx0" brushRef="#br0" timeOffset="-17609.34">30683 14511 0,'0'25'63,"0"-25"-63,0 49 15,0 26 1,0-51-16,25 1 15,-25 25-15,0-50 32,0 25-1,0-25 16,0 49-47,0-24 62,0 25-46,0-26-1,0-24 48</inkml:trace>
  <inkml:trace contextRef="#ctx0" brushRef="#br0" timeOffset="-16948.3">30758 14511 0,'74'0'78,"1"0"-62,-51 0-16,-24 25 31,0-1-31,0-24 31,0 25-31,0 25 0,0-25 47,0-1-47,-124 26 15,124-50-15,-124 50 32,75-50-32,24 24 0,0-24 15,25 0 1,-25-24 15,25 24-31,0-25 16</inkml:trace>
  <inkml:trace contextRef="#ctx0" brushRef="#br0" timeOffset="-16132.26">31055 14635 0,'-24'49'16,"24"-49"-16,0 25 31,0 25-31,0-25 31,0-1-31,0 1 32,0-25-32,0 25 31,24-25-31,51 0 31,-26 0-31,-24 0 0,0 0 31,-25 0-31,25 0 31,-25 0 1,0-74-32,-25 49 0,25 0 31,-50-25-31,50 26 31,0 24-15,-24-25 30,24 25-14,-25 0 14,0 0-46,0 0 0</inkml:trace>
  <inkml:trace contextRef="#ctx0" brushRef="#br0" timeOffset="-15606.25">31502 14511 0,'0'0'31,"0"74"-31,0-24 0,0 173 31,0-198-31,0 74 32,0-99-32,0 25 156</inkml:trace>
  <inkml:trace contextRef="#ctx0" brushRef="#br0" timeOffset="-14936.19">31527 14660 0,'25'-25'16,"-25"25"-16,24 0 31,-24 0-31,25 0 0,25 0 31,-25 0-31,-25 0 31,24 0-15,1 0-16,-25 25 31,0-1 0,0 1-31,0-25 0,0 25 16,0 0-16,0 0 0,0-1 47,-49 51-47,24-75 31,25 0-31,-50 0 31,25 0-31,1 0 16,24 0-1,-25 0-15,0 0 16,0 0-1</inkml:trace>
  <inkml:trace contextRef="#ctx0" brushRef="#br0" timeOffset="-9257.86">18604 17760 0,'0'0'31,"0"50"-15,0-1 0,0-24-16,0 25 15,0 24-15,0-24 31,0-1-31,0 1 0,0-25 16,0 0-16,24 24 16,-24-24 15,0-25-31,0 25 31</inkml:trace>
  <inkml:trace contextRef="#ctx0" brushRef="#br0" timeOffset="-8643.83">19174 17983 0,'25'0'62,"24"0"-46,51 0 0,-51 0-16,50 0 15,-49 0-15,0 0 31,24 0-31,-24 0 0,-50 0 32,25 0 14,-25 0-30</inkml:trace>
  <inkml:trace contextRef="#ctx0" brushRef="#br0" timeOffset="-8049.79">19248 18256 0,'25'0'78,"50"0"-63,24 0-15,-25 0 0,1 0 32,-50 0-32,-1 0 0,1 0 15,0 0 1,-25 0 15</inkml:trace>
  <inkml:trace contextRef="#ctx0" brushRef="#br0" timeOffset="-7172.74">19645 17735 0,'0'-24'31,"0"24"1,25 0-32,0 24 0,49 26 15,-49-25 1,25 74-1,-50-99-15,25 25 47,-25-25-47,0 49 172,-25 1-157,0 0-15,0 24 0,-74 100 16,49-100 0,1 0-1,-1-24-15,50-25 31,0 0 94</inkml:trace>
  <inkml:trace contextRef="#ctx0" brushRef="#br0" timeOffset="-6600.71">20786 17835 0,'-24'0'31,"-26"74"-16,-74 50-15,25-25 16,-25 25 0,99-99-16,0 25 31,0-50-16</inkml:trace>
  <inkml:trace contextRef="#ctx0" brushRef="#br0" timeOffset="-5907.67">20365 17909 0,'0'0'94,"0"0"-94,49 0 15,-24 0-15,0 50 16,24 49-1,-49-50-15,25-24 32,25 99-32,-50-124 31,25 25-31,-25-25 0,0 25 31,0 0-31,24-25 31,1 24-31,0-24 16,0 50-16,-25-50 31,0 0 94</inkml:trace>
  <inkml:trace contextRef="#ctx0" brushRef="#br0" timeOffset="134.66">29865 15304 0,'0'-24'171,"-25"24"-171,0 0 31,-24 0-31,49 24 32,-50-24-1,50 0-31,-50 25 0,26-25 15,-76 50 1,100-25-16,-24 0 16,-1-25-1,0 0 1,0 24-1,25-24 1,-49 50 15,-26 0-31,26-26 0,24 1 31,0 0-31,0-25 0,0 25 32,-24 0-32,49-25 0,-50 24 31,50 1-31,-25 0 0,-24 0 31,24-25-31,-50 49 0,1-24 31,49 0-31,0 0 31,-49 0-31,49-25 0,-24 49 16,49-49 0,-50 0-1,25 25-15,0-25 16,1 50-1,-1-50 1</inkml:trace>
  <inkml:trace contextRef="#ctx0" brushRef="#br0" timeOffset="1405.75">26367 16867 0,'-49'0'16,"49"0"-16,-25 0 15,-49 0 1,24 0-1,25 0-15,25 0 16,-25 0 0,25 25-1,0-25 1,0 25 15,0 24-31,0-49 16,0 25-16,0 0 0,0 0 31,0 0-31,0 24 0,25-24 15,0 25 1,0-50 15,0 0-31,-1 24 31,26-24-31,-25 0 0,74 0 16,-74 0 0,24 0-1,-24 0 1,0-24-1,-25-1 1,0-25 0,0 25-16,0-49 15,0 49 1,0 0-16,0 1 15,0 24-15,0-25 32,0 25-32,-50 0 15,50 0-15,-24 0 16,24 0-16,-50 0 31,50 0-31,-25 0 0,-24 0 16,24 0-16,0 0 0,0 0 15</inkml:trace>
  <inkml:trace contextRef="#ctx0" brushRef="#br0" timeOffset="2005.78">27112 16991 0,'0'0'62,"74"0"-62,50 0 16,-50 0-16,50 0 15,0 0 1,-24 0-16,-76 0 0,26 0 15,-25 0-15,-25-25 16</inkml:trace>
  <inkml:trace contextRef="#ctx0" brushRef="#br0" timeOffset="2647.82">27260 17214 0,'0'0'31,"323"0"0,-224 0-15,0 0-16,-49 0 0,-1 0 31,-49 0-31,25 0 47,0 0-16,0 0-31</inkml:trace>
  <inkml:trace contextRef="#ctx0" brushRef="#br0" timeOffset="3478.87">27856 16818 0,'0'0'16,"0"0"15,0 0-31,49 0 0,1 24 31,49 125-31,-74-149 16,49 99-1,-74-99-15,25 25 16,0 0 0,-25-25 140,-25 0-125,-24 50-31,24-26 31,-50 26-31,50 0 0,1-26 16,-26 26-16,25 0 0,-24-26 31,24 76-31,-25-75 0</inkml:trace>
  <inkml:trace contextRef="#ctx0" brushRef="#br0" timeOffset="9736.22">28798 16842 0,'0'-24'31,"0"24"-31,0 24 31,25 26 16,-25 148-47,0-173 0,0 25 31,50-25-31,-50-1 0,0-24 31,0 25-31,0 0 16,0-25-1,0 0 48,-25 0-48</inkml:trace>
  <inkml:trace contextRef="#ctx0" brushRef="#br0" timeOffset="10159.25">29121 17314 0,'0'0'32,"0"49"-32,0 1 15,-25 24 1,25-24-16,0-25 31,-25 0-31</inkml:trace>
  <inkml:trace contextRef="#ctx0" brushRef="#br0" timeOffset="11249.31">29518 16867 0,'0'0'15,"0"-49"-15,0 49 31,0-25-31,0 25 0,0-50 32,24 50-17,1 0 16,0 0-31,25 0 16,-50 0 0,24 0-16,1 0 31,-25 50-31,0 24 0,0-74 31,0 25-31,0 25 0,0-26 16,0 1-16,-49 25 31,24-50-31,-25 0 15,25 0 32,25 0-31,-24 0 15,24-25-15,24 25-1,-24 0 1,25 0-16,-25 0 0,50 0 31,-25 0-15,24 0-1,-49 0-15,25 0 31,-25 0-15,0 0 0,0 25-1,0 0-15,0-1 0,0 1 31,0 0-31,-25 0 16,25 0-16,-25-25 16,1 0-1,-1 0 1,0 0-16,0 0 15,-49 0 1,-25 0-16,24 0 0,-74 0 16</inkml:trace>
  <inkml:trace contextRef="#ctx0" brushRef="#br0" timeOffset="12131.34">28947 16694 0,'25'0'47,"-25"99"-47,0-50 0,0-24 31,0 50-31,-25-51 0,-25 26 31,50-25-31,-49 0 0,24 24 47,-74 50-47,99-99 16,0 25 15,-25 0 63</inkml:trace>
  <inkml:trace contextRef="#ctx0" brushRef="#br0" timeOffset="12851.4">30162 16470 0,'-24'0'31,"-175"124"-16,125-74 1,-25 74-16,49-74 0,0-1 31,-49 50-31,0-24 0,25-1 31,49-74-31,0 50 32,25-50-32</inkml:trace>
  <inkml:trace contextRef="#ctx0" brushRef="#br0" timeOffset="17711.68">32072 11559 0,'0'0'31,"25"0"-31,50 0 16,-26 50 15,1 123-31,-25-123 0,0 74 16,-25-75-1,0 51-15,24-26 0,1 50 16,0 50 0,0-75-1,0 0 1,24 50-1,-24-99-15,0 123 16,-25-123-16,25 24 16,-25-49-1,0 50 1,0-51-1,0 1-15,0 74 0,0-74 0,0 74 32,0 1-32,0-26 0,24 25 15,-24 25 1,25-49-16,-25-1 15,0 0-15,0-49 32,0 99-32,0-74 0,0 24 15,-25-24-15,25 0 16,0-1 15,-74 323 0,49-297-31,25-1 16,-49 25-1,24-24-15,25-51 32,0-24-32,-25 75 0,25-50 15,0 0-15,0-1 0,0-24 31,0 25-31,0 25 0,0-50 16,0 49-16,0 1 16,0 0-1,0 24-15,0-24 16,0-50-1,0 24-15,0 1 16,0 0 0,0-25 62,50 0-47,-1 0-31,50-25 15,-24 0 17,148-24-32,-149 49 0,-24-25 31,-25 25 16,24 0-32,1 0-15,-25 0 0,0 0 16,-25 0-1,24 0-15,-24-25 63,75 0-48,-26 25 32,1 0-31,0 0-1,-50 0-15,25 0 16,-1-24 93,-24-1-78,25 25-15,-25-25-16,25-25 0,0-24 16,-25 24-16,0-24 15,25-149 1,-25 148-16,0-24 31,0-75-31,0 125 0,0-50 16,0 99-1,0-50 1,0 25 15,0 0-31,0 1 31,-25-51-31,0 1 0,-74-125 16,99 125 15,-25 24-31,0 1 0,25-26 31,-25 26-31,25-1 16,-25-24-16,25 49 15,0-50 1,0 51-16,0 24 31,-24-124-31,-26 49 0,25-49 16,25 50-1,0-50 1,-25 74-16,25 0 31,0 26-31,0-1 0,0 0 16,0 0-16,0-24 0,0 24 62,0-149-62,0 125 16,0-26-1,0 50-15,0-49 16,0 49-16,0-24 16,0 24-1,0-74-15,0 49 31,0 25-31,0-25 16,0 26-16,0-1 16,0 0-1,0 0-15,0 0 0,0 1 31,0-1-31,0 25 0,0-25 16,0-25-16,0 26 0,-24-1 31,24 0-31,0 0 0,0 25 63,0-25-48,0 1-15,-25-1 16,25 25-1,0-25 1,0 0 0,0 0-1,0 25-15,0-24 0,0-1 31,0 0-31,-25 25 16,25-25 46,0 0-46,0 1-16,0 24 31,0-25-31,-25 0 16</inkml:trace>
  <inkml:trace contextRef="#ctx0" brushRef="#br0" timeOffset="34254.61">17462 6003 0,'0'0'234,"0"0"-219,-24 0 1,24 0 0,-75 0-1,75 0 1,-49 0 15,49 0-31,-25 0 31,0 0-31,0 0 63,25 0-1,-25 0-46,-24 0-1,49 0 1,-25 0 77,25 0 251,-50 0-313,26 0-31,24 25 296,0-25-265,0 49-31,0-49 0,0 25 32,0 25-32,0-50 0,0 24 15,0 1-15,0 0 31,0-25-31,0 25 32,0 0 61,0-1-62,0-24-15,0 0 156,0 0-157,24 0 16,1 0-15,0 0 31,-25 0-16,50 0 16,-50 0-32,24 0 17,-24 0-1,25 0 0,0 0 16,0 0-32,-25 0 1,25 0 15,-1 0-31,-24 25 0,25-25 47,-25 25-31,0 0 15,0 0-31,25-25 31,-25 49-15,0-49-16,0 25 31,0 25-31,0-50 31,0 24-31,0-24 16,0 50-1,0-50-15,0 25 31,-25-25-15,25 25 0,-25-1 15,1-24 0,-1 25-31,25-25 0,-99 25 31,74-25 0,25 0 1,-50 0-32,25 0 0,1 0 15,-1 0 16,0 0 63,25 0-78,-25 0-16,0 0 31,25 0-31,-24-25 31,24 0-15,0 1 30,0-1-46</inkml:trace>
  <inkml:trace contextRef="#ctx0" brushRef="#br0" timeOffset="37902.83">10195 7020 0,'0'-50'62,"0"50"-31,0 0-31,25 0 0,24 0 32,26 0-32,-51 0 0,51 0 15,24 0-15,-25 0 16,26 0 15,-1 0-31,-50 0 0,-24 0 31,0 0-31,25 0 0,74-25 31,-75 1-31,1 24 32,-25 0-32,0 0 0,-1 0 31,26 0-31,0-50 0,-26 50 15,125-25 1,-124 25 0,25 0-1,-26 0 1,26 0-1,24-25-15,1 25 32,98-49-32,-123 49 15,-25 0-15,-25 0 0,25 0 63,-1 0-63,51 0 15,-50 0 1,24 0-16,26 0 15,24 0-15,-74 0 16,24 0 0,-24 0-16,-25 0 0,25 0 31,0 0-31,24 0 15,26 0 1,-1 0 0,1 0-16,-51 0 31,-24 0-31,50 24 15,-25-24-15,-25 0 16,49 25 15,-24-25-31,25 0 0,-1 0 16,-24 0-16,0 25 0,0-25 31,0 0-31,0 0 0,-1 0 31,-24 0-31,50 0 16,-25 0-1,124 0 1,-100 0-16,26 0 16,-75 0-16,49 0 15,-24 0 1,0 0-16,-25 0 0,25 0 31,-25 0-31,49 0 16,1 0-16,-1 0 31,26 0-31,-1 0 0,1 0 15,49 0 1,-124 0-16,24 0 0,26 0 31,-25 0-31,0 0 0,99 0 31,-75 0-31,1 0 16,-50 0-16,50 0 0,-50 0 31,24 0 0,-24 0-15,50 0-16,-25 0 31,24 0-31,1 0 16,0 0-1,-1 0-15,1 0 32,-1 0-32,-24 0 0,0 0 15,25 0 16,-50 0-31,24 0 0,1 0 32,0 0-32,-25 0 15,25 0-15,49 0 0,-74 0 31,75 0-31,-75 0 16,25 0 15,-1 0-31,1 0 31,50 0-31,-26 0 0,-24 0 32,-25 0-32,50 0 0,74 0 46,-50 0-46,0 0 16,26 0-16,-76 0 16,-24 0-1,25 0 16,0 0-15,0 0-16,24 25 16,1-25-1,0 0-15,-26 25 16,26-25-16,-25 0 0,-25 0 15,74 25 1,-49-25-16,25 24 31,-25-24-31,-1 0 31,51 0-31,-50 0 0,-1 0 63,125 0-63,-124 0 0,0 0 31,0 0-31,-1 0 0,26 25 16,-50-25-1,50 0 1,-26 0-1,1 0 17,25 25-32,-25-25 15,24 0 1,-24 0 15,25 0 16,-26 0-47,1 0 0,0 0 15,0 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2-02T04:58:26.5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3274 10393 0,'0'0'0,"-49"0"0,49 0 62,-100 0-62,100 0 62,0 50-46,0-25-16,0-25 31,0 74-31,0-74 16,0 50-16,0-50 31,0 49-31,0-49 0,25 25 0,-25 0 31,25 0-31,0-25 0,0 24 31,-1 1 1,100-25-17,-74 0-15,-25 0 47,0 0-16,-1-49-31</inkml:trace>
  <inkml:trace contextRef="#ctx0" brushRef="#br0" timeOffset="645.03">3522 10666 0,'0'-25'62,"0"0"-46,0 1 15,0 24-31,0-25 16,0 25-16,0-25 31,0 0-16,-25 25 1,1-49-16,24 24 31,0 25-31,-25-25 16,0 25 31,0-25-32,0 25 1,1 0-16,24 0 0,-25 0 31,0 0-31,0 0 31,25 0-31,-25 0 16,1 0 15,-1 0-15,25 0 77</inkml:trace>
  <inkml:trace contextRef="#ctx0" brushRef="#br0" timeOffset="22864.3">8830 11956 0</inkml:trace>
  <inkml:trace contextRef="#ctx0" brushRef="#br0" timeOffset="41892.39">10096 6028 0,'0'0'172,"-25"0"-141,0 0-15,25 0-1,-50 0 48,50 0-16,0 24 31,-25 1-47,25-25-16,0 25-15,-24 0 32,24 0-1,0-1 0,0-24-31,0 25 31,0 0-31,0 0 31,0-25-31,-25 49 32,25-24-1,0 0-16,0-25 17,0 25-17,25-25-15,-25 0 31,24 25-31,1-1 16,0-24-16,-25 0 31,75 0-31,-51 0 31,1 0-31,0 0 32,-25 0-32,25-24 15,24 24-15,-24-25 78,-25 25-62,0-25-16,0 0 15,0 0 1,0 1-16,0-1 16,0 0-1,0 25 1,0-25 15,0 0-15,0 1-1,0-26 1,0 50 15,-25-50 0,-24 50 32,49 0-48,-25 0-15,25 0 31,-25 0-15,0 0 0,25 0-1</inkml:trace>
  <inkml:trace contextRef="#ctx0" brushRef="#br0" timeOffset="46247.64">1067 12402 0,'0'0'47,"0"75"-47,0-1 15,0 25 1,0 25-16,0 0 0,49 0 31,-49 100-31,0-150 0,0-24 31,0 99-31,0-125 0,0 1 16,0 25 15,0 24-31,0-24 0,0 74 16,0-50-1,0 174 32,0-74-47,0 173 31,0-173 1,0-149-32,0 123 31,0-98-31,0 0 31,0 74-31,-25 49 31,-24-24-31,49-124 31,-25 99-31,25-50 0,0-49 16,0 0-16,0 0 0,0 0 31,0 24-31,0 1 0,0-1 31,-25 51-31,25-26 0,0 50 16,0-49 0,0-26-1,0 1-15,0-25 0,0 24 16,0-49-16,0 25 203,25-25-172,0 0-31,0 0 0,24 0 31,26 0-31,-26 0 0,50 0 31,75 0-31,-124 25 0,-26 0 31,26-25-31,-25 0 16,0 0 31,24 0-47,-49 0 15,100 0-15,-51 0 32,-24 0-32,25 0 31,-1 0-31,-24 0 0,-25 0 31,50 0-31,-26 0 31,-24 0-31,25 0 31,25 0-31,-50 0 47,25 0 47,-1-25-78,-24 0-16,25-25 46,0-49-46,-25 99 0,0-25 32,0 1-32,25-1 0,-25 0 93,0 0-15,0 0-31,0-124-47,0 100 0,0-26 0,-25-49 16,25 50-1,0-25 1,0-75-16,-25 50 31,25-50-31,-25 150 31,25-175-31,0 174 0,0-49 31,-49-25-31,49 24 0,0 51 16,0-1-16,0-25 0,0 25 31,-25-49-31,25 49 16,0-24-1,-25-26-15,25 26 16,-25-76 0,25 125-1,0-74 1,0 49-16,0 0 31,0-24-31,0 24 0,0-25 16,0 1-1,0 49 1,0-25-16,0-25 0,0 50 31,0-99-31,0 99 0,0-25 31,0-24-31,0-1 31,0-24-31,0 49 32,0 0-32,0-24 0,0 49 31,0-25-31,0-50 0,0 1 15,0 49 1,0-24 0,0-26-1,0 75-15,0-25 16,0 25-16,0-49 0,0 49 31,0-25-31,0 25 31,0-50-31,0 1 0,0 24 0,0-25 16,0 1-1,0-51 1,0 26 15,0 24-31,0 1 31,0-1-31,0 25 0,0 25 16,0-49 15,0 49 0,0-25-31,0 25 0,0-50 16,0 26 0,0-1-1,0 0-15,-24 25 31</inkml:trace>
  <inkml:trace contextRef="#ctx0" brushRef="#br0" timeOffset="47844.73">1017 15875 0,'50'0'93,"-50"0"-46,49 0-31,26 0-16,-51 0 15,1 0 1,25 0 0,74 0-1,-75 0-15,1 0 31,24 0-31,-49 0 32,0 0-17,0 0-15,25 0 0,-50 0 16,24 0-1,150 0 1,-149 0-16,0 0 31,-25 0 0,24 0-15,1 0-16,0 0 0,-25 0 31,50 0 16,-1 0-31,26 0-16,-51 0 31,-24 0-31</inkml:trace>
  <inkml:trace contextRef="#ctx0" brushRef="#br0" timeOffset="49956.85">1612 16123 0,'-25'0'47,"-24"0"-47,49 0 31,-50 0-31,25 0 32,1 0-17,-1 0 63,0 25-62,0-25-16,25 25 15,0-1 1,0 1-16,0 0 31,0 0-31,0-25 16,0 25-1,0 24 17,25-49-32,0 25 0,0-25 31,-25 0 0,24 0-31,-24 0 16,50 0-1,-50 0 16,25 0 1,-25 0 14,49 0-30,-24 0 0,-25 0 15,25 0-16,0 0 17,-25-25-32,25 25 15,0-25 1,-25 1 140,0 24-125,0-25-31,0-25 0,0 25 31,0 1 0,-25-1-31,0 0 16,25 25 46,-25 0-62,25-25 110,-25 25-64</inkml:trace>
  <inkml:trace contextRef="#ctx0" brushRef="#br0" timeOffset="55501.17">3597 12378 0,'0'-25'78,"0"25"-63,0 74-15,0-49 31,0 49-31,0-49 47,0 149-47,0-149 0,0-1 16,0 1-16,0 0 0,0 0 31,0 24-31,0-24 31,0 25-31,0-50 16,0 74-1,0-74-15,0 25 32,0 25-32,0-1 0,0-24 31,0 25-31,0-1 0,0-24 31,0 0-31,0 0 0,0 0 31,0 24-31,0-24 0,0 49 16,0 1 15,0 49-31,0-75 16,24-24-16,-24 50 0,0-26 31,50 1-31,-50-25 0,0 49 15,0 0-15,0-24 16,0 0 0,0 74-16,0-75 15,0 100 1,0-74-1,0-1-15,0-24 32,0 49-32,0-99 15,0 124-15,0-124 16,0 74-1,0 1-15,0-75 32,0 24-32,0 1 0,0 0 15,0-25-15,0 74 31,0-49-31,0 25 16,0 0-16,0-26 0,0 1 31,0 74-31,0-49 0,0-25 31,0 0-31,0 24 16,0 50-16,0-74 16,0 74-1,0-49-15,0-25 16,0 0-16,0 24 15,0-24-15,0 0 16,0-25 15,0 25-31,0-25 16,0 24-16,0-24 31,0 25-15,0 0-16,25 25 31,-25-50 0,0 24 141,0 1-157,0 0-15,0 50 31,0-75-31,0 24 16,0 76-16,0-76 16,0 1-16,0-25 15,50 25 204,-26-25-204,26 0-15,-25 0 16,-25 0 15,25 0-31,24 0 0,1 0 31,-25 0-31,-1 0 0,1 0 31,-25 0-31,50 0 16,-1 0 15,75 25-31,-24-25 0,24 0 31,-25 0-31,-25 0 0,1 0 32,-1 0-32,-49 0 46,-25 0 1,50 0 16,-50 0-48,24 0 16,-24 0 1,25 0 14,0-25-30,-25 0 31,25 25-47,-25-74 15,0 74 1,0-75 15,0 1-31,0 49 0,-25-49 16,0-26-16,25 51 31,0-50-31,-49 24 0,49 26 31,0-26-31,0 50 16,-25-49-16,0 24 15,25 26 17,0-51-32,-25 26 0,25 24 15,0-50 1,0 51-1,-25-51-15,25 75 0,0-25 32,0-24-32,0 49 0,0-25 31,0-50-31,-25 26 15,25-26-15,0 51 16,0-1 0,0-25-16,0 25 0,0 1 31,0-26-31,0-24 0,0 24 31,0-24-31,0 24 0,-24-49 31,-1 49-31,25 25 16,0-24-1,0-51 17,0 76-32,0-26 15,0 25-15,-25-49 0,25 74 31,-25-99-31,25 49 0,0 25 32,0-49-32,-25 24 15,25 25 1,0-49-16,0 49 15,0-124 1,0 125 15,-24-26-31,24 25 0,0 0 16,-25-49-1,25 24-15,0 1 16,0 24 0,0-74-1,0 49 1,0 25-1,0 0-15,0 25 16,0-24-16,-50-26 0,50 50 31,0-50-31,0 50 0,0-24 16,0-1-16,0 0 31,0 25-31,0-25 31,0 25-31,0-49 16,0 24-16,0 0 47,0-99-47,0 124 15,0-25-15,0 0 31,0 1 1,0 24-32,0-25 15,0 0 16,0 0-31,0 25 16,0-25 0,0 1 15,0-1-16,0 25 17,0-25-1,0 25-31</inkml:trace>
  <inkml:trace contextRef="#ctx0" brushRef="#br0" timeOffset="57316.27">248 15329 0,'0'0'0,"0"25"31,0 50-31,0-51 31,0 51-31,0-50 0,0-25 31,0 49-31,0-49 63,0 25-63,0-25 31,0 50-31,0-50 15,0 24 17</inkml:trace>
  <inkml:trace contextRef="#ctx0" brushRef="#br0" timeOffset="58639.35">273 15255 0,'25'0'63,"-1"0"61,-24 0-108,0 49 0,0-49-1,0 25 32,0-25-16,0 50 0,-24-25-15,24-25 46,-25 25-15,25-25-31,-25 0 77</inkml:trace>
  <inkml:trace contextRef="#ctx0" brushRef="#br0" timeOffset="60106.43">372 15528 0,'-25'0'78,"25"0"-63,0 25 1,0 24-16,0-49 31,0 50-31,0-25 16,0-25-1,0 24 1,0-24-1,0 25 17,25-25-17,0 0-15,0 25 16,-1-25-1,1 0 79,-25 0-63,0-25-31,25 0 0,-25 1 31,0 24-15,0-25 0,0 25 15,0-25-31,0 0 31,0 0 0,0 25-31,0-24 16,0 24 124,0 24-124,0 1-16,0 25 15,0-1 1,0-24-16,0 0 31,25 25-31,-25-26 31,0-24 32</inkml:trace>
  <inkml:trace contextRef="#ctx0" brushRef="#br0" timeOffset="61283.5">719 15528 0,'0'0'16,"-24"0"15,24 0-31,-25 0 31,0 0-31,0 0 0,25 0 47,-25 0-16,1 0-31,24 0 16,0 0 0,0 0-16,-25 49 15,25-49 1,0 50-1,0-25 1,0 0 62,0-25-47,25 0-15,-25 0-16,49 0 31,-49 0-15,25 0 30,-25 24-14,25-24-1,-25 0-16,25 25-15,-25 0 32,0-25-17,0 25 48,0-25-48,-25 0 1,-25 25-16,50-1 31,-49-24 0,49 0-31,-25 0 16</inkml:trace>
  <inkml:trace contextRef="#ctx0" brushRef="#br0" timeOffset="62669.58">819 15329 0,'0'0'62,"-25"25"-31,25-25-31,0 50 0,0-1 16,0 1-16,0-25 16,-25 24-1,25-24-15,0 0 16,0 25-1,0-26-15,0 1 32,0 0-32,0 0 15,0-25 1,0 25-1,0-1 1,0-24 109,0 0-110,0-49 1,0 24 0,0 0 15,25 0-31,0 25 15,-25-24 32,24-1 0,-24 25-31,25 0 62,-25 0-63,25 0 1,0 0 31,0 0-16,-25 0-31,0 25 0,0-25 15,0 24-15,0 1 32,0 0-17,0-25 63</inkml:trace>
  <inkml:trace contextRef="#ctx0" brushRef="#br0" timeOffset="63972.65">2828 15180 0,'-25'-24'125,"0"24"-94,25 49-15,0-24-16,0 25 16,0-26-16,0 76 15,0-51 1,0-24-1,0 50-15,25-51 0</inkml:trace>
  <inkml:trace contextRef="#ctx0" brushRef="#br0" timeOffset="64999.71">2803 15280 0,'0'-25'16,"0"25"-1,0-25 17,0 0-1,25 0 78,-25 25-78,25 0 0,-25 0-31,49 0 32,-49 0-32,50 0 31,-1 25 16,-49 0-32,0 0-15,0-25 31,0 25-31,0-1 47,0 1-31,0-25 31,0 25-32,0-25-15,0 0 16,-49 0-16,49 0 31,-25 0-31,25 0 16,-50 0-16</inkml:trace>
  <inkml:trace contextRef="#ctx0" brushRef="#br0" timeOffset="66148.78">3175 15205 0,'0'0'31,"-50"0"-15,26 0-1,-1 0 1,25 0-1,-25 0-15,25 25 16,0-25 0,0 25-16,0-25 0,0 25 31,0 24-31,0-49 31,0 25-31,0 0 16,0 0 15,0-25 0,0 0-31,25 0 31,0 0-15,-1 0-16,1 0 15,0 0-15,0 0 94,-25-25-63,0 25-31,0-25 31,0 0-31,0 0 32,0 25-1,0-24-31,0 24 15,-25 0-15,0-25 32,0 0-32,25 25 0,-24 0 15,24-25 16</inkml:trace>
  <inkml:trace contextRef="#ctx0" brushRef="#br0" timeOffset="67207.84">3324 15180 0,'25'0'15,"-25"50"16,0-50-31,0 25 16,0-25 0,0 49-16,0-49 0,0 25 15,0 25-15,0-25 16,0 49-1,0-49 1,0 25 0,0-50-16,0 24 15,0 1 32,-25 0 47,0-25-48,0 0-46,25 0 0</inkml:trace>
  <inkml:trace contextRef="#ctx0" brushRef="#br0" timeOffset="68484.89">3299 15230 0,'25'0'31,"-25"-25"47,25 25-31,-1-25-16,-24 25-31,25 0 32,-25 0-1,25 0-31,0 0 0,0 0 78,-25 0-16,0 0-31,0 25-31,0 0 63,0 0-48,0-25 1,0 25 15,0-1 0,0 1-31,0-25 63,-50 0-32,25 0-31</inkml:trace>
  <inkml:trace contextRef="#ctx0" brushRef="#br0" timeOffset="74715.27">5978 7342 0,'0'0'31,"-25"0"-31,25 0 16,-25 0-1,1 25 48,24-25-48,-25 0-15,25 25 0,-50 0 47,25-1-47,25-24 31,-25 25-31,25 0 0,0-25 16,0 25-1,0 24-15,0-49 16,0 100 0,0-100-16,0 24 31,0 26-31,50-25 0,-25-25 31,0 25-31,0-25 0,24 24 16,-49-24-1,25 0 1,25 0-16,-50 0 0,24 0 31,1 0-31,0 0 0,-25 0 47,25 0 0,-25 0-16,0-24-31,0-1 15</inkml:trace>
  <inkml:trace contextRef="#ctx0" brushRef="#br0" timeOffset="74939.28">6052 7590 0,'-24'-74'31,"-1"74"0</inkml:trace>
  <inkml:trace contextRef="#ctx0" brushRef="#br0" timeOffset="75269.3">5928 7417 0,'-24'0'16,"-1"-25"-16,25 0 31</inkml:trace>
  <inkml:trace contextRef="#ctx0" brushRef="#br0" timeOffset="77471.42">6424 7417 0,'0'0'78,"25"0"-62,99 0 0,-74 0-1,49 0-15,0 0 31,-49 0 16,-25 0-16</inkml:trace>
  <inkml:trace contextRef="#ctx0" brushRef="#br0" timeOffset="78382.48">6524 7590 0,'0'0'15,"24"0"-15,1 0 16,-25 0-16,25 0 16,49 0-1,-74 0-15,50 0 16,-25 0-1,24 0 1,-24 0 0,0 0-1,0 0 1,-25 0 31,25 0 15,0 0 16</inkml:trace>
  <inkml:trace contextRef="#ctx0" brushRef="#br0" timeOffset="79404.53">6846 7218 0,'0'0'109,"25"0"-78,0 25-31,0 25 0,-1-1 16,26 1 15,-25-25-31,0 24 0,24 1 31,-49-25 16,0-1 172,0-24-219,0 25 31,0 0-31,-25 25 15,25-26 17,0 1-32,-24 0 0,24-25 31,-25 50-16</inkml:trace>
  <inkml:trace contextRef="#ctx0" brushRef="#br0" timeOffset="81486.66">7441 7317 0,'0'0'94,"0"50"-79,0-25-15,0 24 31,0 100-15,0-124-16,0 0 16</inkml:trace>
  <inkml:trace contextRef="#ctx0" brushRef="#br0" timeOffset="81915.67">7739 7714 0,'0'0'31,"0"25"0,0 25-31,0-1 0,0-24 16,0 0-16,-25-25 0,25 25 46,0-1-46</inkml:trace>
  <inkml:trace contextRef="#ctx0" brushRef="#br0" timeOffset="83090.75">8062 7293 0,'0'0'31,"24"-25"63,26 0-78,-50 25 15,25 0-31,24 0 31,-24 0-31,25 0 31,-25 0-31,-25 25 0,0 0 31,24-25-31,-24 49 0,0-24 16,0 0 15,0 49-31,-24-74 0,24 25 31,-25-25-31,-25 0 32,25 0-32,25 0 0,-49 0 31,49 0-16,-25 0 17,25 0-32,0-25 31,0 25-16,25 0-15,-25 0 0,49 0 32,26 0-32,-75 0 15,25 0 1,-1 0-1,26 25 1,-50 0 0,25 0-16,-25-25 15,0 24 1,0 1-1,0 0 1,0-25 15,0 50-15,0-50-16,-25 0 15,0 0 17,-74 0-32,74 0 0,-24 0 31,24-25-31</inkml:trace>
  <inkml:trace contextRef="#ctx0" brushRef="#br0" timeOffset="87870.02">5779 12378 0,'0'24'109,"0"51"-93,0-26-16,0 26 0,0-1 31,0 1-31,0-26 0,0 1 16,0-1-16,0 1 0,0-25 15,0 0-15,0 24 31,0-24-31,0 0 16,0 0 0,0 24-16,0-24 0,0 25 31,0-25-31,0 49 0,0-24 31,0 98-31,0-123 0,0 50 31,0-1-31,0-74 0,0 50 16,0-26-1,0 1-15,0-25 32,0 25-32,0 0 0,25-25 15,-25 25-15,0 24 0,0-24 31,0-25-31,0 50 0,0-26 0,0 76 32,0-51-32,0-24 31,0 49-31,0-74 0,0 50 0,0-25 31,0 25-31,0-50 16,0 24-16,0 26 15,50 24 1,-50-24-16,0-50 15,0 50-15,0 24 0,0-24 32,0-1-32,-25 1 0,0-1 15,-49 75 1,74-99-16,-50 74 15,25-74-15,25 0 32,0 0-32,0 0 0,0-1 15,0 1-15,0 0 16,0 74-1,0-99-15,-24 174 32,24-174-32,-25 50 15,0 24 1,25-24-16,0 24 15,0-24-15,0-50 32,-25 49-32,25-24 0,0 49 15,0-74-15,0 75 0,0-75 31,0 74-31,0-49 0,0-25 32,-25 50-32,25-26 15,0-24-15,0 50 16,0 25-1,0-75 1,0 24 0,0 26-16,0-50 31,0 25-31,0 24 0,0-49 47,0 25-16,0 0-31,0 0 31,0-25 0,25 0 0,50 0-31,-51 0 32,100-25-32,-99 25 15,0 0 1,-25-25-16,25 25 15,0 0 17,24-25-32,-24 25 0,0 0 15,-25 0-15,25 0 31,24-24-15,-49 24 15,75-25-31,-75 25 0,25 0 16,-1 0-16,1 0 0,0 0 31,25 0-31,-50 0 16,24 0-1,26 0-15,-50 0 31,50 0-31,-26 0 0,-24 0 16,25 0-16,0 0 31,0 0-15,-25 0-1,49 0 1,-24 0 0,0 0-1,-25 0-15,25 25 0,0-25 47,-1 24-31,1-24 62,0 0-63,0-24 16,0-1-15,-1 0 0,1 0-1,0 25-15,-25-25 0,0 1 16,25-1-1,-25 25 17,25-50 14,-25 50-30,25-50 15,-25 50-31,0-24 16,0 24-1,0-50 17,0 50-32,0-25 15,0 0-15,0 1 16,0 24-16,0-25 0,0-25 31,0 25-31,0-24 16,24 24-16,-24 0 31,25-24-16,-25 49-15,0-25 16,0 0 0,0 0-1,0 25-15,0-25 31,25-49-31,-25 24 16,0 26-16,0-26 16,0 25-16,0 0 15,0-24-15,0 24 31,0-25-31,0 1 0,0-26 16,0 1 15,25 24-31,-25-24 16,25-50-16,-25 124 15,0-50-15,0 25 0,0 1 32,0-1-32,24 25 0,-24-25 15,0 0-15,0 0 16,0 1 15,0-1-31,0 0 31,0-49-31,0 49 0,0 0 16,0 0-1,0-24-15,0-1 16,0 0-16,0 26 16,0-1-16,0-25 0,0 50 15,0-50-15,0 26 16,0 24-1,0-50-15,0 25 32,0-24-32,0 49 15,0-50-15,0 25 0,0 0 16,0-24-16,0-1 15,0 50-15,0-25 0,0-24 32,0 49-32,0-50 0,0 50 15,0-25 1,0-24-1,0 24-15,0-25 16,0 1-16,0-26 0,0 75 16,0-49-16,0 24 31,0-49-31,0 49 0,0 25 15,0-50-15,0 25 16,0 1 0,0-1-16,0 0 15,0-25 1,0 25-16,0 1 15,0-1-15,0 0 0,0 0 16,0 0-16,0 1 31,0 24-31,0-25 0,0 0 16,0 0-16,0 25 15,0-49-15,0 24 0,-24 0 32,24-25-32,0 26 15,-50-51-15,50 50 16,0-24-1,-25 24 1,0-25 0,25 50-1,0-24-15,-24-1 31,24 0-15,-25 0-16</inkml:trace>
  <inkml:trace contextRef="#ctx0" brushRef="#br0" timeOffset="89348.11">5556 15825 0,'0'0'78,"25"0"-63,25 0 1,49 0-1,75 0-15,-100 0 0,25 0 16,-49 0 0,-25 0-16,24 0 15,-24 0-15,-25 0 47,74 0-47,-49 0 16,124 0-1,-124 0 1,0 0-16,-1 0 31,-24 0-31,50 0 0,49 0 16,-99 0-1,50 0 1,-1 0-16,-49 0 0,25-24 15,0 24 32,0 0-31,-25 0-16,25 0 0,0 0 31,-1-25-31</inkml:trace>
  <inkml:trace contextRef="#ctx0" brushRef="#br0" timeOffset="90266.16">6152 15974 0,'24'0'124,"-24"25"-92,0 25-32,0-26 15,0-24-15,0 50 31,0 24-31,0-49 32,0-25-32,0 25 0,0 0 31,0 0-16,0-25-15,-24 24 141</inkml:trace>
  <inkml:trace contextRef="#ctx0" brushRef="#br0" timeOffset="91748.24">5804 15106 0,'0'0'172,"75"0"-157,-26 0-15,26 0 16,-26 0 0,-24 0-16,-25 0 31,25 0-31,0 0 0,0 0 31,148 0-31,-148 0 16,25 0-1,-50 0 1,24 0 15,26 0-31,0 0 0,-1 0 31,50 0-31,-49 25 16,-50-25-16,25 0 15,-25 0-15,49 0 0,-24 0 16,0 25 0,0-25-1,0 0-15,0 0 16,-25 0-16,24 0 31,26 0-15,0 0-16,-50 0 78,24 0-63</inkml:trace>
  <inkml:trace contextRef="#ctx0" brushRef="#br0" timeOffset="93972.37">6201 15329 0,'-25'0'32,"25"0"-32,0-25 78,0 25-47,0-24-31,0-1 15,25-25-15,-25 50 16,50-25 0,-50 25 15,25 0 0,-1 0 16,1 0-16,-25 0-15,0 0 15,25 25-31,-25-25 62,0 50-62,0-25 16,0-25-1,0 49 1,0-49 0,0 25-16,-25-25 31,25 0-31,-25 25 15,1-25-15,-1 0 94,50 0 31,-1 0-94,1 25 0,-25-25-31,25 25 16,-25-25 15,25 49 16,0-24-47,-25 0 47,0 0-16,0-25-31,0 24 47,0 1-16,-25-25-16,25 25 17,-25-25-1,25 0-31,-50 0 15,26 0-15,-1 0 32,-25 0-32,50 0 15,-49 0 1,24 0 31,0 0-32,0 0 16,25 0-31,-25 0 32,1-25-1,-1 0-16,0 25 1</inkml:trace>
  <inkml:trace contextRef="#ctx0" brushRef="#br0" timeOffset="116500.66">8235 12601 0,'0'0'78,"0"49"-62,0 26-16,0-26 15,0 26 1,-25-1-16,25 1 15,-24 73-15,-1-73 16,25-50 0,-25 124-1,25-100-15,0 26 16,-25-1-16,25 0 15,-25 1 1,25-26-16,0-24 31,0 25-31,0-25 0,0 49 16,0-49-16,0 49 31,0-24-15,0-25-16,0 24 31,0 50-31,0-74 0,0 25 15,0-25-15,0 24 16,0 1 0,0-25-16,0-25 15,0 99 1,0-74-1,0 24 1,0-49-16,0 25 0,0 50 16,0-51 15,0 26-31,0-25 0,0 0 15,0 24-15,0-24 16,0 25-16,-49 24 31,49 0 16,-25 175-47,25-249 31,-25 99-31,25-99 0,0 49 16,0 1-16,0-50 15,0 74 1,0-24-16,0-25 16,0 24-16,0 1 15,0 24 1,0-24-1,0-50 1,-50 74-16,50-74 0,0 100 16,0-51 15,0-24-31,0 0 15,0 0-15,0-1 0,0 26 16,0 0 0,0-25-16,0-25 15,0 49-15,0-49 31,0 25-31,0 25 32,0-50-32,0 24 156,0-24-125,50 0-16,0 0-15,-1 0 16,-24 0 0,0 0-1,0 0-15,-25 0 31,25 0 1,24 0-32,-24 0 0,25 0 15,49 0-15,-25 0 16,1 0-1,-26 0-15,-24 0 0,-25 0 16,50 0 0,-26 0 15,26 0 0,-50 0-15,25 0 30,-25 0-14,49 0-32,-24 0 0,25 25 31,-25-25-16,24 0-15,-49 0 32,25 0-32,-25 0 0,50 0 15,-25 0 1,-1 0-1,1 0-15,-25 0 16,25 0 0,0 0-16,0 0 15,-25 0-15,24 0 31,1 0 1,-25 0-17,25-25 16,-25 25-31,25-24 32,-25-1-1,0 0-31,0 25 47,0-50-47,0 26 15,0 24-15,0-25 16,0 0-1,0 0-15,0-25 0,0 1 16,0-26 15,0 51-31,0-26 0,0 25 16,0 25-16,0-49 0,0 24 15,0-25 1,0 1 0,0-1-16,0 25 15,0 0-15,25-24 31,-25 24-31,0 0 0,24 0 16,-24-24 0,0-26-1,25 26 1,-25 49-16,0-25 0,0-25 31,25 26-31,-25-1 0,0 0 16,0-25-16,25 25 15,0 1-15,-25-1 31,0 0-31,0 25 0,0-50 16,24 1-16,-24 49 31,0-50-31,0 1 0,0 24 16,0 25-16,0-50 0,0 25 15,0 1-15,0-1 16,0-25 0,0 25-16,25-24 0,-25 24 31,0-25-31,0 26 15,0-1-15,0 0 0,0 0 32,0-24-32,0-1 0,0-24 15,-49-1-15,49 50 16,0-24-16,0 24 31,0-50-31,0 51 0,0 24 16,0-50-16,0 0 31,0 1-31,-25-26 15,25 51-15,0-26 0,0 25 16,0-49-16,-25 49 16,25 0-1,0-24 1,0 24-1,0 0 1,0 0-16,0 0 0,0 1 16,0-1-16,0 0 31,0 0-31,0 0 0,0 1 15,0-1-15,0 0 0,0 0 16,0 25 15,0-25-31,0 1 16,0-1 15,0 25-31,-25-25 16,25 0-16,0 25 15,0-50 1,0 26-1,0 24-15,0-25 16,0 0 0,0 0 15,0 0-31,0 1 15,-25-26 1,25 25 0,0 0-16,0 1 0,0 24 15,0-25 1,-24 0-16,24 0 15,0 25 17,0-25-17,0 1-15,0-1 16,0 25 15,0-50-15,-25 25 15,0 25-31,25-49 31,0 49 0,0-25-15,0 25 15,0-50 16,0 50-32,-25-24 17</inkml:trace>
  <inkml:trace contextRef="#ctx0" brushRef="#br0" timeOffset="118326.76">8012 15751 0,'0'-25'78,"0"25"-47,50 0-31,-26 0 0,26 0 16,-25 0-1,0 0-15,99 0 16,-124 0-1,24 0 1,26 0-16,-50 0 0,25 0 16,0 0-1,-1 0 1,1 0-16,0 0 31,49 0-31,-24 0 0,-25 0 31,24 0-31,-49 0 63,248 0-63,-223 0 15,-25 0 1,25 0 15,0 0-31,0 0 0,0 0 16,24 0-1,-49 0 1,25 0-16,0 0 47,0 0-47,-25 0 15,49 0-15,-24 0 16</inkml:trace>
  <inkml:trace contextRef="#ctx0" brushRef="#br0" timeOffset="119719.84">8533 15949 0,'0'25'140,"0"-25"-124,0 25-16,0 25 15,0-26 1,0 1-16,0 0 15,0 25-15,0-26 32,0 1-32,0 0 0,0-25 31</inkml:trace>
  <inkml:trace contextRef="#ctx0" brushRef="#br0" timeOffset="124710.13">10964 6102 0,'0'0'203,"0"-50"-141,0 50-15,0-24-32,24-1 141,1 25-140,25-25 46,-50 25-46,49 0 0,-24-25-16,-25 25 140,50 0-93,-50 0-32,0 0 17,0 25-32,0 0 15,0 0 16,0-25 1,0 24-32,0 1 0,0 0 31,0 0-16,0-25-15,0 25 0,0-1 32,-25-24-17,25 25 16,-25-25 1,25 0-1,-25 25 0,1-25 16,24 0-16,0 0 156,24 0-140,-24 0-31,25 0 15,-25 0-16,25 25 17,0-25-32,-25 25 0,25-25 31,-25 24 0,25-24-31,-1 25 31,-24 0-31,0 0 16,25 0 15,-25-1-15,25 26 15,-25-50 125,-25 0-141,25 0-15,-25 0 0,1 0 32,-1 0-32,0 0 0,0 0 15,-25 0-15,50 0 47,-49 0-47,24-25 16,25 25-16,-25 0 78,0 0-47,1 0 16,24-25-16,-25 25-31,25-24 31,-25 24-15,25-25-16,-25 0 93</inkml:trace>
  <inkml:trace contextRef="#ctx0" brushRef="#br0" timeOffset="129696.4">5879 8409 0,'0'-25'94,"0"0"-79,0 0-15,0-24 16,25 24 0,-25-25-16,24 26 15,1-1 16,-25 0 1,25 0-1,0 25 16,-25-25-32,25 25 1,-25 0-1,49 0 17,-49 0-1,25 0-16,0 0 1,-25 0-16,0 25 31,0 0-31,0 0 0,0 0 16,0-1-16,0 1 0,0-25 31,0 25-15,-25 0-16,25 0 15,-25-1-15,0-24 47,25 0-16,-24 25 0,24-25 1,-25 0-32,25 0 202,0 0-186,25 0 0,-25 0-1,49 0 1,-49 0 15,25 25-31,0-25 0,0 25 16,-25 0 30,24-1-14,-24-24-32,0 25 0,0 0 15,0 0-15,0-25 47,0 25-31,0-1-16,0 1 15,0-25-15,0 25 31,0 0 1,0 24-17,-24-49 16,-26 0 1,50 25-17,-25-25-15,-24 0 16,49 0 31,-25 0-16,25 0-16,-50 0 17,25-25-1</inkml:trace>
  <inkml:trace contextRef="#ctx0" brushRef="#br0" timeOffset="130657.47">6499 8434 0,'0'0'78,"25"0"-47,-1 0-31,51 0 0,-50 0 31,24 0-31,-49 0 16,25 0-16,-25 0 15,25 0 1,0 0-1,-25 0-15,24 0 32,-24 0 30,50 0 78</inkml:trace>
  <inkml:trace contextRef="#ctx0" brushRef="#br0" timeOffset="131444.51">6623 8682 0,'0'0'63,"0"0"-32,25 0-15,49 0-1,-24 0-15,-1 0 0,-24 0 31,0 0-31,-25 0 32,25 0-17,24 0-15,-49 0 31</inkml:trace>
  <inkml:trace contextRef="#ctx0" brushRef="#br0" timeOffset="132426.57">6871 8235 0,'0'25'63,"25"0"-48,-25 24-15,25-24 31,24 74-31,-24-49 0,-25 0 32,25-50-32,-25 24 202,0 1-170,0 25-32,0-1 0,-25-24 15,-25 99 1,26-49-1,-1 24-15,0-49 32,0-50-32,25 24 46,0 1 32,-25-25-62,25 0-16,-25 0 0,25 0 31,-49-25-31</inkml:trace>
  <inkml:trace contextRef="#ctx0" brushRef="#br0" timeOffset="135653.75">7565 8359 0,'0'0'46,"-24"0"-46,-1 0 0,0 0 32,0 0-17,25 0 32,-25 0-31,1 0 15,24 25-16,-25 0 1,25 0-16,0-25 16,0 24-16,0 1 31,49 0-16,-49-25 1,50 25 0,-25 0-1,0-1 1,-1-24-16,1 0 15,0 0 17,0 0-32,0 0 15,-1-24-15,1 24 31,-25-25-31,0 25 32,0-50-32,0 25 0,0 25 15,0-24 1,0 24-1,0-50 1,0 25 15,-25 0-31,25 25 16,0-24-1,-24 24 32,-1 0-31,0 0-16,25 0 15,-25 0 17,0 0-1,1 0 16</inkml:trace>
  <inkml:trace contextRef="#ctx0" brushRef="#br0" timeOffset="136452.79">8086 8706 0,'-24'0'62,"24"0"-46,-25 25-16,25-25 31,0 50 0,0-25-31,0-25 16,-25 24-1</inkml:trace>
  <inkml:trace contextRef="#ctx0" brushRef="#br0" timeOffset="137588.84">8260 8260 0,'25'-25'78,"-25"25"-62,0 0-16,0 25 15,0 25 1,25-50-1,-25 49-15,0-24 16,0 25 0,0-26 15,0 26-31,49 24 0,-49-74 31,0 50-31</inkml:trace>
  <inkml:trace contextRef="#ctx0" brushRef="#br0" timeOffset="139379.97">8706 8582 0,'0'0'78,"0"100"-31,-24-51-47,-1-24 31,0 0 47</inkml:trace>
  <inkml:trace contextRef="#ctx0" brushRef="#br0" timeOffset="141245.07">8930 8260 0,'0'-25'94,"24"25"-94,-24-49 31,25 24 0,0 25-15,-25-25 15,25 0 0,25 0 0,-50 25 0,24 0 16,1 0-31,-25 0-1,25 25 1,-25-25-16,25 25 16,-25 0 15,0-25-31,0 25 47,0 24-47,0-24 0,0 0 31,0 0-31,0-25 15,0 24-15,-25-24 0,25 25 32,0-25-32,-25 25 0,-24 0 15,24-25 1,0 0-1,0 25 188,25-1-187,0 1 31,50-25-47,-25 0 15,24 0-15,-24 0 31,0 0-31,0 0 16,-1 0-16,-24 0 31,25 0-31,-25 0 0,25 0 16,25 0-1,-1 0-15,-49 0 16,25 0-16,0 0 16,0 0 30</inkml:trace>
  <inkml:trace contextRef="#ctx0" brushRef="#br0" timeOffset="145100.29">9674 8682 0,'0'0'31,"0"0"47,0 74-46,-50 100-32,50-150 15,0-24 1,0 25-16</inkml:trace>
  <inkml:trace contextRef="#ctx0" brushRef="#br0" timeOffset="146909.4">9996 8086 0,'0'0'31,"-25"0"-15,-49 25-1,49 50 17,0-26-1,1-24-16,-1 0 141,25 24-140,0-49-16,0 50 0,0-25 16,0 24-16,0-49 31,0 25 0,25-25-15,-25 0 15,24 0-16,26 0 1,0 0 0,-1 0-16,1 0 31,-25 0-31,0-25 15,-1 25 17,1 0-32,-25-24 156,0-1-141,0 0 1,0 25-16,0-25 0,0 0 62,0 25 47,0 25-77,0 0-32,0 25 0,0-1 15,25 50 1,-25-99-16,0 50 15,0-25 1,25-25-16,-25 49 31</inkml:trace>
  <inkml:trace contextRef="#ctx0" brushRef="#br0" timeOffset="153236.76">7739 8161 0,'0'0'47,"0"0"-47,-50 49 16,50-49-1,0 25 17,0-25-1,-24 25-31,24 0 15,0-25-15,0 25 32,0-25-32,0 49 15,0-24 1,0 0-1,0 0-15,-50-1 16,50 1 0,0 0 15,0-25-31,-25 25 15,25 0-15,-25 24 47,25-49-47,-24 25 16,24 0-1,0 0 1,-25-25 15,25 24 0,-25 1 1,25 0-17,-25-25 126,25 25-110</inkml:trace>
  <inkml:trace contextRef="#ctx0" brushRef="#br0" timeOffset="156008.91">8607 8136 0,'0'-25'78,"-25"25"0,1 0-62,-1 25 15,0 0-15,25 0 15,0-1 0,-25-24-31,25 25 16,-25 0-16,25-25 31,-24 25-16,24-25-15,-25 25 32,25-1-1,-25 1-31,25-25 15,-25 25 1,0 0 31,1 0-32,-1-25 17,25 24-1,-25 1-16,0 0 17,0-25 46</inkml:trace>
  <inkml:trace contextRef="#ctx0" brushRef="#br0" timeOffset="160381.17">9079 8855 0,'0'0'93,"99"-49"-61,-25 49-32,1 0 0,24 0 0,-25 0 31,50 0-31,-124 0 0,25 0 31,25 0-31,-50 0 0,49 0 16,50 49-1,-99-49 1,25 25-1,0-25-15,0 0 32,-25 0-17,49 0 1,1 25-16,-25-25 15,49 0 17,-74 0-32,25 0 31,0 0 16,0 0-32,24 0 63,-49 0 94</inkml:trace>
  <inkml:trace contextRef="#ctx0" brushRef="#br0" timeOffset="165060.44">10517 12477 0,'0'-25'0,"0"25"125,0 25-94,0 74-31,0-74 0,0 99 31,0-50-31,-49 1 16,49-75-1,0 49-15,0 1 0,0-1 31,0 26-31,0-26 0,0 1 32,0 0-32,0 74 31,0-75-31,0 26 0,0-50 15,0-1 1,0 51-16,0-50 0,0 24 31,0 75-15,0-124-16,0 25 15,0 0-15,0 0 0,0 24 32,0-24-32,0 25 0,0-26 15,0 1-15,0 25 0,0-50 16,0 49-16,0-24 15,0 50 1,0-51 0,0 51-1,0-50-15,0 24 16,0-24-16,0 25 31,0-1-31,0-24 16,0 25-16,0-25 15,0-1 1,0 1-16,0 0 0,0 25 15,0-1 17,0-24-32,0 0 0,0 0 15,0-1-15,0 125 31,0-124-31,0 25 16,0-50-16,0 24 0,0 26 16,0-25-1,-25 24-15,25-24 31,0 50-31,0-50 16,0 24-16,-25-24 0,25 0 31,0 0-31,0-1 0,0 1 16,0-25-16,0 50 0,-25-25 31,25 24-31,0 26 16,0-75-1,0 49 1,0-24-16,-25 0 15,25 24-15,0-49 16,0 50 0,0-25-1,0 24-15,0-49 31,-24 50-31,24-25 32,0-25-32,-25 25 0,25-1 15,0 1 1,0-25-16,0 25 15,0 25 1,0-50 0,0 49-16,0-24 15,0-25 48,0 0 30,74 0-77,-49-25-16,0 25 15,0 0 1,-1-25-16,26 25 16,-50 0-1,50 0-15,-26 0 31,-24 0-31,50 0 0,-25 0 32,0 0-32,-1 0 0,26 0 15,-50 0-15,50 0 16,-26 0-16,51 0 0,-50 0 31,24 0-31,-24 0 0,-25 0 16,25 0-16,0 0 15,-1 0 1,-24 0-16,25 0 15,25 0 17,-50 0-32,50 0 0,-50 0 15,24 0-15,-24 0 16,50 0 15,-25 0-31,-25 0 16,74 25-16,-49-25 15,25 0 1,-50 25-16,24-25 187,1 0-171,0 0-1,49 0-15,-24 0 16,24 0-1,-24 0-15,-25 0 63,-25 0-48,0-25 126,0 0-126,0 25-15,-25-24 16,0-1 0,25-25 15,-25-24-31,1 49 0,-1-99 15,25 124 1,0-74 0,0 24-16,0 0 0,0-123 15,0 98 1,0-24-1,0 74-15,0-24 32,0-26-17,0 50 1,0-24-16,25-1 0,-25 1 15,0-1-15,24 0 16,-24 1 0,0-26-16,0 1 15,0 49 1,25-49-16,-25 24 0,0-74 31,0 75-31,0 24 16,0-25-16,0 1 15,0-1 1,0 50-16,0-50 0,50-24 31,-50 74-31,0-50 0,0 1 16,0-26-16,0 50 31,0-99-31,0 75 0,0-26 31,0-49-31,0 50 16,0-100-1,0 125 1,0-50-16,0 49 0,0-25 31,0 51-31,0-26 31,0 0 0,0 50-31,0-24 32,0-100-17,0 99-15,-25 0 16,25-49-1,0 74-15,-25-50 16,25 0 0,0 26-16,0-1 15,-25 25-15,25-50 31,0 25-31,0 25 32,-24-49-32,24 24 31,0 0 0,0 0-31,0 25 31,0-24-31</inkml:trace>
  <inkml:trace contextRef="#ctx0" brushRef="#br0" timeOffset="166479.51">10492 15553 0,'0'-25'109,"50"25"-93,24 0-16,1 0 15,24 0 1,0 0-16,-24 0 16,-51 0-1,51 0-15,-50 0 31,49 0-31,-24 0 0,198 0 78,-248 0-62,99 0 15,-74 0-31,0 0 31,-1 0 1,-24 0-1,25 0 0,-25 0-15,25 0-16</inkml:trace>
  <inkml:trace contextRef="#ctx0" brushRef="#br0" timeOffset="167343.57">10840 15850 0,'0'0'140,"0"0"-124,0 75-16,0-26 16,0-24-1,0 25-15,0-26 31,0 1-31,0-25 125</inkml:trace>
  <inkml:trace contextRef="#ctx0" brushRef="#br0" timeOffset="168525.63">10542 14833 0,'0'-49'141,"347"49"-110,-99 0 0,-173 0-31,-50 0 16,49 0-16,-24 0 0,-26 0 15,125 0 1,-124 0 15,0 0-31,24 0 0,-24 0 16,50 0-1,-51 0-15,26 0 16,-50 0 15,25 0-31,24 0 16,-24 0-1,-25 0-15,25 0 16</inkml:trace>
  <inkml:trace contextRef="#ctx0" brushRef="#br0" timeOffset="169948.72">10964 15081 0,'0'0'31,"0"0"-15,0-49 31,0 49-32,0-25-15,0 25 32,0 0-32,24 0 15,26-25-15,-50 25 16,50-25-1,-50 25-15,24 0 63,-24 0-16,25 0-16,0 25-31,-25-25 15,0 25-15,0-25 16,0 25 15,0-1-31,0 1 0,0-25 16,0 25-16,-74 74 31,24-49 0,-49-25-31,124-25 266,74 0-235,50 0-31,-124 0 15,-25 0 32,24 0-16</inkml:trace>
  <inkml:trace contextRef="#ctx0" brushRef="#br0" timeOffset="171500.8">10492 14039 0,'0'-24'62,"25"-1"-15,0 25-31,49 0-1,26 0-15,-26 0 0,174 0 32,-223 0-17,24 0 16,26 0-31,-25 0 0,49 0 32,-25 0-32,-74 0 15,25 0 1,-25 0-1,50 0-15,-26 0 32,26 0-32,-25 0 0,49 0 15,-49 0-15,0 0 0,0 0 31,-25 0-15,24 0-16,1 0 31,-25-25 94,25 25-94,-25 0 16,25 0-31,-25 0-1</inkml:trace>
  <inkml:trace contextRef="#ctx0" brushRef="#br0" timeOffset="173812.94">11112 14163 0,'0'0'78,"-49"50"-47,49-50-31,-50 74 31,25-49 1,25-25 217,0 50-233,0-25-1,0-25-15,0 49 16,0-49 0,25 50-1,0-50 188,25 0-187,-26 0-16,-24 0 0,25 0 78,-25-25 78,0 25-125,0-25-16,0 1 79,0 24 171,0 24-234,0-24-31,0 25 16,0 0-16,0 0 16,0-25-1,0 49-15,0-24 31,0 0-31,0-25 16,25 25 31,-25 0-16,0-25 219</inkml:trace>
  <inkml:trace contextRef="#ctx0" brushRef="#br0" timeOffset="183038.46">12998 12229 0,'-25'-25'47,"0"50"-16,25 24-31,0 1 16,0 124 15,0-150-16,0 76-15,0-51 16,0 26 0,0 98 15,0-123-31,0-1 15,0-24-15,0 74 47,0 50 0,0-74-47,0-50 16,0 49-1,0-74-15,0 50 31,0-26 1,0 1-32,25 0 0,-25 0 31,0 24-31,0 1 0,0 99 15,0-75 1,25 100 15,-25-125-31,0 51 16,0-26-16,0-74 15,0 75 1,0-26-16,0 1 16,0 24-1,0-49 1,0 25-16,0-50 0,0 49 31,-25 26-31,25-26 0,0-24 16,0 25-16,-25 24 0,25-24 31,0-1-31,0-24 15,-25-25-15,25 50 0,0-26 32,-25 1-32,25 0 0,0-25 31,0 74-31,0-49 0,0 0 15,0 0-15,-49 49 16,24-24 0,25-50-16,0 25 31,0 0-31,0-1 0,0 1 15,0 0-15,0 0 32,0 0-32,0-1 0,0 26 15,0 0 16,0-50-31,0 24 0,0 1 32,0 0-32,0 0 0,0-25 15,0 49-15,0-24 0,0 25 16,0-1 15,0-24 0,0 0-31,0-25 0,0 25 47,0 0 31,0-1-62,0 1-16,0 0 15,0 25 1,0-26-1,0 1-15,0 0 32,0-25-1,25 25-31,-25-25 0,0 50 15,49-50 126,-24 0-126,0 0 1,0 0-16,24 0 16,-24 0-16,0 0 15,-25 0 1,25 0-1,0 0-15,-1 0 32,-24 0-32,25 0 0,0 0 15,0 0 16,-25 0-31,50 0 0,-26 0 32,1 0-32,0 0 0,0 0 15,-25 0 16,49 0-15,-24 0 0,0 0-16,25 0 15,24 0-15,-49 0 31,0 0-31,-1 0 0,1 0 47,-25 0 16,25 0-48,0 0 16,0 0 16,-1 0-31,26 0-16,-25 24 15,24-24 1,-49 0 0,25 0-16,-25 0 31,50 0 0,-50 0 0,25 0-31,-25 0 0,24 0 78,-24 0-31,0-24-31,0 24-1,0-25 16,0 0-31,0 0 47,0-25-47,0 26 16,0-1-1,0 0 17,0 0-32,0 25 0,0-25 15,0-24-15,0 49 16,0-75-16,-24 51 31,-1-51-31,25 26 16,0 24-16,0 0 15,0-49 1,0 74-1,-25-100 1,25 51-16,-50-75 16,50 99-16,0-25 31,0 1-31,0 24 15,0-74-15,0 99 32,0-75-32,0 26 0,0 24 15,0-25-15,0 25 16,0 1-1,0-26-15,0-24 0,0 49 32,0-25-32,0 1 0,0 24 15,0-25-15,0 25 0,0-49 31,0 24-31,0 26 16,0 24-16,0-50 0,0 25 16,0 25-16,0-99 31,0 49-16,0 25-15,0 1 0,0-26 32,0 0-32,0 26 31,0-51-31,0 75 0,0-49 31,0-51-31,0 76 0,0-26 16,0 25 15,0-24-31,0 49 0,0-75 15,0-24 17,0 99-17,0-50-15,0 1 0,0-1 31,0 50-31,0-49 0,0-1 16,0 25-16,0-24 0,0 24 31,0-50-31,0 1 0,0 24 16,0-24-16,0 24 0,0 1 31,-24-125-15,-1 100-1,0-26 1,25 76-16,-25-51 15,0 26 1,25 49 0,0-25-16,0 0 0,0 0 15,0 25 1,0-25-1,-49 1-15,49-1 47,0-25-31,0 0-1,-25 26-15,25-1 32,0 25-17</inkml:trace>
  <inkml:trace contextRef="#ctx0" brushRef="#br0" timeOffset="184260.53">12774 15701 0,'0'-24'47,"0"24"-31,25 0-1,25 0 1,-1 0-16,-24 0 31,124 0-31,-124 0 0,49 0 31,-49 0-31,50 0 0,-75 0 32,24 0-32,26 0 0,-50 0 31,74 0-31,-49 0 0,0 0 15,25 0 17,-1 0-32,1 0 15,24 0 1,-49 0-16,0 0 15,0 0-15,-1 0 47,1 0-16,0 0-31,-25 0 94</inkml:trace>
  <inkml:trace contextRef="#ctx0" brushRef="#br0" timeOffset="185102.58">13345 15949 0,'0'25'109,"0"0"-93,0 0-16,0 24 16,0 26-1,0-50-15,0-1 31,0 1 47,0-25-31,-25 0-47,0-74 16,1 49-16</inkml:trace>
  <inkml:trace contextRef="#ctx0" brushRef="#br0" timeOffset="186228.65">12923 14982 0,'0'0'47,"25"-25"-16,-25 25 0,25 0 0,-25 0-31,25 0 0,24 0 32,50 0-32,-24 0 0,49 0 31,-74 0-31,-50 0 47,24 0-32,26 0 1,-50 0-1,50 0-15,-26 0 16,26 0 0,-25 0-1,0-49 1,49 49-16,-74 0 0,25 0 47,24 0-47</inkml:trace>
  <inkml:trace contextRef="#ctx0" brushRef="#br0" timeOffset="187588.72">13146 15180 0,'50'-49'62,"-50"49"16,50-25-62,-50 25 31,25 0-16,-1 0-31,1 0 31,0 0 0,0 25-31,-25 0 31,0 24-31,0-24 16,0-25 15,0 50-31,0-26 31,0 26-31,-50-25 0,25 0 16,-49-25-16,74 25 125,25-25-16,74 0-93,-25 0-16,-24 0 0,-50 0 31,50 0-31,-26 0 93</inkml:trace>
  <inkml:trace contextRef="#ctx0" brushRef="#br0" timeOffset="190230.87">12229 5928 0,'-25'0'63,"-25"25"-32,1 25-31,24-25 31,0 99-31,25-100 16,0 1-16,0-25 15,-25 25-15,0 0 47,25 0-16,0-25 141,75 0-141,-26 0-31,26 24 16,-1 1-16,-74-25 31,25 0 187,-25 0-187,0 0-15,0-25 0,0 25 264,0 25-264,25 25-16,0-25 16,-25-25-1,0 24-15,0 1 0,0 0 16,0 25-16,0-50 15,0 24-15,25 26 16,-25-25 0,0 24-1,24-24-15,-24 0 31,0 0-15,0-25 15,0 25 94</inkml:trace>
  <inkml:trace contextRef="#ctx0" brushRef="#br0" timeOffset="192300.99">6102 9277 0,'0'0'124,"-25"25"-92,25 24-32,-25-24 0,-24 50 15,49-51-15,-25 51 0,25-50 16,-25 99-1,25-100 17,-25 1-32,25 0 15,0-25 141,25 0-140,50 0-1,24 0-15,-25 0 16,149 0-16,-173 0 16,49 0-1,-99 0 48,0-25-32,-49-24-31,24 49 15,-25-50 1,25 50 15,25 0-31,-24-25 16,-1 25 15,25 0-31,-25 0 31,25-25-31,-50 1 16,26 24 124,24 0-124,0 49-16,0 1 0,0-1 31,0-24-31,0-25 0,0 25 16,0 0-16,0-25 0,0 49 31,0-24-31,0 0 15,0 0-15,0 0 16,24-1 0,-24-24-16,0 25 109,0-25-62</inkml:trace>
  <inkml:trace contextRef="#ctx0" brushRef="#br0" timeOffset="193035.04">6796 9550 0,'0'-50'62,"0"50"-46,50 0-16,25 0 15,98 0 1,-74 0-16,50 0 31,-99 0-31,-50 0 16,25 0-16,-25 0 31,24 0 62</inkml:trace>
  <inkml:trace contextRef="#ctx0" brushRef="#br0" timeOffset="193652.07">6921 9723 0,'0'-24'15,"24"24"32,100 0-47,-49 0 0,-1 0 16,1 0-16,-1 0 15,-24 0 1,-1 0-16,-49 0 15,25 0 17,25 0-17,-50 0 1,24 0-1,1 0 95,-50-25-95</inkml:trace>
  <inkml:trace contextRef="#ctx0" brushRef="#br0" timeOffset="194581.12">7441 9302 0,'0'0'94,"25"49"-78,25-24-16,-50 0 15,74 49 1,-49-24-16,0 24 15,24-49 17,-49-25 46,0 25-63,0 0 110,-24 24-109,-26 1-16,-24 24 0,24 1 31,0-26-31,50-24 31,-24 0 109,-1 0-108</inkml:trace>
  <inkml:trace contextRef="#ctx0" brushRef="#br0" timeOffset="196463.23">22572 3423 0,'0'0'63,"0"0"-32,0 74-31,0-49 0,-74 99 15,74-74 1,-25-25 0,0 24-16,0 1 0,1 0 15,-1-26 1,25 26-16,-50 0 31,50-50-31,0 24 16,-25 1-1,1 0-15,-1 0 16,25 0-16,-25-25 15,25 24 1</inkml:trace>
  <inkml:trace contextRef="#ctx0" brushRef="#br0" timeOffset="197588.3">23118 3473 0,'0'0'62,"-25"24"-46,0 26-16,1 0 31,-26 74-31,50-50 0,-74 50 0,49-49 62,-99 297-62,124-348 31,0-24-31,0 25 16,0 0 0,0 0-1,-25 24-15,25-49 125</inkml:trace>
  <inkml:trace contextRef="#ctx0" brushRef="#br0" timeOffset="198823.37">22721 7119 0,'0'0'47,"-50"0"-16,-49 25-31,74 24 0,-24 26 16,-26 74-16,26-100 16,-1 75-1,1-74-15,-26 49 31,50-25-31,-24-49 16,49 0-16,-25 0 31,25-25-15,0 25-16,0-25 15,-50 49 1,50-24-16,-24 0 31,24-25 16</inkml:trace>
  <inkml:trace contextRef="#ctx0" brushRef="#br0" timeOffset="199498.41">23019 7193 0,'-25'0'31,"-124"149"-31,100-74 15,-51 49 1,-24 124-16,0-75 16,75-73-1,-51 98 1,76-148-1,-1 24 1,25-74-16,-25 25 62,0-25-46,25 0 0,0-75-1,0 51-15</inkml:trace>
  <inkml:trace contextRef="#ctx0" brushRef="#br0" timeOffset="200189.45">23341 7317 0,'0'25'31,"-25"25"-15,1 123-16,-51-73 15,26-26 1,-1 0-16,0 1 0,1-26 31,-1 26-31,-24-25 0,74-26 0,-75 51 31</inkml:trace>
  <inkml:trace contextRef="#ctx0" brushRef="#br0" timeOffset="201109.5">24954 9500 0,'-25'0'62,"-25"124"-62,25-124 0,0 50 16,1 24-1,-1-49-15,0 49 16,-74 75-16,49-99 16,-49 124 15,99-150-31,0 1 16,-25-25-1,25 25 79</inkml:trace>
  <inkml:trace contextRef="#ctx0" brushRef="#br0" timeOffset="201927.54">25499 9699 0,'-74'24'63,"-224"349"-48,224-274 1,-150 223 15,200-322 16,-1 50-47,-25-25 31,50-1-31,-49-24 16,24 0-16,-25 75 0</inkml:trace>
  <inkml:trace contextRef="#ctx0" brushRef="#br0" timeOffset="203180.62">25648 10046 0,'0'0'31,"-25"0"-31,-24 25 16,-1 24-16,0 1 31,-24 49-31,74-99 0,-50 50 15,1-1 17,49-24-32,-25-25 31,-49 99-31,74-74 15,-25 0-15,25 0 0,-25 0 47,0-1-47,0 1 0,25 0 16,-24-25-16,-1 25 31,25-25 0,0 49-31,-25-49 94,25 25-63,-25-25-31</inkml:trace>
  <inkml:trace contextRef="#ctx0" brushRef="#br0" timeOffset="208701.93">8235 9376 0,'0'-25'31,"0"25"0,0-24 0,0-1-15,0 0-1,0 25 17,0-25-32,0 0 0,25 25 46,-25 0-46,25 0 32,0 0-32,24 0 31,-49 0 0,25 0 0,-25 0-31,74 50 31,-74-25 1,0-25-1,0 25-31,0-1 15,0 1-15,0 0 16,0 25 0,0-50-16,-24 24 31,-1-24-31,25 0 15,-25 0-15,25 0 47,-25 0-16,25 0 79,0 0-95,25 0 1,25 0-16,-50 0 0,24 0 31,-24 0-15,50 0-16,-50 25 31,0 0-16,0 0-15,0-25 32,0 25-32,0 24 0,0-49 15,0 50-15,-25-25 16,25-1-1,-25-24-15,25 0 47,-24 0-47,-26 0 16,50 0-1,-25 0-15,0 0 16,1 0 0,24 0 15,-25 0-31</inkml:trace>
  <inkml:trace contextRef="#ctx0" brushRef="#br0" timeOffset="209660.99">8806 9798 0,'-25'0'46,"25"0"-46,0 25 32,-25 24-1,25-49-31,-25 25 31,25 0-31</inkml:trace>
  <inkml:trace contextRef="#ctx0" brushRef="#br0" timeOffset="210949.06">9029 9426 0,'0'-25'31,"0"0"-15,0 0 15,0-24-31,0 49 16,0-25-16,0 0 15,25 0 1,0 25-16,-1-24 0,1 24 47,0 0-16,0 0-16,-25 0-15,25 0 0,-1 0 32,-24 0-32,25 0 15,0 0 1,0 24-1,-25 1-15,0 0 16,0 25 0,0-26-1,0 1-15,0 0 0,-25-25 31,0 50-31,0-50 0,-49 24 16,74 1 31,-74 0-47,74-25 15,-25 25 1,0-25-16,25 0 125,50 0-94,74 0-31,0 0 16,49 0-16,-123 0 31,49 0-31,-49 0 15</inkml:trace>
  <inkml:trace contextRef="#ctx0" brushRef="#br0" timeOffset="211471.09">10071 9525 0,'0'0'15,"-25"0"-15,0 0 16,-25 25 0,26 0-16,-1-25 31,-74 99-31,74-74 0,25-1 31,-25-24-31,25 25 0,-25 0 16,25-25 77</inkml:trace>
  <inkml:trace contextRef="#ctx0" brushRef="#br0" timeOffset="212699.16">10592 9153 0,'0'0'16,"-25"0"-1,25 0 16,-124 0 1,124 0-32,-25 0 15,25 0 1,-25 0-16,0 25 15,25 0-15,0-25 32,0 24-32,0 26 0,0-50 15,0 74 1,0-49-16,0 25 15,0-1 1,25 1 15,-25-25-31,25-25 0,-25 25 16,25-1-1,24 1 17,-24 0-32,25-25 15,-25 0-15,-25 0 16,49 0-1,-49 0 1,50-25-16,-50 0 31,0 1-31,0-1 0,0 0 31,0 0 1,0 0-1,0 25-16,-25-24-15,25 24 32,-25 0-32,-74 0 31,74 0-31,0 0 15,1 24 1,-1 1 15,25 0-15,0-25-16,0 25 31,0-25-31,-25 49 140</inkml:trace>
  <inkml:trace contextRef="#ctx0" brushRef="#br0" timeOffset="214668.27">8483 9128 0,'0'0'47,"-149"199"-47,100-100 31,-1 0-31,1-49 0,49-26 31,-25 51-31,25-75 31,-25 25-31,25 74 31,-25-99 1</inkml:trace>
  <inkml:trace contextRef="#ctx0" brushRef="#br0" timeOffset="-214003.41">9649 9103 0,'-50'25'16,"-74"74"-16,75-24 15,24-75 1,-25 99-1,26-74-15,-26 24 16,0 1 0,50 0-1,-99 49-15,74-74 31,-24 49-31,24-24 16,25-50 15</inkml:trace>
  <inkml:trace contextRef="#ctx0" brushRef="#br0" timeOffset="-206691.99">10244 9847 0,'0'0'31,"0"0"1,25 0-17,0 0 32,25 0-47,-26 0 0,26 0 31,-25 0-31,0 0 31,-1 0-15,26 0 0,-25 0-1,124 0-15,-149 0 31,24 0-31,26 0 32,-50 0-32,25 0 15,24 0-15,-24 0 31,-25 0-31</inkml:trace>
  <inkml:trace contextRef="#ctx0" brushRef="#br0" timeOffset="-200187.62">15205 12105 0,'-25'0'31,"1"0"78,24 24-93,0 51-16,49 24 15,-49-74-15,0 49 32,0 1-32,25-50 15,-25 49-15,0-49 16,0 0-1,25 99-15,-25-100 16,25 1 0,-25 0-16,24 0 15,-24 24 1,0-49-16,0 25 31,0 25-31,0-50 31,25 25-31,-25 24 16,0-24-16,0 0 15,0 0 1,0 24-16,0-24 31,0 0-31,0 0 0,0 0 31,0 74-31,0-74 16,0 49 0,0-24-16,0-1 15,0 1 1,0-25-1,0-25-15,0 49 0,0-24 32,0 25-32,0-26 0,0 26 31,0-25-31,0 0 0,0-1 31,0 1-31,0 0 16,0 0-16,0-25 31,0 25-31,0-1 15,0 1-15,0 0 32,0 25-32,0-26 0,0-24 31,0 75-31,0-75 15,0 25 1,0 24 0,0-49-16,0 25 15,0 0-15,0 74 31,-25-49-31,25-25 0,0 24 16,0-49-16,-24 50 62,24 49-62,0-49 0,0-26 0,0-24 32,0 50-32,0-25 0,0-25 31,0 49-31,0-24 0,0 25 31,0-25-31,-25-1 31,25 26-31,0-25 0,0 0 16,0 24-16,-25-24 0,25 25 31,0-1-31,0-24 16,0 50-1,0-51-15,0 1 0,-25 0 31,25-25-31,0 50 0,0-50 16,-25 49-16,25-24 16,0 0-1,0 24-15,0-24 16,0 0-1,0 0-15,0 0 32,0-1-32,0 1 0,0 0 31,0 0-31,0 0 0,0-1 15,0 1-15,0 0 0,0 0 32,0 24-32,0-49 31,0 75-31,0-75 31,0 49-15,0-49 46,0 25 32,0-25-79,50 0-15,0 0 0,123 0 31,-49 0-31,-49 0 32,24 0-32,-74 0 0,49 0 31,-49 0-31,0 0 0,0 0 62,-1 0-46,-24 0-16,25 0 62,25 0-46,-1 0-16,-24 0 15,25 0-15,-1 0 16,-49 0 0,50 0-16,-50 0 15,25 0 16,-25 0 16,49 0-31,-49 0-1,25 0 1,-25 0 0,25-49-1,-25 49 1,0-25-1,0 0-15,0 0 32,0 0-32,0 1 0,0-26 15,0 25-15,0 25 0,25-74 16,-25 24-1,0 25 1,0 25-16,0-74 0,0 49 31,0-49-31,0-1 0,0 1 16,0 49-16,0 0 31,0-24-31,0 24 0,0-25 16,0 50-16,0-25 15,0-24-15,0 24 0,0 0 31,0-24-31,0 49 0,25-25 16,-25 0-16,0 0 16,25-24-1,-25 49-15,0-25 0,0-25 16,0 25-1,0-24 1,49-26 0,-49 51-16,0-26 15,0 0 1,0 50-16,0-49 15,0 24-15,0 0 16,0 0 0,0 1-16,0 24 0,0-25 31,0-25-31,0 25 0,0-49 15,0 74-15,0-75 16,0 51 0,0-150-1,0 174-15,0-174 31,0 150-31,0-175 16,0 150 0,0-51-16,0 51 15,0 24 1,0 0-16,-25-49 0,1 24 15,24 25 1,-25-24 15,25-1-31,0 50 0,-25-25 16,25-24-16,0-1 15,0 0 1,0 50-16,0-24 16,0-1-16,0 0 0,0 0 31,-25 0-31,25 1 0,0-1 31,0 0-15,0 0-1,0 25-15,0-25 16,0 1-16,0-1 31,-25 0-31,25-49 16,-25 74-1,25-75-15,0 50 16,0 1-1,0-26-15,0 50 16,0-50 0,0 26-1,0-1-15,0 0 16,0 25-1,0-50 1,0 26 15,0-1-31,0 25 0,0-25 16,0 0 15,0 25-31,0-25 0,0 0 16,0 1-16,-24-1 15,24 0 110</inkml:trace>
  <inkml:trace contextRef="#ctx0" brushRef="#br0" timeOffset="-198808.54">15280 15453 0,'24'0'94,"1"0"-63,50 0-31,-26 0 0,26 0 16,98 0-1,-98 0 17,49 0-32,-99 0 31,-1 0 0,26 0-31,0 0 0,-50 0 16,49 0-16,-24 0 62,-25 0-46,50 0-16,-50 0 31,24 0 0,26 0-15,-25 0-16,24 0 31,-24 0-31,0 0 15,0 0 48,0 0 15</inkml:trace>
  <inkml:trace contextRef="#ctx0" brushRef="#br0" timeOffset="-197735.48">15825 15701 0,'-24'25'94,"24"0"-78,0-25-16,0 50 15,0-50-15,0 24 31,0-24 203,0 50-202,0-50-32,0 25 15,0-25 16,0 74-31,0-74 16,0 25 31,0-25 78</inkml:trace>
  <inkml:trace contextRef="#ctx0" brushRef="#br0" timeOffset="-196379.4">15379 14709 0,'74'0'156,"-24"0"-141,-25 0-15,49 0 16,-24 0 0,-1 0-16,51 0 0,-100 0 31,74 0-31,-24 0 15,24 0-15,-24 0 16,-50 0 0,24 0-16,1 0 0,0 0 15,25 0 1,-26 0 15,26 0 0,99 0-31,-124 0 31,0 0 16,-1 0-47,1 0 47</inkml:trace>
  <inkml:trace contextRef="#ctx0" brushRef="#br0" timeOffset="-194796.31">15701 14957 0,'0'-25'16,"25"1"15,-25-1-15,25 25 30,-25-25 1,50 25-31,-50 0-16,49 0 31,-24 0-31,-25 0 47,25 0 0,-25 0-32,0 25 1,0 0-1,0-1 1,0 1 0,0-25-16,-50 50 31,1-50-31,-1 25 15,25-1 1,0 1-16,-24 0 0,24 0 16,0-25-1,0 0 1,25 25 218,0-25-219,0 24 17,0-24-32,0 25 31,0 0-31,0-25 93,0 0-77,50 0-16,-25 0 0,49 0 16,-24 0-1,-1 0 1,-24 0 31,0 0-32,0 0 1,-25 0-16,25 0 15,-1 0 63</inkml:trace>
  <inkml:trace contextRef="#ctx0" brushRef="#br0" timeOffset="-193564.25">15404 14089 0,'0'0'109,"49"0"-93,26 0-16,-26 0 0,1 0 31,24 0-31,-49 0 31,174 0-31,-150 0 16,26 0-1,-51 0 17,26 0-32,-25 0 15,0 0 1,24 0 15,26 0-31,-51 0 31,1 0-31,0 0 0,0 0 16,25 0-1,-26 0-15,-24 0 32,50 0-32,-50 0 31,25 0-31,-25 0 31,25 0 0</inkml:trace>
  <inkml:trace contextRef="#ctx0" brushRef="#br0" timeOffset="-192019.15">15949 14263 0,'0'-25'32,"0"25"-17,-24 0 1,24 0-1,-50 0 1,25 0 15,0 0-31,1 0 0,-26 0 31,50 25-31,-25-1 32,25-24-17,-25 25-15,25-25 47,-24 50-47,24-50 31,0 25-15,0-25-1,0 49-15,0-49 32,0 25-32,24 0 0,-24 0 31,0 0-31,25-25 15,0 24 1,0-24 0,0 0-16,-1 25 31,1-25-31,-25 0 15,124 0 1,-124 0-16,25 0 31,0 0 63,-25 0-16,-25 0-47,25 0-31,-25 0 31,-49 0-31,49 0 16,-25 0-16,50 0 0,-49 0 31,49 0-31,-25 0 0,25 0 16,-25 0 15,25 25 0,-25-25 109</inkml:trace>
  <inkml:trace contextRef="#ctx0" brushRef="#br0" timeOffset="-189804.03">15751 14486 0,'0'0'46,"0"-25"-30,0 25 265,0 0-250,25 0 0,0 0 0,-1 0-31,1 0 63,25 0-48,-50 0-15,25 0 16,-1 0 249,1 25-249,-25-25 15,0 50-31,0-26 31,0-24-31,-25 25 31,25 0-15,0 0 46,0 0-30,-49-25 108</inkml:trace>
  <inkml:trace contextRef="#ctx0" brushRef="#br0" timeOffset="-186547.84">13494 5928 0,'0'0'156,"-50"0"-125,25 0-31,25 0 16,-24 25-16,-1-25 31,0 0-31,25 0 31,-25 50-15,0-25 15,1-1-31,24-24 47,0 25 0,0 0-32,0-25-15,-25 25 0,25 0 31,0-1-15,0 51 15,0-75-31,0 25 31,0-1-15,0 1-16,0-25 0,0 25 31,0-25-31,25 25 0,-25 0 16,24-25 15,1 24-31,0-24 31,-25 0-15,50 0-16,-26 0 47,-24 0-47,50 0 0,-50 0 31,25 0 0,-25 0 0,49-24 0,-24-1-31,0 25 16,-25 0-16,0-25 31,0 25-31,0-25 0,0 0 31,25 25-15,-25-24 15,0 24 0,0-25-31,0 25 16,0-25 46,0 25-30,0-25-32,-25 25 15,0 0-15,25 0 16,-49 0-1,24 0 1,0 0-16,0 0 31,0 0-31,25 0 31,-24 25 1,24-25-32,-25 25 15,25-25 16</inkml:trace>
  <inkml:trace contextRef="#ctx0" brushRef="#br0" timeOffset="-182843.63">17512 11881 0,'0'50'125,"0"49"-109,0-74-16,0 25 0,0-1 15,0 26 1,25 123-16,-25-99 16,25 75-1,-25-25-15,25-50 31,24 25-31,-49-25 0,25 25 0,-25-24 32,0 98-17,0-99 1,0 25-16,0-74 15,0 24-15,0 25 16,0-24-16,0-1 31,0 75-31,25-99 0,-25-25 31,0 49-31,0-49 0,0 0 32,0 49-32,0-24 0,0-1 15,0 1 16,0 24-31,0-49 0,0 25 32,0 49-32,0-25 31,25 50-31,-1-99 0,-24 25 31,0 74-15,0-99-16,0-1 31,0 1-31,0 25 15,0-25-15,0 24 32,0 1-32,0-1 0,0-24 15,0 50-15,0-51 0,0 26 31,0-25-31,-24-25 47,24 25-47,0-1 31,0 1-31,0-25 32,0 25 108,0-25-124,24 0-16,51 0 15,24 0 1,-25 0-16,-49 0 31,50 25-31,-26-25 0,1 25 31,-25-25-31,24 0 0,1 0 47,49 0-47,-74 0 0,-25 0 31,25 0-15,-1 0-16,1 0 15,0 0-15,0 0 16,0 0 0,-25 24 15,25-24 47,-1 0-47,1 0 0,-25 0-15,50-24-16,-1 24 31,1-25-31,-50 25 31,25 0-31,-25-25 31,25 0 1,-25 25-1,0-25 0,0 1-31,0-1 16,0 25-1,0-25 1,0 0-1,0 0-15,0 25 16,0-49 0,0 24-16,0 0 31,0-49-31,0 74 0,0-75 31,0 26-31,-25-1 0,0 50 0,25-74 31,-25 24-31,25 50 16,-25-50-16,25 1 0,0 24 31,-24-25-31,24 1 16,-25-26-16,25 1 46,-50-100-46,50 125 16,0-50 0,0 74-16,-25-50 15,25 26 1,0-1-1,0-24-15,0 24 16,0-24 0,0-1-16,0 50 15,0 1 1,0-1-16,0 25 31,0-50-31,0 25 0,0 25 31,0-74-31,0 74 0,0-50 16,0-24-1,0 24-15,0 26 16,0-26 0,0 25-1,0-24 1,0-1-16,0 25 31,0-49-31,0 49 31,0 0-31,0 25 0,0-49 31,0-1-31,0 0 0,0 1 16,0 24 0,0-74-1,0 74-15,0-74 31,0-1-31,0 26 0,0 49 16,0 25 0,0-49-16,0 24 15,-24-50-15,24 75 0,0-49 31,0-1-31,-50-24 0,50-1 32,-25 51-32,25-1 31,0-50-31,-25 51 0,0-51 15,25 1-15,-24 74 32,-1-50-32,25 25 15,0 25-15,0-25 31,0 1-31,0 24 32,0-25-32,-25 25 31,25-25-16</inkml:trace>
  <inkml:trace contextRef="#ctx0" brushRef="#br0" timeOffset="-181499.55">17810 15280 0,'-25'-25'203,"50"25"-188,49 0-15,-49 0 32,49 0-32,-49 0 0,25 0 31,99 0-31,-100 0 0,75 0 47,-99 0-16,0 0-31,0 0 0,74 0 31,-49-25-15,-50 25 15,49-25 0,-49 25-31,50 0 31,-25-25-15,-25 25 15,24 0 0,1 0-31,-25 0 125</inkml:trace>
  <inkml:trace contextRef="#ctx0" brushRef="#br0" timeOffset="-180644.5">18157 15503 0,'0'-25'62,"0"25"-31,25 25-15,0 25-1,-25-1 1,0-24-16,0 25 31,0 24-31,0-74 16,0 25-1</inkml:trace>
  <inkml:trace contextRef="#ctx0" brushRef="#br0" timeOffset="-179508.44">17686 14684 0,'0'-24'31,"0"-1"-31,0 25 47,25-25-16,99 25-31,-75 0 0,-24 0 16,0 0-16,0 0 15,49 0 1,-24 0 15,123 0-15,-123 0-16,49 0 15,-99 0 1,25 0-1,-25 0 1,49 0-16,-49 0 0,75 0 31,-25 0-31,-26 0 16,1 0-1</inkml:trace>
  <inkml:trace contextRef="#ctx0" brushRef="#br0" timeOffset="-177945.35">18008 14883 0,'0'0'32,"0"-25"-17,0 25 16,25-50-15,0 26 0,-25-1-1,25 25-15,-25 0 16,24-25-16,-24 25 47,0-25-16,25 25 16,0 0-32,-25 0 1,0 25-16,0 0 15,0 0-15,0 49 16,0-74 0,0 25 15,0-25-31,0 49 15,0-24-15,-25 0 32,25 0-32,-49-25 31,24 49-31,25-49 109,0 0 94,0 0-188,0 0 17,25 0-32,24 0 0,-49 0 15,50 0-15,-25 0 0,-1 0 31,-24 0-15,25 0 15,25 0-31,-50-24 31,25 24 32,-1 0-48,1 0 17</inkml:trace>
  <inkml:trace contextRef="#ctx0" brushRef="#br0" timeOffset="-170248.91">6226 10418 0,'0'0'125,"-50"0"-109,-24 0-16,49 0 31,-24 25-31,49-25 62,0 25-46,0-1 0,0 1-1,0 50-15,0-51 16,0 1-1,0-25 17,0 25-17,0-25 16,24 25 1,-24 0-1,50-25 0,-50 0-15,50 0-1,-50-25 1,24 25-16,-24 0 0,50 0 47,-50-25-32,25 25 16,-25 0 1,25-25-1,-25 0-31,49 25 15,-49-24 32,25-1-31,-25 0 15,0 25 47,0 0-31,-25 0-16,25 0-31,-25 0 16,1 0-16,-1 0 15,0 0 1,-25 0-16,26 0 31,24 25-31,-25-25 109,25 25 63</inkml:trace>
  <inkml:trace contextRef="#ctx0" brushRef="#br0" timeOffset="-169447.86">6945 10418 0,'0'0'78,"0"0"-47,50 0-15,99 0 0,-50 0 15,149 0-31,-248 0 15,124 0 32,-74 0-47,-1 25 31,1-25-31,-25 0 16,-25 25 78</inkml:trace>
  <inkml:trace contextRef="#ctx0" brushRef="#br0" timeOffset="-168769.82">7045 10716 0,'0'0'31,"24"-25"-15,26 25 0,0 0-1,24 0 1,25 0-16,-24 0 0,73 0 31,1 0-31,-25 0 31,-99 0-15,-25 0 77</inkml:trace>
  <inkml:trace contextRef="#ctx0" brushRef="#br0" timeOffset="-167968.78">7739 10244 0,'0'-24'63,"0"24"-17,25 24-30,-25 26-16,25 0 16,-1-1 15,51 50-31,-50-74 0,-25-25 15,0 25 1,-25 25 140,-99 49-125,99-50-31,-49 1 0,49 0 16,-50 24-16,75-24 15,0-50-15,-24 49 63,24-24-63,0 0 31,-25-25 0,0 0-31</inkml:trace>
  <inkml:trace contextRef="#ctx0" brushRef="#br0" timeOffset="-160283.34">28997 9649 0,'0'0'15,"-25"0"-15,25 0 32,-124 50-32,124-26 0,-174 448 46,149-373-46,1 25 32,24-50-32,0-49 15,-25 25 16</inkml:trace>
  <inkml:trace contextRef="#ctx0" brushRef="#br0" timeOffset="-159408.29">29691 9748 0,'-25'0'15,"25"0"-15,-24 0 0,-1 0 16,-50 0 15,26 75-31,-1 49 0,1-50 16,24 1-16,-25 49 0,1-25 15,-1 50 1,0-100-16,50 1 31,0-50-15,-24 49-16,24-24 31,-25-25-31,25 50 15,0-25 1,0-1 15,0-24 110,74-74-110,50-25-31</inkml:trace>
  <inkml:trace contextRef="#ctx0" brushRef="#br0" timeOffset="-158705.25">30063 9847 0,'-49'0'31,"-1"50"-15,0 24-16,-24-24 15,49 25 17,-148 197-32,148-247 0,-25 99 15,25-99 1,25 25 15,0-1-31,0-24 0,-24-25 16,24 50-16,0-50 0,-25 49 46,25-49-30,-25 25 31,25 0-32,-25 0 1,0-1 31,1 1-47,-1 0 0</inkml:trace>
  <inkml:trace contextRef="#ctx0" brushRef="#br0" timeOffset="-154932.03">8582 10145 0,'-49'0'0,"24"0"47,-25 0-47,1 0 15,49 25-15,-50 25 16,25-26 0,1 26-1,-26 24-15,0-24 16,50-50-1,-99 74 17,74-24-17,25-50 126,50 0-110,49 0-31,-49-74 0,24 74 15,-24 0 32,-25 0-16,24 0-31,50 0 16,-74-25 0,0 0 15,-25 25 0,25-50 16,-25 50 46,0-24-61,0-1-17,-75 25 48,51 0-48,24 49-15,0-24 0,0 0 31,-50 99-31,50-74 0,0-26 32,0 26-32,0-25 15,0 24-15,0-49 0,0 25 31,0 0-31</inkml:trace>
  <inkml:trace contextRef="#ctx0" brushRef="#br0" timeOffset="-154484.02">9004 10765 0,'-25'25'78,"25"0"-78,-25 24 31,25-24-31,0 25 0,-24-50 31,24 25-31</inkml:trace>
  <inkml:trace contextRef="#ctx0" brushRef="#br0" timeOffset="-150003.75">9277 10145 0,'25'0'312,"-25"25"-265,0 0 46,0 0-77,0-25 46,0 24-31,-25 26 1,25-25-17,0 0-15,0-1 47,0 1-31,0 0 15,0 0 0,0-25 0,0 25-31,0-1 31,0 1-15,0-25 0,0 50-1,0-25 1,0-25 109,0 24-32,0 1-62,0 0-15,0-25 0,0 25-1,0 0 1,0-1-16,0 1 187</inkml:trace>
  <inkml:trace contextRef="#ctx0" brushRef="#br0" timeOffset="-146766.56">8781 10120 0,'0'0'187,"-25"0"-155,-25 25-32,50-25 0,-24 25 15,-1-25 16,0 50-31,0-50 16,0 24-16,1-24 31,24 25-31,-25 0 0,0 0 16,25-25-16,0 25 31,-25-1-31,25 1 0,-25-25 16,1 25-1,24 0 1,0-25-1,-25 25 1,25 24-16,-25-49 16,0 25-1,25 0 1,-25 0-16,25-25 0,-24 24 31,-1 1-31,25-25 31,-25 25-31,0 25 31,0-26-15,25 1 0,-49 25-16,49-25 31,-25-25-31,25 24 125</inkml:trace>
  <inkml:trace contextRef="#ctx0" brushRef="#br0" timeOffset="-145315.48">9525 10294 0,'0'0'47,"-25"0"-16,0 0-31,-24 25 0,-1 0 32,25-1-32,1 1 0,-26-25 15,50 0 94,-50 50-77,26-50-32,-1 0 31,-25 0-16,25 25-15,-24-1 32,-1 1-32,50 0 31,-50-25 0,50 0 0,-24 25-31</inkml:trace>
  <inkml:trace contextRef="#ctx0" brushRef="#br0" timeOffset="-131571.72">19447 11683 0,'0'0'47,"25"25"-32,-25-25-15,24 49 0,-24 1 94,0 124-94,0-125 0,25 1 0,-25-1 31,0 1-31,0-25 0,0 0 16,0 49-1,25-49 32,-25 74-47,0-49 16,0-1-16,0 1 31,0 74 0,0-99-31,0-25 31,0 74-31,0-24 16,0-1-16,0-24 16,50 99 15,-50-74-16,0 74 1,0-74-16,0 49 16,0-74-1,0 24 1,25 1-16,-25-1 31,0 1-31,24 24 0,-24-24 16,25 0 15,-25-1-31,0 1 0,0 24 31,25-24-31,-25-50 16,0 49-16,0-24 0,0 0 31,0 25-31,0-26 0,0 1 15,0 0-15,0 0 0,0 24 32,0-24-32,0 25 0,0 0 31,0-1-31,0-24 0,0 0 15,0 0-15,0-25 16,0 49 0,0 1-16,0-1 15,0 26 1,0-50-1,0-1-15,0 1 0,0 0 32,0 0-32,0 0 15,0-1-15,0 1 16,0 25-1,0-25-15,0 24 32,0-24-32,0 0 15,-25 24 1,25 1 15,-25 24-31,25-49 0,0 25 16,0-25-1,0 74 1,0-99-1,-24 50-15,24-1 32,0-24-32,0-25 31,0 25-31,0 0 0,0-1 62,0-24-46,0 25-16,0 25 31,0-25 0,0-25-15,0 24 15,0 1-31,0 0 16,0-25 30,0 25-30,0 0-16,0-1 16,0-24 108,24 0-92,1 0-17,0 0-15,25 0 0,-1 0 31,1 0-31,-1 0 0,26 0 16,-50 0 15,-1 0-31,1 0 0,0 25 16,0-25 15,-25 0-31,74 0 31,-49 0-15,-25 0-16,50 0 31,-26 25 0,1 0-15,0-25 15,-25 0-31,25 0 16,-25 0 46,49 0-46,1 0-16,-25 0 15,0 0 1,24 0-16,-49 0 15,25 0 17,-25-25 14,0 0-14,0-24-32,0 49 15,0-25-15,0 0 0,0 0 31,25-24-31,-25 49 16,0-25-16,0 0 31,0 0-15,0 25-1,0-25 1,0 1-16,0-1 31,0 25-31,25-50 31,-25 25-31,24 1 16,1-26-16,0 0 31,-25 26-31,0-1 0,0-50 31,25 50-31,-25-49 16,0 0-16,0 49 16,25-50-1,-25 51-15,0-1 0,0-25 16,0 50-16,0-49 15,0-51 1,25 51-16,-1 24 31,-24-74-31,0 99 0,0-50 47,0-49-47,-24 49 0,24 26 31,-25-76-31,25 75 16,0-74-1,0 50-15,0-1 16,-25 0 0,-25-24-1,50 24-15,0-24 16,0 24-1,0 1 1,-25-1-16,25 25 0,-24-49 31,-1 24-31,25 26 0,-25-26 16,25 0-16,-25 26 0,25-26 31,-49-74-31,24 99 0,25 0 31,-25-49-31,25 24 0,0 1 31,0 49-31,0-25 16,0 25-16,-25-75 0,25 51 31,0-26-31,0 50 16,0-25-1,0 0-15,0 1 0,0 24 16,0-50 0,0 25-16,0-24 15,0-1-15,0 0 16,0 1-1,0-1-15,0 1 16,0-1 15,0-24-31,0 49 16,-25 0-16,25 25 0,0-25 31,0-74-31,0 49 16,0 25-1,0-24-15,-24 24 31,24-25-31,0 50 0,0-24 16,0-1 0,0 0-1,0 25-15,0-25 16,0 0-1,0 1 17,0 24-17,-50-50 16,50 50 1,0-25-32,0 25 0,0-25 31,-25-24-31,25 49 0,0-25 15,0 0 17,-25 25-1,1-25-31,24 25 15</inkml:trace>
  <inkml:trace contextRef="#ctx0" brushRef="#br0" timeOffset="-130363.64">19769 15255 0,'0'0'47,"0"-25"-16,0 0-31,0 25 16,124-25 15,-74 1-16,74 24 1,-99 0-16,124-25 31,-100 25-15,1 0-1,-25 0 1,-1 0 0,1 0 15,0 0 16,-25 0-47</inkml:trace>
  <inkml:trace contextRef="#ctx0" brushRef="#br0" timeOffset="-129577.58">20117 15478 0,'0'-25'78,"0"50"-31,0-25-31,0 50-16,0-1 0,0 1 31,0-25-31,0 0 0,0-1 31</inkml:trace>
  <inkml:trace contextRef="#ctx0" brushRef="#br0" timeOffset="-126180.39">14362 5978 0,'0'-25'110,"0"25"-79,0-49-31,25 24 31,0 25 0,-25-25 0,24 0 16,-24 25 16,25-25-17,0 25-30,-25 0 15,25 0 47,0 25-47,-1 50 1,-24-75-17,0 24 1,0 1-1,0 0-15,0-25 47,0 74-47,0-74 16,0 25-16,0 25 15,0-50 1,0 49 0,0-24-16,-24-25 31,-1 0-31,25 50 0,-25-25 31,25-25-15,-50 24-1,26 26 16,-1-50 1,0 0-32,0 25 15,25-25-15,-50 0 31,50 25-31,-24-1 0,24-24 32,0 25 124,0-25-125,0 0-31,49 0 0,-24 0 15,0 0-15,25 0 0,-1 0 16,1 0 0,-50 0 30,25 0-14,-1 0-1,1 0-31,0 25 31,0 0-31,0-25 31,-25 0 63,24 0-63</inkml:trace>
  <inkml:trace contextRef="#ctx0" brushRef="#br0" timeOffset="-123284.22">11609 7317 0,'0'-24'16,"0"24"15,0-25 62,0 25-77,0-25 15,24 25 0,-24 0-31,25 0 0,0 0 16,0 0 31,-25 0-32,25 0 1,-25-25 15,24 25-31,1 0 47,-25 0-31,25 0 30,0 0 1,0 0-31,-25 0-16,24 25 31,-24-25-31,0 25 16,25 24-16,0-49 0,-25 50 46,0-50-46,0 25 16,0-25 0,0 49-1,0-24 1,-25 0-16,0-25 31,1 25 0,-1 0-15,25-25-1,-50 24 1,50-24-16,-25 0 31,-24 25-31,49 0 16,-25-25 15,0 25 16,25 0-16,0-1-15,0 1 30,25 0-30,25 0 0,-26-25 30,1 0-30,-25 0-16,25 0 0,25 0 31,24 0-31,-24 0 16,-26 0-1,1 0 1,-25 0 0,25 0-1,0 0-15,0 0 0,-25 0 31,24 25-31</inkml:trace>
  <inkml:trace contextRef="#ctx0" brushRef="#br0" timeOffset="-122464.18">12378 7417 0,'0'0'47,"0"-25"-16,24 25 16,324 0-47,-249 0 0,-50 0 15,1 0-15,-25 0 31,0 0-31,-1 0 32,1 0-17,-25 0 48,25 0-48,0 0 63</inkml:trace>
  <inkml:trace contextRef="#ctx0" brushRef="#br0" timeOffset="-121618.14">12502 7665 0,'0'0'78,"24"-25"-63,1 25-15,50 0 47,247 0-31,-297 0-16,-25 0 47,25 0-47,-1 0 15,1 0-15,-25 0 31,25 0-31,0 0 0,0 0 16,-25 0 62,24 0-62,1 0 15</inkml:trace>
  <inkml:trace contextRef="#ctx0" brushRef="#br0" timeOffset="-120149.04">12973 7218 0,'0'0'15,"0"0"48,25 50-48,-25-25-15,0-1 0,24 26 32,-24-50-32,25 25 0,-25-25 15,25 49 1,-25-49-1,25 25 32,0 25-47,-1-50 63,-24 0 15,50 0-63,-50 25 16,25-25 125,-25 24-140,0 1-16,0 0 0,-25 25 31,25-26-31,-25-24 31,0 75-31,-24-1 0,49-74 16,0 25 15,0-25 0,0 25-15,-25 0 109,25-1-110,-25-24 79,0 0-63</inkml:trace>
  <inkml:trace contextRef="#ctx0" brushRef="#br0" timeOffset="-116238.83">26839 6945 0,'-50'0'47,"-24"25"-47,-26 124 31,76-99-15,-1 24-1,25-74-15,-25 124 31,0-74-31,0-26 16,-24 26 0,-26 24 30,75-49 126,0 0-156,-24 25-1,-1-26 32,0 1-31,-25 0 15,50 0-31,-24 0 0,-1-1 0,0-24 31,25 25-31,-25 0 31,25-25-31,0 25 16</inkml:trace>
  <inkml:trace contextRef="#ctx0" brushRef="#br0" timeOffset="-115418.77">27136 7218 0,'-24'0'31,"-1"0"-31,0 0 0,0 0 15,-25 0 1,-98 99 0,123 1-16,-50-1 15,51-50-15,-1 51 0,0-1 16,0-50-1,25 1 1,0-25 0,-25 0-16,1-1 15,24 1 1,-25 0-16,0 0 47,0 0-16,0 0 47</inkml:trace>
  <inkml:trace contextRef="#ctx0" brushRef="#br0" timeOffset="-114694.73">27583 7392 0,'-75'0'32,"51"0"-32,-26 0 15,25 25-15,0 24 0,1 1 31,-26 99-31,25-75 0,25-24 32,-25 49-32,1-50 0,-1-24 15,0 25-15,25 0 0,-50 24 31,-24 75-31,49-100 32,0-49 30,0 0-46,1 0-16</inkml:trace>
  <inkml:trace contextRef="#ctx0" brushRef="#br0" timeOffset="-112860.63">13618 7367 0,'0'-25'47,"0"0"-31,0 1-1,0 24 17,25-25-32,-1 25 31,51-25-31,-50 25 0,-25-25 62,49 50-62,-24-25 0,0 25 16,-25-25-1,0 25 1,0-1-16,0 1 0,0-25 47,25 25-47,-25 25 0,0-50 15,0 24 1,0 1 15,-25 0-15,25-25-1,-50 25 1,-24 0 0,49-25-16,25 0 46,-25-25 48,25 25-78,25 0-16,0 0 15,0 0 1,24 0-16,-24 0 31,0 0-15,-25 0-16,25 0 0,-25 25 31,0-1-31,49 1 0,-49 0 15,0 0 1,0 0 0,0-25-16,0 24 31,0 26-31,0-50 31,-49 0-31,49 0 0,-50 0 31,-24 0-31,24 0 0,-49 0 16,74 0-16,25 0 15,-50 0 1,1 0-16,49 0 0</inkml:trace>
  <inkml:trace contextRef="#ctx0" brushRef="#br0" timeOffset="-112399.6">14287 7813 0,'0'0'31,"-24"0"-15,24 0-16,0 25 0,-25 25 31,25 24-31,0-49 0,-50 50 31,50-51-31,0 1 16,-25-25-16</inkml:trace>
  <inkml:trace contextRef="#ctx0" brushRef="#br0" timeOffset="-111643.55">14709 7119 0,'-25'25'15,"25"49"17,0-24-32,0-1 0,0 26 15,0-26 1,0 51-1,0-76 1,0 51 0,0-50-16,0-25 15,0 24 32,0 1-47</inkml:trace>
  <inkml:trace contextRef="#ctx0" brushRef="#br0" timeOffset="-111139.53">15180 7689 0,'0'0'31,"0"0"-16,-24 0-15,24 25 0,-25 0 32,0 25-32,0-26 31,25-24-31</inkml:trace>
  <inkml:trace contextRef="#ctx0" brushRef="#br0" timeOffset="-109113.41">15875 7119 0,'-74'0'31,"-50"0"-31,49 0 0,26 0 31,24 0-15,0 0-1,0 0 1,25 0 15,-25-25-31,1 25 187,24 0-171,0 25-16,0 0 15,0 49 1,0-24-16,0-25 16,0-25 30,24 24-46,-24 1 78,25-25-46,0 0-32,0 0 31,-25 0 0,25 0-31,-1 0 62,1 0-62,-25 0 0,25 0 16,0 0 0,0 0-1,-25 0 63,0 50-78,0-25 0,-25 49 31,25-74-15,-25 25 15,25 0-15,-50-25-1,26 0 17,-26 0-32,25 0 0,0 0 31</inkml:trace>
  <inkml:trace contextRef="#ctx0" brushRef="#br0" timeOffset="-108621.39">16148 7689 0,'0'0'16,"0"0"-16,0 50 31,-25 0-31,-25 49 31,50-74-15,-24 24-1</inkml:trace>
  <inkml:trace contextRef="#ctx0" brushRef="#br0" timeOffset="-107021.29">16694 7020 0,'0'0'16,"0"0"-1,-50 0-15,-74 149 16,124-125 0,-25 51-1,25-75-15,-25 49 31,1 1-31,24-50 47,0 0 47,49 0-79,50 0-15,100 0 63,-174 0-63,-1 0 0,1 0 15,0 0 63,-50-25 0,25-49-46,-25 74-32,1-25 15,-1-25 16,0 50 16,25 25 62,0 0-93,0 0-16,0 0 0,0 24 16,25-24-1,-25 49-15,0-49 16,0 0-16,0 0 0,0-25 31,0 25-31,0 24 0,0-24 16,0 0-1,0 0-15,0-1 16,0-24 249</inkml:trace>
  <inkml:trace contextRef="#ctx0" brushRef="#br0" timeOffset="-103556.09">14089 7119 0,'0'0'187,"0"0"-171,0 25 15,-25-25-31,0 49 0,-24 1 31,49-25 0,-25 0 1,0-1-32,25 1 15,-25 25 1,-24-25 15,49-1-31,-25-24 47,25 25-47,-50 0 15,50 0 17,-24-25 61,24 25-62,0-25 1,-25 24-32,0 1 15,25 0-15,-25-25 31,25 50-31,-25-26 16,1 1 0,-1 25-1,0-25 1,25-1-1,-25 1-15</inkml:trace>
  <inkml:trace contextRef="#ctx0" brushRef="#br0" timeOffset="-101331.97">15007 7119 0,'-25'0'187,"0"0"-187,-24 0 0,49 0 31,-25 25-31,0-25 47,0 49-16,0-24-31,1-25 0,-1 50 16,0-50-16,25 25 31,-99 74 47,74-99-62,0 0 15,25 0-31,-25 25 0,25-25 78,-24 0-16,-76 74-62,100-49 94</inkml:trace>
  <inkml:trace contextRef="#ctx0" brushRef="#br0" timeOffset="-96763.7">17214 6921 0,'0'0'31,"-49"0"-31,49 0 47,-99 49-16,74-24 47,-50 124-78,51-124 16,24 24 0,-25-49-16,0 50 62,25-50-46,0 25-16,0-25 0,-25 24 15,0 26-15,1-25 16,24-25-1,-25 25 17,25-25-17,-50 49 1,25-24 15,1 0-31,-1 0 16,25-25 15,-50 0-16,50 24-15,-25-24 16,25 50-16,-24-50 31,-1 0 188</inkml:trace>
  <inkml:trace contextRef="#ctx0" brushRef="#br0" timeOffset="-93883.54">15503 7789 0,'0'0'15,"0"-25"17,0 25-1,25 0-16,49 0-15,-24 0 0,-25 0 32,24 0-32,-24 0 31,-25 0-16,25 0-15,-25 0 0,25 0 47,-1 0-16,1 0-31,0 0 47</inkml:trace>
  <inkml:trace contextRef="#ctx0" brushRef="#br0" timeOffset="-91500.4">19819 14387 0,'-25'0'140,"25"0"-124,0 0-16,50 0 78,74 0-78,-99 0 0,-25 0 31,49 0-31,-24 0 31,0 0-31,0 0 47,99 25-16,-100-25-15,-24 0 0,50 0 15,0 0-31,-1 0 47,1 0-32,-25 0-15,24 0 0,1 0 31,-1 0 32,-24 0-48,0 0 1,0 0 0,-25 0-1,25 0 48,24 0-63,-24 0 0</inkml:trace>
  <inkml:trace contextRef="#ctx0" brushRef="#br0" timeOffset="-88364.22">21779 11460 0,'0'0'31,"-25"0"-31,25 25 32,0 99-32,0-100 0,0 76 15,0-1-15,0-25 16,0 1-1,0 98-15,0-73 32,0 98-32,-25-99 15,25 50-15,0-99 16,0 49 15,-75 50-31,75-50 0,0-50 16,0 100-16,-24-49 31,-1 98-31,25-99 0,-25-49 31,0 24-31,25-49 0,0 25 31,0 24-31,0-49 31,-25 148-31,25-98 16,0 49 0,0-50 15,-24 1-31,24-1 0,0-49 31,0 124-31,0-124 0,0 123 31,0-123-31,0 50 31,-50-26-31,50-24 0,0 0 32,-25 99-32,25-99 31,0 99-31,0-75 0,0 1 31,0-25-31,0-25 31,0 25-31,0-1 0,0 1 31,0 0-31,-25 0 0,25 0 16,0-25-16,0 24 0,-24 1 31,24 0-15,0-25-1,0 25 17,0 0-32,0-1 15,-25-24 1,25 25-1,0 25 1,0-25-16,0-25 16,0 24-1,0 1-15,0 0 16,0-25-1,0 25 17,25-25 46,49 0-63,0 0-15,-24 0 0,-25 0 16,74 0 31,-49 0-47,74-25 15,-50 25 1,-49 0-1,74 0 1,-49 0-16,-25 0 16,24 0-16,-24 0 31,0 0-31,0 0 0,-1 0 31,1 0-31,25 0 31,-25 0-31,-1 0 0,1 0 31,0 0-31,-25 0 0,25 0 16,0 0-16,-1 0 31,-24-25 0,25 25-15,0-25 0,25 1-16,-50-1 0,24 25 31,-24-50-31,25 25 0,-25 1 31,0-26-31,0 25 16,25-74-16,0 25 15,-25 24 1,0 25-16,0-49 0,50 24 31,-50 0-31,0 1 0,0 24 16,0-49-1,0-1-15,0-123 31,0 173-31,24-49 32,1-26-32,-25 26 0,0 49 31,0-99-31,0 50 0,0 24 31,0 0-31,0 1 0,25-1 16,-25-24-1,0-1-15,0 1 16,0 49-16,0-49 15,0 49 1,0-49-16,0 49 0,0-25 31,0-49-31,0 49 16,0 1-1,0 49-15,0-50 0,0 25 32,0-49-32,0 49 0,0 0 31,0-24-31,0 24 0,-25 0 31,25-74-31,-25 99 0,25-50 31,-24 25-31,24-24 0,0 24 31,0-25-31,0 26 16,0-1 0,0-25-16,0 25 15,0 1 16,0-100-31,0 74 16,0 0 0,0 26-1,-25-76 1,25 26-1,0 24 1,0 1-16,-50-1 0,50 0 31,0-24-31,0 49 0,0 25 31,0-25-31,0 1 0,0-1 16,0-25-16,0 25 16,0-24-1,-25-1 1,25 1-1,0 49-15,0-25 32,0 0-32,0 0 0,0 25 31,0-25-31,0 1 31,-25-1 16</inkml:trace>
  <inkml:trace contextRef="#ctx0" brushRef="#br0" timeOffset="-87220.16">21555 15106 0,'50'0'62,"49"0"-46,-49 25-16,-1-25 15,224 0 1,-223 0 15,-1 0-31,-24 0 0,25 0 16,-25 0 15,24 0-31,-24 0 15,74 0 1,-49 0-16,-25 0 31,-25 0-15,24 0 31,1 0-16,0 0-31</inkml:trace>
  <inkml:trace contextRef="#ctx0" brushRef="#br0" timeOffset="-86236.1">22076 15453 0,'0'0'62,"0"25"-31,0-25-31,0 75 0,0 24 32,0-25-17,0-49-15,0 49 16,0-74-1,-25 50 17</inkml:trace>
  <inkml:trace contextRef="#ctx0" brushRef="#br0" timeOffset="-85148.04">21580 14163 0,'25'0'78,"124"0"-78,-100 0 16,125 0-16,-124 0 15,-1 0 32,75 0-47,-99 0 16,25 0-1,-26 0-15,51 0 31,-26 0-31,26 0 0,-26 0 0,-24 0 16,0 0-16,0 25 16,0 0-1,-25-25 1,24 0 15</inkml:trace>
  <inkml:trace contextRef="#ctx0" brushRef="#br0" timeOffset="-82955.91">22299 14461 0,'0'-25'31,"0"25"-31,-24 0 0,-1 0 16,-25 0-1,25-24-15,1 24 16,-1 0-16,-25 0 0,50 0 31,-49 0-31,49 0 0,-25 0 31,25 0 32,-50 0-32,25 0-31,25 0 203,0 0-188,0 24-15,0-24 16,0 50 0,0 0-16,0-26 31,0-24 16,0 25-32,0-25 266,25 0-250,0 0-31,0 0 0,-25 0 63,25 0-48,-1 0-15,1 0 31,-25 0 1,25 0-17,0 0 1,0 0-1,-1 25 17,1-25-17,-25 25 16,0-25-31,25 25 0,-25-1 32,25-24-1,-25 25 0,25 0-15,-25 25-1,0-50-15,0 24 16,0-24 31,-25 50-32,0-50 1,-25 0-1,50 0 17,-24 0-32,24 0 0,-50 0 15,50 0 1,-25 0-1,0 0 17,1 0-32,24 0 15,-25 0 16,25-25 79,0 0-79</inkml:trace>
  <inkml:trace contextRef="#ctx0" brushRef="#br0" timeOffset="-77506.61">23887 11534 0,'0'25'93,"0"0"-77,0 49-16,0 1 16,0-51-1,0 26-15,0 0 0,0-1 31,0 50-31,0-24 0,0 49 32,0-50-32,0 50 31,0 25-31,0-124 0,0 25 15,0-1-15,0 26 47,0 123-47,0-124 16,0-24 31,-75 273-47,75-249 0,0-24 31,0-1-31,0-24 15,0 49 1,0-24 0,0 124-1,0-125 1,0 50-1,0-49-15,0 0 63,0 173-63,0-223 0,0 74 31,25-49-31,-25 25 16,0-1-16,0 1 0,0 0 31,0 74-31,0-75 15,0 75 1,0-49 15,0-26-31,-25 26 0,25-51 31,0 1-31,0 0 0,0 0 16,0 0-16,0-1 16,-24 125 46,24-149-62,0 25 16,-25 25-1,25-50-15,0 25 31,0-1-31,-25 26 0,0-50 0,25 25 32,0-25 30,0 25-46,0-1-1,-25 51-15,1-75 16,24 99-16,0-49 15,0-26 1,0 51-16,0-75 31,0 25-31,0-25 63,0 24-32,0-24 0,0 0 0,49 0-15,-49 0-16,50 0 0,-25 0 31,24 0-31,-24 0 0,25 0 31,24 0-31,-49 0 0,-25 0 31,74 0-31,-49 0 0,0 0 32,74 0-32,-49 0 0,-1 0 15,1 0 1,-25 0-1,-25 0-15,25 0 16,-1 0 0,1 0-16,-25 0 31,50 0-31,-25 0 31,24 0-31,-24 0 0,-25 0 31,25 0 0,0 0-31,-25 0 0,24 0 16,-24 0 46,50 0-62,-25-24 16,0-26 0,24 0-1,-49 50 1,25-24-1,-25 24 32,0-25-31,0 0-16,0 0 31,0 25-31,0-25 16,0 1-1,0-1 1,0 25-16,0-25 0,0 0 47,0-24-47,0-1 15,0 0-15,0 26 47,0-249-47,0 223 16,0-49-1,0 74-15,0 25 31,0-74-31,0 74 0,0-50 32,0-24-32,0 49 0,0-50 31,0 51-31,0-26 15,0-24-15,0 24 16,-25-99 15,25 75-31,0 24 16,0-24-16,0-1 0,0 26 47,0-75-47,0 74 15,0 0-15,0 26 0,0-51 31,25-49-31,25 25 0,-50 49 32,0-24-32,25 24 0,-25 1 15,0 24-15,24-49 0,-24 49 16,0-50-1,50 26-15,-50-1 32,0 0-32,0 26 0,0-26 0,0 0 31,0 1-31,0 24 0,0-49 31,0-1-31,0 50 16,25-24-16,-25 24 0,0 0 31,0-49-31,0 24 0,0 50 31,0-25-31,0-24 0,0 24 31,0-49-31,0 49 0,0 0 31,0 0-31,0 0 0,0 0 0,0 1 32,-25-1-32,25-25 0,0 50 31,-25-74-31,25 74 0,-25-25 31,25 25-31,0-50 31,-24 50-31,24-49 16,0 24-16,-25 0 31,25-49-31,-25 49 16,25 0-1,-25 0-15,25 25 31,0-24 47,0-1-62</inkml:trace>
  <inkml:trace contextRef="#ctx0" brushRef="#br0" timeOffset="-76443.54">23812 15304 0,'0'-24'16,"0"24"-1,0-25 1,0 0 15,0 0 0,25 25-31,25 0 32,-25 0-17,24 0-15,1 0 0,0 0 31,74 0-31,-50 0 16,25 0 0,-99 0-16,25 0 15,0 0-15,0 0 0,49 0 31,-74 0-31,25 0 0,0 0 16,-1 0-16,-24 0 16,25 0 30,-25 0-30,50 0-16,-50 0 16,25 0 15,-25 0 0,49 0-31,-49 0 16</inkml:trace>
  <inkml:trace contextRef="#ctx0" brushRef="#br0" timeOffset="-75673.5">24185 15627 0,'0'0'16,"24"0"15,-24 0 0,50 0-31,-50 25 16,0 24-16,0-24 0,0 50 31,0 24-31,0-99 16,0 49-1,0-24 16,0 0-31,0 0 63</inkml:trace>
  <inkml:trace contextRef="#ctx0" brushRef="#br0" timeOffset="-72559.33">15602 5804 0,'-25'-25'172,"1"25"-157,24 0-15,-25 0 63,0 0-32,0 0-31,25 0 16,-25 0 15,25 0-31,-24 0 31,-1 0 0,25 0-15,-25 0-16,-25 0 15,50 0 1,-25 0-16,25 0 47,-49 0 31,24 0 31,0 0-62,0 0-32,1 25-15,-26 0 32,50-25-17,0 25-15,0-25 0,0 25 31,0 24-31,0-24 0,0 25 32,0-25 92,25-25-46,0 0-46,-1 0-32,26 0 0,-25-25 31,-25 25 0,49 0 0,-49 0-31,25 0 16,-25 0 15,25 0 0,-25 0-31,50 0 31,-50 25-31,74 24 47,-49-24 0,-25 0-47,25 0 31,-25-1-31,0 1 16,0 0-16,0-25 0,0 50 78,0-1-78,0-24 15,0-25 48,-25 25-48,25-25-15,-25 0 16,25 0 0,-49 0-1,24 0 16,0 0-31,25 0 0,-50 0 16,25 0-16,25 0 0,-49 0 16,49 0-16,-25 0 15,25 0 32,-25 0 78</inkml:trace>
  <inkml:trace contextRef="#ctx0" brushRef="#br0" timeOffset="-70458.2">12179 8285 0,'0'0'47,"-50"0"-16,-49 0-31,50 0 16,-1 0-16,25 0 47,-24 0-47,24 0 0,0 0 78,-74 0-63,99 0 1,-25 0 31,25 0 46,0 25-62,0 24-31,0 1 16,0-1-16,0 1 0,25 74 31,-25-99 0,0 0-31,49-25 125,-49 0-94,50 0-31,-25-25 0,0 25 16,74-75 0,-74 75 15,-1 0-16,1 0-15,-25 0 63,174 75-63,-149-75 15,0 25-15,-1-1 32,-24 1-1,0 50 16,-74 24-47,49-74 15,-25-1 16,26-24-31,24 25 0,-50-25 16,25 0-16,0 0 31,1 0-31,-26-25 31,0 25-31</inkml:trace>
  <inkml:trace contextRef="#ctx0" brushRef="#br0" timeOffset="-69764.16">12725 8558 0,'74'0'16,"-49"0"-1,124 0-15,-100 0 16,26 0-1,-1 0-15,1 0 32,-50 0-32,24 0 15,-24 0-15,0 0 16,49 0-1,-49 0-15</inkml:trace>
  <inkml:trace contextRef="#ctx0" brushRef="#br0" timeOffset="-69244.13">12973 8855 0,'99'-25'15,"-49"25"-15,-1 0 0,75 0 31,149 0-31,-174 0 0,-49 0 16,0 0-16,-26 0 16,-24 0-1</inkml:trace>
  <inkml:trace contextRef="#ctx0" brushRef="#br0" timeOffset="-68512.09">13519 8384 0,'0'0'31,"24"0"-15,1 0-16,25 0 15,-1 25 16,51 124-31,-51-75 0,50 0 16,-49-24 0,-25-50-1,0 0 1,-25 25 140,-248 148-141,-124 249 48,372-397-63,-25-25 47,25 74-47,0-74 0,0 50 0</inkml:trace>
  <inkml:trace contextRef="#ctx0" brushRef="#br0" timeOffset="-67180.01">30014 5308 0,'-50'0'0,"-74"0"31,50 0-31,-50 99 32,0 75-32,99-100 0,-25 26 15,1 49-15,24-125 16,-25 76-16,1 48 31,24-123-31,25 0 16</inkml:trace>
  <inkml:trace contextRef="#ctx0" brushRef="#br0" timeOffset="-66563.98">29468 5184 0,'0'0'31,"-298"99"-15,199 1-16,-50 73 31,124-123-16,25-1-15,0 1 32</inkml:trace>
  <inkml:trace contextRef="#ctx0" brushRef="#br0" timeOffset="-65767.93">30336 5507 0,'-25'24'15,"-24"51"-15,24-26 0,25-24 47,-223 496-47,173-446 16,0 73 15,50-148-31,-24 25 15,-1 0-15,25 0 16,-25-25 93</inkml:trace>
  <inkml:trace contextRef="#ctx0" brushRef="#br0" timeOffset="-62579.75">14511 8434 0,'0'0'47,"0"49"-32,0 50 1,0-49-16,0 0 31,0-1-31,0 1 0,0-25 31,0 49-15,0-74 109</inkml:trace>
  <inkml:trace contextRef="#ctx0" brushRef="#br0" timeOffset="-62103.72">15007 9128 0,'0'25'15,"-50"74"1,1-49-1,-1 24 1,50-49-16,0-25 16,-25 50-16</inkml:trace>
  <inkml:trace contextRef="#ctx0" brushRef="#br0" timeOffset="-59799.59">15205 8533 0,'0'-25'0,"0"0"31,25-24-31,-25 24 0,0 25 31,25-25-15,-25 25 15,74 0-31,1 0 0,-1 0 31,-24 0-31,-25 0 16,-1 0-16,-24 0 31,50 25-15,-50 0-1,50 74-15,-50-74 16,24-1-1,-24 1-15,0 0 0,0 0 32,0 0-1,0 24-31,-24-49 15,24 0 1,-25 0 0,-25 0-1,25 0-15,1 0 0,-26 25 31,50 0 110,0 0-110,25-1-31,0 1 0,49 0 16,-24-25-1,-26 0 1,51 0-16,-75 0 15,74 0 1,-49 0-16,25 0 0,-26 0 31,125 0-31,-74 0 0,49 0 47,-124 0 78</inkml:trace>
  <inkml:trace contextRef="#ctx0" brushRef="#br0" timeOffset="-56842.42">14734 8359 0,'-25'-25'46,"0"25"-30,-49 0-16,24 100 0,-24-1 62,-174 322-62,248-371 0,0-50 32</inkml:trace>
  <inkml:trace contextRef="#ctx0" brushRef="#br0" timeOffset="-54882.32">16123 8310 0,'0'0'31,"0"0"-31,-50 0 0,-322 545 47,323-446-32,-75 125 1,99-175-16,0 26 31</inkml:trace>
  <inkml:trace contextRef="#ctx0" brushRef="#br0" timeOffset="-45843.79">25971 11460 0,'-25'0'94,"25"25"-63,0 148-31,0 26 16,0 123 15,0-247-31,25-1 31,-25-49-15,24 24-16,-24-24 15,25 74 1,-25-24-16,0-1 16,0-49-1,75 198 16,-75-198-31,0 49 32,0-49-32,0 25 0,24 49 31,-24-99-31,0 25 15,0-25-15,0 50 16,0 49 15,0-50-31,0 1 31,0 0-31,0-1 0,0 75 16,0-74-16,0-1 31,0 1-31,0 0 0,0-26 31,0 26-31,0 0 0,0-26 0,0 26 32,-24 49-32,-1-24 15,25-75 1,0 124-16,-25-75 15,25 1 1,-50 24-16,50-24 16,0 24 15,0 26-31,-24-51 15,24 75 1,-25-74 15,25-1-31,0 1 0,0-25 31,-50 99-31,50-75 0,0 26 16,0-25 0,0-26-1,0 1-15,0 0 0,0 0 31,0 0-31,0-25 0,0 49 32,-25 1-32,25-1 15,0-24-15,0 25 0,0-1 31,0 1-31,0-50 0,0 50 32,0-1-32,0-24 124,25-25-92,25 0-32,-25 0 0,-1 0 15,26 0-15,-50 0 0,25 0 16,24 0-1,-24 0-15,50 0 0,-1 0 32,0 25-32,-24-25 0,0 25 15,-1-1 1,1-24-16,-25 0 15,24 0 1,-49 0 0,25 0-16,-25 0 15,50 0 1,-50 0-16,24 0 0,51 0 15,-75 0 17,49-24-32,-49 24 15,25 0 32,-25 0-47,25 0 47,0-25-16,-25 0 31,0 0-46,49 0 0,-49-24-1,0 24 16,25 0-31,-25 0 16,25 1 0,-25-1-1,25-25-15,0 1 31,-25 24-31,0 0 0,0-25 32,25 1-32,24-26 0,-49 26 0,0-51 15,0 1 16,0-25-31,0 75 0,0 24 32,0-74-32,0 49 15,0 0 1,0 26-16,0-1 31,0 25-31,0-50 0,0 1 16,0-1-16,0 25 31,0-24-31,0-1 0,0-24 0,0-26 31,0 51-31,0-1 16,0 0-16,0 26 0,0-26 31,0-74-31,0 50 0,0 49 31,0-25-31,0 1 0,-25-1 0,1-124 31,24 100-31,0 0 31,0 74-31,0-75 16,0-24-16,0 24 16,0 1-1,0 49-15,0-49 16,0 49-16,0 0 15,0 0 1,0-24-16,0 24 16,0 0-1,0 0-15,0 1 0,-50-1 16,50-25-16,0 50 15,0-99 17,0 49-32,0 26 15,0-51-15,0 50 0,0-24 31,0-1-31,0 25 0,0-49 32,0 49-32,0-25 15,-25 26-15,25-1 0,0-50 31,-25 1-31,25-25 16,-25 49 0,1-24-1,24 24-15,0 50 16,0-74-16,0 49 15,-25-74 1,25 99-16,-50-50 0,50 25 16,0 25-16,0-24 15,0-1 16,-25 0-15</inkml:trace>
  <inkml:trace contextRef="#ctx0" brushRef="#br0" timeOffset="-43075.63">16421 5680 0,'-25'0'140,"25"0"-108,0 50-32,0-25 0,0-1 31,0 26-31,0-25 0,0-25 31,0 50-31,0-26 0,0-24 31,0 25-15,0 0-1,0 0 1,0-25 15,0 25 0,0 24-31,0-49 0,0 25 16,0 0 15,50 0-31,-50-1 47,0 1-16,0 0-31,0-25 31,0 25-31,24 0 32,-24-25-17,0 24-15,0-24 31,0 25-31,0 0 32,0 0-17</inkml:trace>
  <inkml:trace contextRef="#ctx0" brushRef="#br0" timeOffset="-41682.56">11956 9699 0,'25'49'63,"-1"26"-48,-24 24-15,0 25 32,25 124-32,-25-124 0,0-50 15,0-74-15,0 25 16,25-25 77</inkml:trace>
  <inkml:trace contextRef="#ctx0" brushRef="#br0" timeOffset="-41144.52">12998 10096 0,'124'0'32,"0"0"-17,49 0-15,1 0 0,-75 0 16,-24 0-16,-51 0 125</inkml:trace>
  <inkml:trace contextRef="#ctx0" brushRef="#br0" timeOffset="-40421.49">13122 10195 0,'0'0'63,"198"0"-32,1 0-31,-100 0 31,0 0-31,-49 0 62,-50 0-46,24 0 46</inkml:trace>
  <inkml:trace contextRef="#ctx0" brushRef="#br0" timeOffset="-39644.44">13469 9748 0,'25'0'31,"74"0"-31,-49 25 31,123 149-31,-123-100 16,24 1-16,-49-75 15,0 49 17,0-49-1,-1 25 0,1 0 78,-25 49-93,-49 1-16,-51 98 31,-48 26-31,123-125 0,-50 25 47,1-24-47,74-51 0</inkml:trace>
  <inkml:trace contextRef="#ctx0" brushRef="#br0" timeOffset="-37756.33">14684 9922 0,'-24'0'62,"-1"0"-30,25 0-32,-25 0 31,-25 49-31,50-24 0,0 0 15,0 0-15,0-25 0,0 25 32,0 0-32,0-25 46,50 24-14,49 1-32,-74 0 0,0-25 62,74 0-46,-74 0-16,0 0 31,-1 0 0,26-25-31,-25 25 0,-25-25 31,0 1 16,0 24-31,0-50-16,0 25 46,0 0-46,0-24 0,0 49 16,0-25-16,-25 0 31,0 25-31,0 0 31,25-25-31,-49 25 0,-1 0 16,25 0 0,25 0-1,-49 0-15,24 0 31,0 0-31,25 0 0,-49 0 32</inkml:trace>
  <inkml:trace contextRef="#ctx0" brushRef="#br0" timeOffset="-37276.32">15528 10195 0,'0'0'62,"0"49"-31,-50 1-31,50 24 0,-49 1 16,49-50 15</inkml:trace>
  <inkml:trace contextRef="#ctx0" brushRef="#br0" timeOffset="-35169.18">15900 9847 0,'0'-24'16,"25"24"15,-25-25 0,24 25-31,26 0 16,24 0-1,-74 0-15,50 0 16,-25 0-16,-25 0 31,25 0-31,-25 0 16,24 25-1,-24-25 1,0 24-16,0 26 31,0-25-31,0 0 0,0-25 31,0 49-31,0-24 31,-24-25-15,-1 0 15,25 0-15,-25 0-16,25 0 109,0 0-78,0 0-15,50 0 15,-26 0-15,-24 25-1,25 25 1,-25-50-1,0 24-15,0 1 32,0 0-1,0 0-31,0-25 0,-49 49 15,24-49 1,0 0-16,0 0 0,0 0 31,1 0-15,-26 0-16,25 0 0,-49-24 31,74-26-31</inkml:trace>
  <inkml:trace contextRef="#ctx0" brushRef="#br0" timeOffset="-34721.16">16644 10294 0,'0'0'16,"-25"0"-1,25 50 17,-25-1-32,25-24 0,0 0 15,0 0 16</inkml:trace>
  <inkml:trace contextRef="#ctx0" brushRef="#br0" timeOffset="-33300.07">16793 9823 0,'0'-25'31,"0"0"-16,0 25 1,0-25-16,25-24 62,-1 49-46,1 0-16,0 0 0,-25 0 16,25 0 30,24 0-46,-24 0 32,0 0-32,-25 49 15,0-49 16,0 25-31,0 25 16,0-26 0,-25 26-16,25-25 15,-25 0 1,1-25-16,-1 0 15,25 0 1,-25 24 0,25-24 62,-50 25-47,50 0 109,25-25-109,25 0-31,-50 0 0,25 0 63,-1 0-48,1 0-15,0 0 32,0 0-1,0 0 140,-1 0-155,1 0-16</inkml:trace>
  <inkml:trace contextRef="#ctx0" brushRef="#br0" timeOffset="-32596.03">17611 10145 0,'0'0'62,"0"25"-62,0 0 31,-24 24-31,-1-24 0,0 25 16</inkml:trace>
  <inkml:trace contextRef="#ctx0" brushRef="#br0" timeOffset="-30884.94">18579 9624 0,'-75'0'16,"-198"0"15,199 0-31,0 0 0,49 0 16,-25 0 140,50 0-141,-25 0-15,25 0 141,0 25-110,0 25-31,25-26 31,25 76-31,-50-100 16,0 24-1,25-24 79,-25 0-79,24 0-15,-24 0 0,25-24 32,0 24-32,0-25 15,0 25 32,-1 0-31,26 0-1,-25 0 1,0 0-16,-25 0 31,24 0-31,1 0 16,-25 25-16,25-25 15,-25 99 16,0-99-31,0 25 16,0-1-16,0 1 31,0-25-31,0 25 0,0 0 16,0 0-16,-25-25 0,-24 25 31,49-25-31,-75 0 0,1 0 16,-25 0-16,74 0 46,0 0-30,0 0-16,25-25 0</inkml:trace>
  <inkml:trace contextRef="#ctx0" brushRef="#br0" timeOffset="-30493.91">19000 10220 0,'0'0'31,"0"0"-31,-24 24 0,-26 26 16,50 0-16,-25-26 0,25 26 31,-25 0-31,1-1 15</inkml:trace>
  <inkml:trace contextRef="#ctx0" brushRef="#br0" timeOffset="-29259.84">19546 9575 0,'-25'0'16,"-24"0"15,49 0 0,-25 0-31,-25 0 16,25 24-16,25-24 0,0 100 31,0-51-31,0-24 16,0-25-16,0 25 0,0 0 31,0-1-31,0-24 15,0 25-15,0 0 0,0 0 16,0-25 0,50 74-16,-50-49 15,50 25 16,-50-50-15,24 0 0,26 0-1,-25 0 1,25 0-16,-26 0 31,1 0-15,25 0 15,-50 0-31,0-50 31,0 50-15,0-25-16,0 0 46,0 1-46,0 24 0,0-75 32,0 75-17,0-25 16,-50 25 1,1 0-32,-1 0 0,-74 0 15,124 0 16,-75 0-31,51 25 16,-1 25 15,25-50-31</inkml:trace>
  <inkml:trace contextRef="#ctx0" brushRef="#br0" timeOffset="-28219.79">15404 9475 0,'-50'50'31,"-74"148"0,50-74-31,24-49 16,-24 49-16,49-50 0,-50 26 31,51-51-31,24 1 0,-25-1 16,-25-24-16,50 0 0,-25 0 31,1 24-15,-1-24-1,25-25-15,-25 25 0,0-25 16,25 25-1</inkml:trace>
  <inkml:trace contextRef="#ctx0" brushRef="#br0" timeOffset="-27229.73">16520 9426 0,'-50'25'31,"50"-1"-15,0 26-1,0 0 1,0 24-16,0-49 0,-24 49 0,-26 75 31,25-99-31,-74 49 0,-50 99 31,75-123 1,49 24-32,-25-74 0,25 24 15,25-49 1,0 25-1,-24 25 48</inkml:trace>
  <inkml:trace contextRef="#ctx0" brushRef="#br0" timeOffset="-26322.67">17239 9451 0,'0'0'16,"0"0"-16,-49 24 15,24 26 1,0 49-16,0-24 0,-49 173 47,24-199-32,25-24-15,-24 99 32,49-99 61,-25-25 63</inkml:trace>
  <inkml:trace contextRef="#ctx0" brushRef="#br0" timeOffset="-25639.64">18405 9401 0,'0'99'0,"0"-74"15,-25 25-15,25-1 0,-25 26 32,1-26-32,24 1 0,-25 24 15,0 1-15,25-26 16,-25 1-1,25 24-15,-25 1 0,25-50 32,-24-1-32,24 1 31,-25-25 0</inkml:trace>
  <inkml:trace contextRef="#ctx0" brushRef="#br0" timeOffset="-24870.59">20092 9351 0,'0'0'31,"-25"50"-31,25 0 0,-25 24 31,-24 50-31,24 0 0,-25-25 16,-24 50-16,24-25 15,-148 199 16,148-274-31,50-24 16,-25-25-16</inkml:trace>
  <inkml:trace contextRef="#ctx0" brushRef="#br0" timeOffset="-20468.34">26665 3299 0,'0'0'16,"-74"0"-1,49 0 1,0 25-1,-25 49 1,50-49-16,-24 25 16,24-26-1,-25 26-15,-25 0 16,50 24-16,-25-49 0,1 25 31,-1 49-31,0-99 0,25 49 16,0-24-16,-25 0 31,0 25-31,1-1 0,24-24 31,-25 0-31,25 0 16</inkml:trace>
  <inkml:trace contextRef="#ctx0" brushRef="#br0" timeOffset="-19836.3">26913 3398 0,'-50'0'32,"-74"149"-32,75-50 15,-1 25-15,25 0 0,-74 25 16,-25 50-1,75-75 1,-51 74 0,100-173-16,0 0 15</inkml:trace>
  <inkml:trace contextRef="#ctx0" brushRef="#br0" timeOffset="-19227.27">27360 3621 0,'-25'0'16,"-99"75"-16,49 24 15,1 50 1,-100 124-16,125-174 15,49-25 1,-50-49-16,50 0 16,-25 25 15</inkml:trace>
  <inkml:trace contextRef="#ctx0" brushRef="#br0" timeOffset="-18596.23">27508 3746 0,'0'24'32,"-74"150"-17,0-50-15,24-25 16,-24 25-1,49-74 1,25-25-16,-25 49 0,25-74 16,-25 25-1,25 24 16</inkml:trace>
  <inkml:trace contextRef="#ctx0" brushRef="#br0" timeOffset="-11036.8">9872 6821 0,'0'0'32,"75"0"-32,-75 0 0,49 0 46,75 0-46,-49 0 0,-26 0 32,51 0-32,-76 0 15,76 0 16,-51 0-31,26 0 0,-51 0 32,1 0-32,25 0 0,-50 0 0,49 0 15,-24 0 1,25 0-1,-25 0 1,-1 0 0,1 0-1,0 0-15,0 0 31,24 0-31,-24 0 0,-25 0 16,50 0-16,-50 0 16,25 0-1,-25 0 1,49 0-1,1 0-15,24 0 0,26 0 16,-26 0-16,0 0 16,-49 0-1,0 0-15,25 0 47,-50 0-31,49 0-16,-24 0 0,49 0 31,-74 0-16,25 0-15,25 0 0,-50-25 32,25 25-32,49 0 31,-24 0-31,-26 0 15,1 0-15,0 0 0,0 0 32,-25 0-32,25 0 46,-1 0-30,26 0-16,25 0 16,-1 0-1,0 0-15,-24 0 0,-50 0 31,25 0 1,0 0-17,-1 0-15,26-24 0,0 24 31,24 0-31,-24 0 16,-50 0 0,24 0 15,26 0 0,-25 0-31,49 0 0,-49 0 16,-25 0-16,50 0 31,-26 0-16,-24 0 1,75 0 15,-75 0 0,49 0-31,26 0 47,-75 0-31,50 0 15,74 0-31,-124 0 31,74 0-31,-74 0 31,50 0-31,-50-25 0,49 25 16,1 0-16,-1 0 0,-24 0 62,99 0-62,-99 0 32,25 0-1,49 0-31,-74 0 0,-1 0 31,1 0 0,0 0-15,49 0-16,1 0 0,24 0 31,-24 0-31,-1 0 0,-24 0 16,-50 0-16,24 0 46,1 0-30,50 0-16,-26 0 16,1 0-1,-1 0-15,1 0 16,0 0-16,-50-25 15,49 25 1,1 0-16,-25 0 16,74 0-16,-25 0 15,174 0 1,-223 0-1,0 0 17,0 0-1,49 0-31,25 0 0,25 0 31,50 0-31,-100 0 0,-49-25 31,0 25 0,0 0 1,24 0-32,26 0 0,-75 0 15,25 0-15,-1-25 31,1 25-31,0 0 32,124 0-32,-75 0 0,-24 0 15,24 0-15,1 0 31,-75 0-31,25 0 0,49 0 16,-74 0-16,25 0 0,0 0 31,-1 0-31,1 0 0,0 0 16,0 0-16,-25 0 15,25 0 32,-1 0 78,1 0-94,248 0-31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14:17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27384 6499 0,'25'0'265,"0"0"-265,25 0 16,-26 0 15,26 0 32,-25 0-48,0 0 110,-1 0-31,1 0 0,0 0 218,0 0-296,0 0 31,-1 0-31,1 0-1,0 0 32,0 0-31,0 0 15,-1 25 31,1-25 235,0 0-281,0 0 0,0 0-16,-1 0 78,1 0-47,0 0 0,0 0-15,25 0-1,-26 24 1,26-24 15,-50 25 1,25-25-17,0 0 1,-1 0-1,1 0 1,0 0 15,0 0-15,0 0 0,-1 0 15,1 0-31,0 0 15,0 0 1,0 0-16,-1 0 16,26 0-16,-25 0 15,0 0 1,-1 0 31,1 0-47,0 0 31,0 0 0,0 25-15,-1-25 0,1 0 30,0 0-30,0 0 0,0 0-1,-1 0-15,1 0 32,0 0-17,0 0 1,0 0 15,-1 0-31,1 0 31,0 0-15,0 0-16,0 0 16,24 0-1,-24 0 1,0 0-1,0 0-15,0 0 63,24 0-32,-24 0 0,25 0 32,-26 0-32,26 0 0,-25 0 1,0 0-17,-1 0 1,1-25 0,0 25 93,25 0 78</inkml:trace>
  <inkml:trace contextRef="#ctx0" brushRef="#br0" timeOffset="21694.72">24482 10939 0,'25'0'94,"0"0"-78,24 0-16,26 49 15,-26-49-15,1 0 16,-25 0-16,24 0 15,1 0-15,0 0 16,-25 0-16,49 0 16,25 0-16,0 0 15,-24 0-15,24 0 16,-49 0-16,24 0 16,0 0-16,-49 0 15,25 0-15,-25 0 16,24 0-1,-24 0 1,25 0 0,-1 0-1,-24 0-15,0-24 16,0 24-16,24 0 16,-24-50-1,25 50 1,-25-25-16,-1 0 15,26-24 1,-50 24-16,25 0 16,0 0-16,-1-24 15,26-1-15,-50 1 16,74-1-16,-74 0 16,25 1-16,-25 24 15,50-25-15,-50 1 16,25 24-1,-25-25 1,0 26-16,0-26 16,0 25-16,0 0 15,0 1-15,0-51 16,0 50 0,0 0-16,0-49 15,0 24-15,0 1 16,-25 24-1,25-25-15,-25 1 47,25 24-31,-50 0-16,50 0 16,-24 1-16,-1-1 15,0-25-15,0 50 16,25-25-1,-25 1-15,1-1 16,-1 25 0,25-25-16,-50 25 15,25 0-15,1-25 16,-26-24-16,25 49 16,-24 0-1,-26-25-15,25 25 0,1-25 16,24 25-1,-25-25-15,1 25 16,24 0 0,0 0-16,-49 0 15,49 0-15,-74-25 16,24 25-16,1-24 16,24 24-16,-24 0 15,24-25-15,1 25 16,-1 0-16,1-25 15,-1 25-15,-25 0 16,51 0 0,-1 0-16,-25 0 15,1 0-15,24 0 16,0 0 0,-25 0-16,26 0 15,-26 0 1,25 0-16,-24 0 15,-1 0 1,0 0-16,-24 25 16,-25 49-1,74-74-15,-25 25 16,26 0-16,-26 24 16,25-49-16,25 25 31,-25 0 16,1 25-32,-1-50 1,25 24-16,0 1 16,-25 0-16,-25 25 15,50-1 1,0-24-16,-25 25 15,25-1-15,-24 1 16,24-25-16,0-1 16,0 1-16,-25 50 15,25-51-15,0 1 16,0 0-16,0 0 16,0 0-16,0 24 15,0-24-15,0 25 16,0-25-16,0-1 15,0 26-15,0-25 16,0 24-16,0 1 16,0 0-16,25-1 15,-1 26-15,26-1 32,0 0-17,-25-49 1,-25 0-16,24 0 15,1 0 1,25-1 0,-25 1 15,24-25-31,-24 0 16,0 0-16,0 25 15,-1-25-15,1 0 16,25 0-16,-1 0 15,-24 0-15,0 0 16,0 0-16,0 0 31,-1 0-31,1 0 16,25 0 0,-25 0-1,-1 0 1,1 0-1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15:23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24879 5135 0,'-25'0'172,"-24"0"-172,24 0 16,0 0-16,0 0 15,0 0 79,-24 0-78,24 0 46,-25 0-31,26 0-15,-26 0 31,25 0-31,-24 0-1,24 0 1,-25 0-1,25 0 1,-24 0 0,24 0 46,0 0-46,-24 0-1,24 0 1,0 0-16,0 0 16,-24 0 15,24 0-31,0 0 16,-25 0-1,1 0 16,24 0-15,25 24 0,-50-24-16,25 0 15,-24 0 1,24 50-16,0-50 16,0 0 15,25 25 16,-24-25-32,-1 0 17,0 0-32,25 25 15,-25-1-15,0 1 31,1-25-31,-1 0 32,0 50-17,0-50 17,25 25-32,-25-25 15,1 49 1,-1-49-1,0 25 1,0-25 0,0 25-1,1 0 1,-1-25 0,0 24-16,0 1 15,0-25 16,25 25 1,-24-25-17,24 25 1,-25-25 0,0 0-16,25 25 15,-25-1-15,0 1 16,1 0 31,-1-25-32,25 25-15,0 0 47,-25-25-47,25 24 16,0 1-16,0 25 15,0-25 1,0 24 0,0-24-1,0 25 1,0-25 0,0 24-1,0-24 16,0 0-31,0 0 16,25-1-16,0 1 31,-25 25-31,49-25 16,-24-1 15,0 26-15,0-50-1,-1 25-15,-24 0 16,25-25-16,25 24 16,-1-24-1,-24 25-15,25-25 16,-1 25 0,-24-25-16,0 25 15,74 0-15,-74-25 16,25 0-1,-1 24-15,1 1 0,-25-25 16,-1 0-16,1 0 16,0 0-1,25 0 1,-25 0 0,24 0-1,26 0-15,-26 25 16,50-25-16,-24 0 15,-1 0-15,1 0 16,-26 0-16,-24 0 16,0 0-1,0 0 1,-1 0 0,1 0-1,0 0-15,0 0 16,24 0-16,1 0 15,-25 0 1,24 0 0,-24 0-1,50 0-15,-1 0 16,-24 0-16,24 0 16,-49 0-16,25 0 15,-26 0-15,26 0 16,-25 0 15,24 0-15,26 0-16,-26 0 15,51 0-15,-26 0 16,0 0-16,1 0 16,-26 0-16,-24 0 15,0 0-15,0 0 31,0 0-15,0 0-16,49-25 16,0 25-1,-49 0-15,25-25 16,-1 25-16,-24 0 31,0 0-15,0-24-1,0 24 1,-1 0 31,-24-25-47,25 0 31,0 25-15,0 0-1,0 0 32,24-25-47,-24 0 32,-25 1-32,25 24 15,0-25 1,-1 0-1,1 25 1,0-25 0,25 25 15,-1-25-15,-24 1 30,0-1-30,24 0 15,-24 0-15,0 0 0,0-24-1,0 24 1,-25 0-1,24 0 1,-24 1 0,0-1-1,0 0 1,0 0 0,0 0-1,0 1 1,0-1-1,0 0 1,0 0-16,-24 0 16,24 0-1,0 1 1,-25 24-16,25-50 16,-25 50-16,25-25 15,-25 25 16,0-25-31,1-24 32,-1 24-17,-25 0 1,-24 25-16,49-25 16,-25 1-16,1 24 15,24-25-15,0 25 16,-24-25-16,24 25 15,-25-25-15,-24 25 16,74-25-16,-75 25 16,51 0-16,-1 0 15,-25-49-15,1 49 32,24 0-1,-25 0-16,1 0-15,24 0 16,0 0-16,0 0 16,0 0-16,0 0 15,1-25-15,-26 25 16,50-25-16,-74 25 16,49-25-16,-50 1 15,26 24 1,24 0-1,0 0 1,0 0 0,1 0-1,-1 0 1,0 0-16,0 0 16,0 0-1,1 0 16,-1 0 1,0 0-17,0-25 1,-24 25 0,24 0-1,-25-25-15,25 25 16,1 0-1,-1-25 1,0 25 31,0 0-31,0-25-1,1 25 16,-1 0-31,0 0 47,25-24-15,-25 24 30</inkml:trace>
  <inkml:trace contextRef="#ctx0" brushRef="#br0" timeOffset="24776.05">21580 9178 0,'25'0'109,"0"0"-109,-1 0 16,26 0-16,0 0 15,-25 0 1,-1 0 0,1 0-16,25 0 15,49 0-15,25 0 16,-25 0-16,0 0 16,1 0-16,-1 0 15,-50 0-15,1 0 16,-25 0-1,24 0 17,-24 0-17,25 0 1,24 0-16,-24 0 16,24 0-16,1 0 15,-1 0-15,1 0 16,-1 0-16,-24 0 15,24-25-15,-49 25 16,0 0-16,49-25 16,-49 25-1,0 0-15,-1 0 16,1-25 31,25 1-32,-50-1 1,25 0-16,-25 0 16,24-25 15,1 26-15,-25-1-1,25-25 1,-25 1-1,0-1 1,0 25-16,0-24 16,0 24-1,0-25 1,0 25-16,0-24 16,0 24-1,0 0 1,0 0-16,0 1 15,0-26-15,0 25 16,0-24 0,0 24-16,-25-25 15,0-24 1,25 49 0,-49-25-16,49 26 31,-25-1-31,0 25 15,25-25 1,-25 25 0,1-50-16,-1 50 15,-25 0-15,50-25 16,-49 25 0,-1-24-16,-24 24 15,-1-25-15,50 0 16,-24 25-16,-26-25 15,51 25-15,-1 0 16,-25 0-16,25 0 16,-49-25-16,49 25 15,-49 0-15,24-24 16,0 24-16,-24-25 16,0 25-16,-1 0 15,26 0-15,-26-25 16,75 0-16,-25 25 15,-24 0-15,24 0 16,0 0 0,0 0-1,1 0 1,-1 0 0,0 0-16,-25 0 15,26 0-15,-1 0 16,-25 0-16,25 0 15,-49 0-15,49 0 16,-49 0-16,24 0 16,0 25-16,1 0 15,-1-25 1,50 25-16,-25-25 16,25 24-1,-24 1 1,-1-25-1,25 25-15,-25 0 32,25 0-17,-25-1 32,25 1-31,0 0-1,-25 25-15,25-25 16,0-1-16,0 1 16,0 0-1,0 0-15,-49 0 16,49 24 0,0-24-16,0 25 15,0-1 1,0-24-16,-25 0 15,25 0 1,0-1 0,0 1-1,0 0 32,0 0-31,0 0-1,0-1 1,0 1-16,25 0 16,-25 0-1,0 0 1,25-1-16,-1 1 31,1 25-31,0-25 16,-25 24-1,0-24 1,0 0-16,0 0 16,25-25-16,-25 24 15,25-24 1,-25 25 0,0 0-16,24-25 15,-24 50 1,0-25-1,25-1 1,-25 1 0,25 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2-05T03:43:4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695 9302 0,'0'-25'15,"0"25"32,0 74-31,0-24-16,0 24 0,0 75 31,0-99-16,0 24-15,0-24 32,0-25-32,0-25 93</inkml:trace>
  <inkml:trace contextRef="#ctx0" brushRef="#br0" timeOffset="583.03">496 9351 0,'0'-24'78,"25"24"-62,-25 0 0,74 0-16,1 0 15,-1 0-15,-24 0 0,49 0 16,-49 0 31,-26 0-47</inkml:trace>
  <inkml:trace contextRef="#ctx0" brushRef="#br0" timeOffset="918.05">943 9500 0</inkml:trace>
  <inkml:trace contextRef="#ctx0" brushRef="#br0" timeOffset="2118.12">1042 9575 0,'0'-25'124,"0"25"-92,-25 0-32,0 25 15,25-1-15,-25-24 31,1 25-31,24 0 16,0 0 31,0-25-32,0 25-15,24-1 32,1 1-32,0-25 15,0 25 16,-25-25-15,25 0-16,-1 0 0,-24 0 16,25 0-1,-25 0-15,50 0 31,-25 0-31,-25 0 32,24 0-32,-24 0 15,0-25 1,0 25-16,0-25 15,-24 25 1,-1-49 0,0 49-1,0-50 16,0 50-15,25-25-16,-24 25 16,24 0 30,-25-24-30</inkml:trace>
  <inkml:trace contextRef="#ctx0" brushRef="#br0" timeOffset="2727.15">1315 9351 0,'0'0'78,"49"124"-47,-24 25-31,25-74 0,-50-26 31,0 26-31,0-75 0,24 49 16,-24 1-16</inkml:trace>
  <inkml:trace contextRef="#ctx0" brushRef="#br0" timeOffset="3174.18">1265 9599 0,'0'-24'16,"25"24"15,99 0 0,-99 0-31,49 0 31,-74 0-31,25 0 0</inkml:trace>
  <inkml:trace contextRef="#ctx0" brushRef="#br0" timeOffset="4243.24">1761 9575 0,'0'0'47,"-25"0"-47,1 24 16,24-24 15,-50 25-31,50 0 16,0 25-1,0-26 1,0-24-1,0 25-15,0 0 16,50 0 15,-50 0-31,24-25 16,1 0-16,-25 0 93,0-25-77,0-50-16,0 51 16,25 24-16,-25-25 0,0 0 31,0 25-16,0-25 1,0 25 15,0 0 63,25 25-79,-25 25-15,25-1 32,24 100-32,-24-124 15,-25 0 1,0 24-16,0-49 15,0 25 32</inkml:trace>
  <inkml:trace contextRef="#ctx0" brushRef="#br0" timeOffset="4718.26">2084 9351 0,'0'50'31,"0"-25"-15,0 148-1,0-98-15,0-1 16,0 75-16,0-75 15,0-49 1,0 25-16,0-25 0</inkml:trace>
  <inkml:trace contextRef="#ctx0" brushRef="#br0" timeOffset="5656.32">2505 9649 0,'0'0'31,"0"25"-15,0 49-16,0-24 46,0-1-46,0-24 0,0 0 63,0-25-48,-25 0-15,-24-25 32,49-49-32,0 49 0,-25-25 15,25 50-15,0-24 16,25-26-16,-25 50 31,25-25-31,-25 0 31,24 25-15,-24 0-16,25 0 31,0 0-31,0 0 16,-25 0 15,25 0-31,24 0 31,-24 50-31,0-25 16,0 49-16,-25-49 31,0 0-31,0 0 15,0-1 63</inkml:trace>
  <inkml:trace contextRef="#ctx0" brushRef="#br0" timeOffset="6561.37">2902 9575 0,'0'-25'32,"0"25"-32,-25 0 31,-49 25-31,74-25 31,-25 49-31,25-24 16,0 0-16,0 0 31,0-1-31,0-24 0,0 25 15,0 0-15,50 25 32,-50-50-1,25 24 0,-1-24 0,1 0-15,-25 0 15,25 0-15,-25 0-16,0-24 15,0 24 1,25-25-16,-25 0 15,0 0 1,0 25 31,0-25-32,0 25-15,0-24 16,-25-1-16,0 0 31</inkml:trace>
  <inkml:trace contextRef="#ctx0" brushRef="#br0" timeOffset="6918.39">3150 9823 0</inkml:trace>
  <inkml:trace contextRef="#ctx0" brushRef="#br0" timeOffset="8007.45">3448 9525 0,'0'0'47,"0"25"-32,0 0-15,0-25 16,0 24-1,0 1-15,0 25 32,0-1-32,0-49 46,25 124-46,-1-99 32,1 0-32,-25-25 31,25 0-31,-25 25 15,25-25 17,24-25 14,-49 0-46,0-24 0,0 24 16,0 25-16,-24-25 16,24-25-1,-25 50-15,0 0 31,25-24-31,0-1 32,-25 25-32,25-25 46,-25 25-46</inkml:trace>
  <inkml:trace contextRef="#ctx0" brushRef="#br0" timeOffset="8503.48">3770 9599 0,'25'0'47,"0"50"-47,0 24 16,-25-49-16,25 25 0,-25-50 31,0 49-31,0 1 0,0-50 16,24 74-1,-24-74 1,0 0 77</inkml:trace>
  <inkml:trace contextRef="#ctx0" brushRef="#br0" timeOffset="8998.51">3770 9475 0,'0'-49'0,"0"49"0,0-25 31,0 25-31,0-50 0,0 50 15,0-24 17,0 24-32,0-50 93,174 50-93,-124 0 16,-1 25-16,-49-25 31,25 25-15,-25-1-16,0 1 15,0 25 1,0-25 15</inkml:trace>
  <inkml:trace contextRef="#ctx0" brushRef="#br0" timeOffset="9870.56">3597 9748 0,'24'0'31,"-24"0"-16,75 0 17,-1 0-32,-74 0 0,50 0 15,-25 0-15,-25 0 31,49 0-31,-24 0 0,-25 0 32,50 0-32,-50 0 0</inkml:trace>
  <inkml:trace contextRef="#ctx0" brushRef="#br0" timeOffset="10973.62">4514 9550 0,'0'-25'46,"0"25"-30,-24 0 15,-1 0-31,0 0 16,0 0-16,0 0 0,25 50 31,-24 49-15,-1-74-16,25-1 31,0 1-31,0-25 31,25 25 0,-1-25 16,-24 0-31,25 0-16,25 0 15,-25 0-15,24 0 16,-24 0-1,0 0-15,-25 0 32,25 0-17,-1 0 1,1 25-1,-25-25-15,0 25 32,0-1-17,-25-24 32,-24 0-31,-1 50-16,25-50 15,-24 0 1,-1 0-1,25 0-15,1 0 32,-1-25-32</inkml:trace>
  <inkml:trace contextRef="#ctx0" brushRef="#br0" timeOffset="11319.64">4762 9798 0,'25'0'31,"-25"-25"-15,25 0-16,0 25 31,-25 25 0</inkml:trace>
  <inkml:trace contextRef="#ctx0" brushRef="#br0" timeOffset="11869.67">4986 9451 0,'0'0'31,"25"0"-31,24 0 16,-24 24-16,-25 51 16,25-75-1,0 49-15,-25-24 16,24 25-16,1-25 0,0 49 31,0-49-31,-25 0 0,0 24 16,49-24-16,-49 0 62,0-25-46</inkml:trace>
  <inkml:trace contextRef="#ctx0" brushRef="#br0" timeOffset="12351.7">4837 9525 0,'0'-25'16,"0"25"-1,25 0 17,49 0-32,-74 0 0,50 0 31,49 0-31,-49 0 15,-26 0-15,1 0 32,-25 0-17,25 0-15,0 0 0,24-49 16,-49 49 15,25-25-31</inkml:trace>
  <inkml:trace contextRef="#ctx0" brushRef="#br0" timeOffset="13144.75">5854 9674 0,'25'0'0,"0"0"31,-25 0-31,24 0 15,1 0 1,0 0 0,25 0-16,-26 0 0,1 0 31,-25 0 0</inkml:trace>
  <inkml:trace contextRef="#ctx0" brushRef="#br0" timeOffset="13680.78">5904 9798 0,'0'0'31,"74"0"-31,-74 0 15,25 0 1,-25 0-16,49 0 31,-24 0-31,25 0 16,-25 0-1,74 0-15,-74 0 32,24 0-32,-24 0 15,-25 0-15</inkml:trace>
  <inkml:trace contextRef="#ctx0" brushRef="#br0" timeOffset="14707.84">6722 9525 0,'50'0'31,"-50"0"-31,49 0 16,-49 0-16,50 50 15,-50-50-15,25 24 0,0 1 31,-1 0-31,-24-25 0,0 25 32,0-25 77,0-25-78,-24-25-31,24 26 0,0-1 31,0 0-31,0 25 16,0-74-16,0 49 15,49 25 1,-24-25-16,-25 25 16,25 0-1,0-25-15,24 25 31,-49-25-15,25 25-16,0 0 31,0 0-31,-25 0 16,24 0-1,51 75-15,-75-50 16,25-1 0,-25-24-16,0 50 31,24-25-31,-24 0 31,0-1-31,0-24 0,25 25 16,-25 0 15,0-25 31,-25 0-46</inkml:trace>
  <inkml:trace contextRef="#ctx0" brushRef="#br0" timeOffset="15813.9">7293 9029 0,'0'0'15,"49"0"-15,-24 25 16,0 0 0,-25-25-1,25 49-15,-25-49 0,0 25 31,0 0-31,0 0 32,0-25-17,0 24 48,0-24-48,-25 0 1,25-24-1,-25-26-15,25 25 0,0-24 16,0 24 0,0 0-1,0 25 1,0-25-16,0 0 15,0 0 48,0 25-48,25 0 1,0 0-16,-1 0 31,-24 0-15,25 0-16,0 0 31,25 0-15,-50 0-1,0 0-15,24 50 16,-24-25-1,50 0-15,-50 0 0,0-1 16,0-24-16,0 25 16,0 0 15</inkml:trace>
  <inkml:trace contextRef="#ctx0" brushRef="#br0" timeOffset="17574">7838 8954 0,'0'0'94,"25"0"-78,-25 0-1,25 0-15,24 0 31,-49 0-31,50 0 16,-50 0-16,25 0 31,49 0-31,-74 0 63</inkml:trace>
  <inkml:trace contextRef="#ctx0" brushRef="#br0" timeOffset="18848.07">8260 8855 0,'25'-25'15,"0"25"-15,-25-24 16,0-1 15,24 0-31,-24 0 31,0 25-31,25 0 16,0-25 15,0 25-31,0 0 16,-1 0-16,-24 0 31,50 0-31,-25 0 15,-25 0 17,25 0-32,-25 0 31,0 50-31,0-25 15,0-25-15,0 25 16,24-1-16,1-24 0,-25 25 16,0-25 15,0 25-16,0 25-15,0-26 32,-49 1-17,-1 0-15,25-25 0,-24 25 16,49-25 15,-25 0-31,0 25 0,0-25 16,25 0 15,-25 25 0,1-1-15,24 1 15,0-25 0,0 25-15,0-25-16,0 25 15,24-25 16,1 25-31,25-25 16,-25 0-16,-1 0 16,-24 0-16,50 0 31,-25 0-31,24 0 15,-49 0-15,50 0 0,-25 0 32,-25 0-32,25 0 62</inkml:trace>
  <inkml:trace contextRef="#ctx0" brushRef="#br0" timeOffset="20135.14">5879 10988 0,'0'-24'47,"0"24"-1,0 0-30,25 0-16,-1 0 0,1 0 31,-25 0-31,25 0 16,0 0-1,0 0-15,-1-25 32,100 25-32,-99-25 15,0 25 1,0 0-16,0 0 15,-1 0-15,1 0 32</inkml:trace>
  <inkml:trace contextRef="#ctx0" brushRef="#br0" timeOffset="20702.18">6052 11187 0,'0'0'94,"0"0"-63,75-25-15,-50 25-1</inkml:trace>
  <inkml:trace contextRef="#ctx0" brushRef="#br0" timeOffset="26002.48">6747 10691 0,'0'-25'94,"0"0"-63,0-24-16,0 49-15,0-25 32,49 25 14,-49 0-30,25 0-16,25 0 31,-50 0-31,25 0 16,0 0-16,-1 25 31,-24-1-31,25-24 31,0 25-31,-25 0 31,0 0-31,0-25 0,0 49 32,0-49-17,0 25-15,0-25 31,0 50-15,0-50 0,-25 25-1,25-25-15,-25 0 16,25 0-1,-24 0 1,24 0 0,-25 0 30,0 0 1,25 0-31,0-25 31,25 25-47,-25 0 31,25 0-31,-1 0 0,1 0 15,0 0-15,-25 0 16,25 25-16,0-25 16,-25 24-1,24-24 1,-24 25-16,0 0 15,0 0 17,0 0-17,0-1-15,0-24 16,0 25 15,0 0-31,0 0 16,0-25 15,0 25-16,0-25 1,0 0 0,-24 0-16,-1 0 15,0 0-15,25 0 31,-25 0-15,0 0-16,1 0 31,24 0 0,-25 0-31,0 0 0,25 0 63,0-50-32,0 50-31,0-25 78,0 0-16,0 1-30</inkml:trace>
  <inkml:trace contextRef="#ctx0" brushRef="#br0" timeOffset="28646.62">7243 10145 0,'0'0'78,"0"-25"-63,0 25 17,0-24-1,25-1-31,-25 25 15,25 0 1,-25 0 0,24 0 15,-24 0-31,25 0 15,0 0-15,-25 0 32,74 0-17,-74 0 1,25 0-16,-25 25 31,0-1-15,0-24 15,0 25-16,0 0 1,0 0 0,0-25-1,0 25 16,0-25-15,-25 0 0,1 0 30,-1 0 48,25 0 46,0 0-124,49 0-16,-49 0 16,25 0 15,0 49-31,0-49 15,-25 25-15,0 0 16,25 0 0,-25-25-1,0 24 16,0 1-15,-25 25 15,0-50-15,0 0 15,-24 0 0,-1 0-31,50 0 16,-25 0 31,25 0-47,-49 0 0,49 0 15,-25 0 1,0 0-16,25 0 15,0-25 17</inkml:trace>
  <inkml:trace contextRef="#ctx0" brushRef="#br0" timeOffset="29458.68">7764 10269 0,'0'-25'78,"25"25"-62,-25 0-16,24 0 0,26 0 15,-25 0 17</inkml:trace>
  <inkml:trace contextRef="#ctx0" brushRef="#br0" timeOffset="30602.75">8086 10071 0,'0'0'16,"0"-25"-16,0 25 31,0-50 0,25 50 0,0-25-15,0 25 0,-25 0 15,25 0-31,-1 0 0,1 0 0,0 25 31,0 0-31,-25 0 16,0 0-1,49 0-15,-49-25 31,0 24-15,0 1 0,0-25-1,0 25 16,0 25-15,-24-50 15,-26 24-31,25 1 47,25-25-31,-25 50-16,25-25 15,0-1 16,0-24 32,25 25-63,0-25 0,-25 0 31,25 0-31,0 0 16,-1 0-16,-24 0 31,25 0-31,25 0 31,49 0-31,-49 0 16,-50 25 140</inkml:trace>
  <inkml:trace contextRef="#ctx0" brushRef="#br0" timeOffset="31504.8">5655 11981 0,'25'-50'15,"0"50"16,-25 0-31,25-25 16,24 25 15,-49 0 0,75 0-31,-75 0 0,25 0 16,0 0-16,-1 0 31,1 0-31,-25 0 0,50 0 16,-25 0-16,-1 0 0,-24 0 15,25 0 17</inkml:trace>
  <inkml:trace contextRef="#ctx0" brushRef="#br0" timeOffset="32100.83">5680 12129 0,'25'0'47,"49"0"-32,1 0-15,-25 0 16,-26 0-16,-24 0 16,25 0-1,0 0 1,0 0 15,-25 0-31,25 0 0,-1 0 16,1 0-16,0 0 15</inkml:trace>
  <inkml:trace contextRef="#ctx0" brushRef="#br0" timeOffset="33318.9">6697 11956 0,'0'-25'16,"0"25"-1,0-25 1,0 0-1,0 1-15,0 24 32,0-75-32,0 75 15,50 0 1,-25 0-1,24-25-15,-49 25 32,25 0-17,-25 0-15,25 0 31,0 25-31,-25 25 32,0-50-17,0 25 1,0-25 15,0 24-31,-25-24 16,0 0-1,25 25 32,0-25 62,0 0-78,25 25-15,0-25 0,-25 25 15,25-25-16,-25 25 1,0-1 0,0 1-1,-50 0-15,25 0 0,0-25 31,-24 25-31,49-25 16,-25 0 31,25 0-32,-50 0 17,25 0-17,1-25-15,24 25 63</inkml:trace>
  <inkml:trace contextRef="#ctx0" brushRef="#br0" timeOffset="33931.94">7094 11509 0,'0'0'93,"0"0"-62,25 100-31,-25-100 32,0 148-32,0-148 15,0 25 16</inkml:trace>
  <inkml:trace contextRef="#ctx0" brushRef="#br0" timeOffset="34909.99">5804 12626 0,'0'0'78,"0"0"-62,50 0 15,0 0-31,-1 0 0,1 0 62,49 0-62,-74 0 47</inkml:trace>
  <inkml:trace contextRef="#ctx0" brushRef="#br0" timeOffset="35566.03">5779 12898 0,'0'-24'32,"0"24"-17,50 0 1,49 0-1,-74 0 1,25 0 0,-25 0-1,-1 0-15,1 0 16,-25 0-16,25 0 78,0 0-47</inkml:trace>
  <inkml:trace contextRef="#ctx0" brushRef="#br0" timeOffset="37304.11">6648 12725 0,'0'-25'15,"0"25"1,0-25 15,0-24-31,0 49 47,24-25-16,-24 25-15,25-25-1,-25 25-15,25 0 31,-25 0 1,50 0-17,-26 0 16,26 0-31,-25 0 47,0 0-47,0 25 31,-25-25-31,0 25 0,0-1 16,24-24-16,-24 25 31,0 0 0,0 0-15,0-25 15,-49 49-15,24-49-16,0 0 15,-25 0-15,50 25 16,-24-25 46,24 0 94,24 0-140,1 0-16,0 0 16,-25 0-16,25 0 15,0 0 1,-25 25 15,25 0-31,-1-25 0,1 25 16,-25 24 15,0-49 0,0 25-15,0-25 30,0 50-14,-25-26 30,1-24-46,-26 0-16,25 0 31,-49 0-31,49 25 0,0-25 93,0 0-77,25 0-16,0 0 16,-25-25-16,25 1 93</inkml:trace>
  <inkml:trace contextRef="#ctx0" brushRef="#br0" timeOffset="148142.47">20241 9252 0,'24'0'15,"26"-25"1,-50 25 0,25 0 15,0 0-31,-1 0 31,-24 0 0,25 0 0,-25 0 63,25 0-78,-25 0-16,25 0 15,0 25 1,-25-25 140,0 25-141,0-25 1,0 50-16,-25-50 31,-25 49-31,50-49 0,-25 25 16,1 0-16,-1 0 31,25-1-15,-50 1-1,50 0 16,0 0-31,0-25 16,0 25 31</inkml:trace>
  <inkml:trace contextRef="#ctx0" brushRef="#br0" timeOffset="148822.51">20216 9500 0,'0'0'62,"0"0"-62,25 0 16,-1-25-16,1 1 15,-25 24 1,25 0-1,0 0-15,0 0 16,-25 0 0,24 0-16,1 0 31,0 0 31,-25 0-46,25 0-16,24 0 0,-24 0 15</inkml:trace>
  <inkml:trace contextRef="#ctx0" brushRef="#br0" timeOffset="150316.59">21406 10517 0,'25'-25'93,"-25"1"-62,50 24-31,-1-25 32,1 25-32,-25 0 15,0 0-15,-25 0 31,24 0 1,1 0-32,0 0 31,-25 0-31,0 25 15,0-25-15,0 49 32,0-49-32,0 25 0,0-25 15,0 50-15,-25-50 0,0 24 31,25 1-31,-24-25 0,24 0 32,-75 25-32,75-25 15,-49 0 16,-1 25-31,25 0 63,0-25-48,1 49-15,24-49 47,0 25-16,0-25 47,24 0-78,26 50 16,-25-50-16,24 0 16,51 24-1,-76-24 1,51 0-16,-50 0 31,49 0-31,-49-24 109</inkml:trace>
  <inkml:trace contextRef="#ctx0" brushRef="#br0" timeOffset="153187.76">23242 8905 0,'-50'0'63,"-24"0"-63,24 0 15,-98 0-15,123 0 31,0 0 1,0 0-1,25 0 172,25 25-172,0-1-31,0-24 31,-25 25-31,0-25 187,24 50-156,-24-25-31,0 0 16,0-25-16,0 49 31,25-24 125,-25-25-140,25 0-1,0-25 32,0 25 16,-1 0-1,26 0-62,-50 0 0,25 0 31,-25 0 0,25 0-15,-25 0-16,24 0 16,-24 25-16,50 0 31,-50-25-16,0 25-15,0-25 32,25 24-32,-25 1 15,0-25 1,0 25 15,0-25-15,0 25-1,0 0-15,0-1 47,0-24-16,0 25 0,-25-25-15,0 0 0,25 0-1,-25 0 1,1 0 15,-1 0-15,25 0-1,-50 0-15,50 0 16,-25 0 31,1 0-32,-26-25 48,25 1-1,25 24-31,-49-50 125</inkml:trace>
  <inkml:trace contextRef="#ctx0" brushRef="#br0" timeOffset="174278.96">17909 14833 0,'0'0'140,"0"0"-140,-50 0 16,1 0-1,-1 0 1,25 0 31,1 0-32,24 0 266,0 0-265,0 25-16,0 0 31,0 0-31,24-1 47,-24-24-16,0 25 0,25-25-15,0 50 171,-25-50-171,0 25-16,0-25 0,0 0 187,0 0-172,25-25 1,-25 0 15,25 25-31,-1 0 31,-24-25-31,25 25 32,0 0-1,0 0-31,-25 0 31,25 0-31,-25 25 16,24 0 15,1-25-31,-25 0 15,25 0 1,-25 25 15,0-25-31,0 24 16,25 1-1,-25 0 1,0-25 0,0 50-1,0-26-15,0 1 16,0-25-1,0 25 1,0 0-16,-25-25 31,25 0-31,-50 25 16,26-25-16,-1 0 15,-25 0-15,25 0 32,25 0-17,-49 0 1,49 0 15,-25 0-15,25-25-1,-25 25 16,25-25 1,0 0-17</inkml:trace>
  <inkml:trace contextRef="#ctx0" brushRef="#br0" timeOffset="175862.05">16867 16743 0,'0'-25'47,"0"1"-16,0-1-15,0 25-16,0-25 31,0 0-31,0-24 0,25 49 31,25-25-31,-26 25 0,26-25 16,-50 25 15,25 0 0,0 0-15,-1 0-16,-24 0 47,50 25-47,-50 0 31,0-1-31,0 1 31,0 25-31,0-25 0,0-1 16,-25 1-1,25 0-15,-25-25 32,25 25-32,-24-25 15,-1 0-15,25 25 31,-25-25-31,25 24 94,0-24-47,0 25-32,25-25-15,49 0 32,1 0-32,-1 0 15,-49 0-15,0 0 0,-1 0 31,26 0-31,-50 0 0,50 0 16</inkml:trace>
  <inkml:trace contextRef="#ctx0" brushRef="#br0" timeOffset="178907.23">20389 14759 0,'25'0'47,"-25"-25"-16,0 25-31,25 0 16,0 0-1,0 0-15,99 0 16,-124 0-1,99 0-15,-25 0 32,-74 0-1,25 25 78,-25 0-78,0-1-31,0 51 16,-49 24-16,24-49 0,-50 49 15,50-50 17,1 51-32,24-100 15,-25 49-15,0-24 16,25-25 15,0 50-15,0-50 77,-25 0-77</inkml:trace>
  <inkml:trace contextRef="#ctx0" brushRef="#br0" timeOffset="179486.26">20513 15180 0,'0'-49'46,"0"49"-30,50 0-16,-25 0 31,24 0-31,1 0 47,25 0-47,-51 0 62,1-25-15</inkml:trace>
  <inkml:trace contextRef="#ctx0" brushRef="#br0" timeOffset="181207.36">23713 14784 0,'0'-25'31,"0"25"16,-99 0-16,-124 0-31,148 0 16,26 0-16,-1 0 31,1 0-31,49 0 218,-25 0-186,25 25-32,0-1 0,0-24 31,0 100-31,0-76 15,0 26-15,0-25 0,25 24 32,-1 1-1,-24-50 47,25 0-31,25-25-16,24 0-31,-74 1 0,25 24 0,25 0 78,-26 0-63,26 0 1,-25 24 15,24 76-15,-49-100-16,0 49 0,0-24 31,0 0-31,0 0 31,0-1-31,0-24 31,-49 0-31,24 0 0,-25 0 47,-49 0-47,74 0 0,-24 0 31,-26 0-15,51 0-16</inkml:trace>
  <inkml:trace contextRef="#ctx0" brushRef="#br0" timeOffset="183910.51">25276 14486 0,'0'0'109,"25"0"-77,0 0-32,-1 0 0,-24 0 31,50 0-31,0 0 31,74 25-31,-100-25 31,76 25-31,-100-25 0,24 0 16,-48 0 171,-51 49-171,75-24-16,-49 0 0,49 24 31,-75 1-31,75-25 0,-99 148 15,99-148 1,-25 50-16,0-26 0,25-24 31</inkml:trace>
  <inkml:trace contextRef="#ctx0" brushRef="#br0" timeOffset="184534.55">25375 14833 0,'0'0'32,"0"-25"14,25 25-30,-25 0-16,25 0 0,24 0 16,-49 0 15,50 0 0,49 25-31,-74-25 16,-25 0-16</inkml:trace>
  <inkml:trace contextRef="#ctx0" brushRef="#br0" timeOffset="186286.65">26963 16768 0,'0'0'125,"0"-25"-109,0 0-16,0 1 15,0 24 1,49 0-1,-24 0 1,0 0-16,0 0 0,-25 0 16,25 0-16,-1 0 31,-24 0-31,25 0 15,0 24 17,-25 26-32,0 0 15,0-26-15,0-24 0,0 25 16,0 0-16,0 0 15,0-25 1,0 49 0,0-49-16,-25 50 46,-99 0-14,99-50-17,25 0-15,-25 24 0,1 1 78,-1-25-62,50 0 93,49 0-78,1 0-31,-51 0 0,100 0 16,-99 0-1,0 0-15,0 0 0,0 0 32,-1 0 46,-24 0 0,25 0-47</inkml:trace>
  <inkml:trace contextRef="#ctx0" brushRef="#br0" timeOffset="192915.03">9203 15255 0,'24'-25'15,"-24"25"17,50-25-17,0 25-15,-26 0 16,1 0-1,-25 0-15,50 0 16,-1 0-16,1 0 47,74 0-47,-99 0 0,0 0 0,-25 25 109</inkml:trace>
  <inkml:trace contextRef="#ctx0" brushRef="#br0" timeOffset="193442.06">9351 15503 0,'0'0'31,"0"-25"16,0 25-31,25 0-16,50 0 0,-51 0 15,51 0-15,-1 0 16,-49 0 0,49 0-16,1 0 0,-75 0 31,25 0-31,-25-25 93</inkml:trace>
  <inkml:trace contextRef="#ctx0" brushRef="#br0" timeOffset="203746.65">10492 15131 0,'0'-50'47,"0"50"-16,0-25-15,25-24-16,-25 49 31,25-25-15,0 25-16,0-25 15,-1 25-15,1 0 31,25-25-31,-50 1 0,25 24 32,-25 0-1,74 0 0,-74 24-31,25-24 16,-25 25-16,0 0 31,0 49-31,0-74 0,0 25 31,0 0-31,0 0 0,0 0 16,-25-1-16,25-24 15,-25 25 1,0-25-16,25 25 15,-24 0 1,-51 24-16,75-49 31,-25 0-15,25 25-16,-24 25 31,24-50-15,-25 25 15,25-25 31,49 0-31,26 0-31,-26 0 0,26 0 16,-26 0-16,-24 0 16,0 0-1,-25 0 16,74 0-31,-49 0 16,25 0-16,-50 0 0,25 0 31</inkml:trace>
  <inkml:trace contextRef="#ctx0" brushRef="#br0" timeOffset="204275.68">11336 14932 0,'0'0'15,"0"50"16,0 0-31,0-26 0,0 51 16,0-26 0,0-49-1,0 50-15,25-25 16,-25 0-16,0-1 0,24-24 31,-24 25 0,0 0-15,0-25-1,0 25 1</inkml:trace>
  <inkml:trace contextRef="#ctx0" brushRef="#br0" timeOffset="204854.71">11112 15106 0,'0'0'16,"0"-25"15,25 25 0,25-25-31,-25 25 16,0 0-1,74 0 1,-50 0-1,1 0-15,-50 0 0,25 0 16,0 0-16,-1 0 47</inkml:trace>
  <inkml:trace contextRef="#ctx0" brushRef="#br0" timeOffset="205969.78">12129 14858 0,'0'0'16,"0"0"-1,-99 0 17,50 0-32,24 0 15,-50 0-15,51 0 31,-1 0-31,0 0 125,25 0-78,0 0-16,0 25-31,0 0 0,0-1 31,0 26-31,25-25 16,-25-25 0,0 25-16,0-1 31,25-24-31,-25 25 78,24-25-47,1 0-15,-25-25-16,25 1 31,0 24 16,24 0-32,-24 0 1,0 0 15,-25 0-31,50 74 16,-50-24-1,0-26-15,0-24 0,0 50 31,0-25-31,0-25 16,0 25 0,0-25-16,-50 0 31,50 0-31,-25 0 15,-49 0-15,49 0 0</inkml:trace>
  <inkml:trace contextRef="#ctx0" brushRef="#br0" timeOffset="206629.81">9550 16098 0,'25'-25'62,"49"25"-46,25 0-16,-24 0 0,49 0 31,-25 0-31,-49 0 0,24 0 31</inkml:trace>
  <inkml:trace contextRef="#ctx0" brushRef="#br0" timeOffset="207106.84">9674 16297 0,'0'0'62,"124"0"-62,-25 0 16,50 0 0,-75 0-16,-24 0 31,-25 0-31,0 0 0,-1 0 47,1 0-47,-25 0 31</inkml:trace>
  <inkml:trace contextRef="#ctx0" brushRef="#br0" timeOffset="208061.9">10939 15850 0,'0'0'63,"25"-25"-63,24 25 0,1 0 15,-1 0-15,-24 0 16,25 0-16,-25 0 31,49 0-31,-49 0 16,0 0-16,0 0 0,-1 25 31,-24-25-31,25 0 15,0 0 17,0 0 108,-50 25-124,25 25-16,-74-1 31,-26 75-31,100-99 0,-24 0 15,-1 49-15,-25-24 16,50-1-16,0-24 16,-25 25-16,0-50 15,25 25 32,0 0-31,0-1 93</inkml:trace>
  <inkml:trace contextRef="#ctx0" brushRef="#br0" timeOffset="208973.95">11112 16173 0,'0'-25'125,"0"25"-109,25 0-16,25 25 15,-25-25 17,24 0-32,-49 0 31,25 0 0,0 24-15,-25 1-16,25-25 15,-25 0 1,25 0 15,-25 0-15,49 0-16,-49 0 31,25 0-16,-25 0 17</inkml:trace>
  <inkml:trace contextRef="#ctx0" brushRef="#br0" timeOffset="212371.14">19372 17338 0,'25'-24'47,"0"24"-16,0 0-31,0 0 16,24 0-1,75 0-15,-124 0 32,50 0-32,-25 0 15,-25 0-15,49 0 0,-49 0 31,75 0-31,-50 0 0,-1 0 32,26 24-32</inkml:trace>
  <inkml:trace contextRef="#ctx0" brushRef="#br0" timeOffset="213102.18">19546 17611 0,'0'0'46,"50"0"-14,-25 0-32,74 0 15,0 0 1,0 0-1,-74 0-15,0 0 16,24 0-16,-24 0 16,-25 0-16,25 0 15,0 0 16</inkml:trace>
  <inkml:trace contextRef="#ctx0" brushRef="#br0" timeOffset="-211674.28">20613 17090 0,'0'-24'78,"24"24"-62,26 0-16,25 0 16,49 49-16,-100-49 15,26 0 1,49 25-1,-99 0-15,25-25 172,-25 25-156,0 24-1,0-24-15,0 25 0,0-1 16,0 1-16,0-25 15,0-1 1,0 26-16,0-50 0,0 50 47,0-25 0</inkml:trace>
  <inkml:trace contextRef="#ctx0" brushRef="#br0" timeOffset="-211042.25">20861 17338 0,'0'0'62,"0"0"-62,49 0 16,26 0-1,-50 0 1,24 0-16,-24 0 0,0 0 16,-25 0-16,25 0 15,-1 25 1,1-25-1,0 0 1,0 0-16,0 0 16,-25 0 15,24 0-31,1 25 0,0-25 15,-25 0 17,25 0-32,0 0 31</inkml:trace>
  <inkml:trace contextRef="#ctx0" brushRef="#br0" timeOffset="-210532.22">21729 17140 0,'0'0'31,"0"25"0,0 24-31,0 1 16,50 74-16,-50-74 15,0-26-15,49 51 16,-49-50 0,25 0 15,-25-1 0,0-24 0,-25 0 0</inkml:trace>
  <inkml:trace contextRef="#ctx0" brushRef="#br0" timeOffset="-210009.18">21580 17438 0,'0'-25'46,"0"0"-30,25 25-16,-25 0 16,49 0-16,-24 0 15,0 0-15,0 0 31,25 0-31,-26 0 16,1 0 31,-25 0 46</inkml:trace>
  <inkml:trace contextRef="#ctx0" brushRef="#br0" timeOffset="-208726.11">22448 17165 0,'0'-25'31,"0"25"-15,0-25-1,-25 25-15,1 0 0,-51 0 16,26 0-1,24 0-15,25 0 16,-25 0 0,0 0-1,0 0-15,25 0 125,-24 0-94,24 0-15,0 0 15,0 25 0,0-25-31,0 50 31,0-50-15,0 24 0,0 26-1,0-25-15,0 0 0,0-1 16,24 1-16,-24 0 31,0-25-31,0 25 0,25 0 31,-25-25 141,0-25-157,25 25 17,-25 0-17,25 0-15,0 0 31,-25 25-31,24-25 0,-24 24 16,25 1-16,-25 0 16,0 0 15,0 25-31,0-50 0,0 49 15,0-24 17,0 0-32,0-25 78,-124 25-78,99-25 15,1 0 1,-1 0-16,-25-25 0,25-25 15</inkml:trace>
  <inkml:trace contextRef="#ctx0" brushRef="#br0" timeOffset="-207974.06">22796 17239 0,'-25'0'16,"25"0"31,0 0-16,49 0-31,1 0 0,24 0 16,-49 0 15,124 0-31,-149 0 31,25 0-31,24 0 0,-49 0 16,25 25-16,0-25 15,-25 0 48</inkml:trace>
  <inkml:trace contextRef="#ctx0" brushRef="#br0" timeOffset="-207440.03">23044 17487 0,'0'0'32,"0"0"-17,0 0-15,24 0 0,51 0 31,24 0-31,-49 0 16,-1 0-16,-24 0 31,0 0-31,0 0 141</inkml:trace>
  <inkml:trace contextRef="#ctx0" brushRef="#br0" timeOffset="-206930">23589 17140 0,'0'25'62,"25"0"-62,0 24 16,0-24-16,-25 49 15,24-49 1,26 25-16,-25-25 31,-25-1-31,25 1 16,-25-25 15,0 25 0,0 0 0</inkml:trace>
  <inkml:trace contextRef="#ctx0" brushRef="#br0" timeOffset="-205665.93">23862 17264 0,'0'-25'31,"25"0"-31,0 1 32,-25 24-1,25 0-16,-25 0-15,24 0 32,51 0-32,-26 0 0,-24 0 15,25 0 1,-50 0-1,25 0 1,-25 0 0,49 0-16,-49 0 15,25 0 1,-25 24-16,0 1 15,0 0-15,0 0 32,0 49-32,0-74 15,0 25-15,-25-25 0,0 25 31,1 0-31,24-1 94,0-24-78,0 50 15,0-50 47,0 25-47,24-25 109,1 0-124,50 0-16,-26 0 31,50 0-31,-49 0 0,49 0 16,-74 0-16,74 0 31</inkml:trace>
  <inkml:trace contextRef="#ctx0" brushRef="#br0" timeOffset="-198618.53">29394 13940 0,'0'0'93,"0"0"-77,49 0-16,-24 0 15,49 0 1,-24 0 0,-25 0-16,0 0 0,49 0 31,-49 0-31,24 0 15,-49 0-15,25 0 16,-25 0 0,50 0-1,-50 0-15,25 0 0,-25 0 16</inkml:trace>
  <inkml:trace contextRef="#ctx0" brushRef="#br0" timeOffset="-197770.48">29518 14089 0,'24'0'46,"-24"0"-46,25 0 0,-25 0 16,50 0-16,-25 0 31,24 0-31,1 0 0,-25 0 63,123 0-48,-123 0 1,-25 0-16,25 0 0,0 0 31,0 0-31</inkml:trace>
  <inkml:trace contextRef="#ctx0" brushRef="#br0" timeOffset="-196490.41">30733 13543 0,'-25'0'62,"25"0"-30,50 0-32,-50 0 31,198 25-31,-74-25 0,-49 25 15,-26 25-15,-24-50 32,0 0-32,0 0 156,-25 24-141,0 1-15,0 25 16,-25-1-1,0-24-15,-25 50 0,26-26 32,-1 26-32,-25-26 0,50-49 15,0 25-15,0 0 16,0 0-16,0-25 31</inkml:trace>
  <inkml:trace contextRef="#ctx0" brushRef="#br0" timeOffset="-195986.38">31006 13891 0,'25'0'31,"24"0"16,224 0-47,-248 0 16</inkml:trace>
  <inkml:trace contextRef="#ctx0" brushRef="#br0" timeOffset="-195411.35">31750 13667 0,'25'25'15,"24"198"16,1-123-15,-50-100-16,0 49 0,0 1 31,25-1-31,-25-24 0,0-25 16,0 25 62</inkml:trace>
  <inkml:trace contextRef="#ctx0" brushRef="#br0" timeOffset="-194834.31">31626 14039 0,'0'-24'31,"0"24"-15,0 0 0,50-25-16,-26 25 31,26 0-31,-25 0 15,-25 0 1,25 0-16,-1-25 31,26 25-31,24-25 16,125 0-16,-199 25 47,49 0-47</inkml:trace>
  <inkml:trace contextRef="#ctx0" brushRef="#br0" timeOffset="-193856.26">32420 13568 0,'25'0'31,"-25"0"0,49 0-15,1 0-16,-50 0 15,0 25 16,0-25 1,0 50-32,0-26 15,0-24-15,0 50 16,0-25-16,0 0 31,0-25-31,-25 24 16,0-24-16,25 25 0,-25 0 31,1 0-16,24-25 1,-25 49-16,25-49 31,0 25-15,0 0-1,0-25 17,0 25-1,49-25 0,26 0-31,-26 0 16,1 0-16,-25 0 0,0 0 15,49 0-15,-49 0 31,49 0-31,-49 0 16,0 0 0</inkml:trace>
  <inkml:trace contextRef="#ctx0" brushRef="#br0" timeOffset="-193226.22">30063 15007 0,'0'0'78,"50"-25"-63,198 25-15,-149 0 31,124 0-31,-198 0 16,0 0-16,0 0 0</inkml:trace>
  <inkml:trace contextRef="#ctx0" brushRef="#br0" timeOffset="-192666.19">30237 15156 0,'0'0'31,"50"0"-16,-26 0-15,26 0 0,0 0 16,-1 0-16,-24 0 16,49 0-1,-24 0-15,0 0 0,-50 0 31,24 0-31,1 0 16,0 0-16,25 0 31,-1 0-31,-49 0 31</inkml:trace>
  <inkml:trace contextRef="#ctx0" brushRef="#br0" timeOffset="-191446.12">31527 14833 0,'0'0'32,"-50"0"-32,25 0 15,-24 0-15,24 0 31,-25 0-31,26 0 32,-1 25-32,25 0 31,0-25-31,0 49 15,0-24-15,0 25 16,0-1 15,0-49-31,0 0 16,49 25-16,-24-25 15,0 0 17,-25 0-32,25 0 15,0 0-15,-1 0 0,-24-49 31,0 24-31,0-25 0,0 1 16,0 24-16,0 25 31,0-50-31,0 50 47,0-25-16,0 25 0,0 0 63,0 0-78,0 50-16,0 0 15,0-1 1,0-24-1,0 99-15,0-99 0,0-25 32,0 25-32,0-1 15,0 1-15,0-25 16,0 25-16,0 0 15,0 0 1,25-1-16,-25 1 16,0 0 15,0 0 47,-25-25-63,25 0-15,-24 0 16,-26 0-16,0 0 16,26 0 15,-101-75-31,125 75 15</inkml:trace>
  <inkml:trace contextRef="#ctx0" brushRef="#br0" timeOffset="-186330.83">11733 16669 0,'-25'0'16,"0"0"0,25 0-16,-50 0 31,26 0-16,24 0-15,-50 0 0,25 0 16,25 0 0,-49 0-16,24 0 15,25 0-15,-50 0 16,50 0-1,-25 0 1,-24 0-16,49 0 31,-50 0-31,25 0 16,1 0-1,24 0-15,-25 0 16,0 0 0,25 0-1,-25 0 1,0 0-16,-24-25 15,49 0 1,0 25 0,0-25-1,-25-24-15,0 49 0,-25-50 16,50 25 15,-49-24-31,24 24 16,25 0-16,-50-49 31,50 74-16,-24-50 17,-1 25-32,25 25 31,0-49-16,0 24 17,0 25-17,0-50 1,0 50-16,0-25 31,0-24-15,0 49-16,0-50 15,0 50-15,0-25 31,0 25-31,25-24 0,-1 24 16,-24-25 15,0 0-15,25 0-16,0 0 0,0 25 15,-25-24 17,49-1-32,-49 0 15,50 25-15,-50 0 31,25 0-31,0-25 0,-1 0 16,-24 25-16,25 0 31,25-24-31,-25 24 16,0 0-16,-25 0 15,24 0 17,1 0-32,0-25 15,0 0 1,0 25-1,-1 0 1,26 0-16,-50 0 31,25 0-15,-25 0-1,49 0 1,-49 0 15,25 0-15,50 0-16,-26 50 15,-49-50 1,25 49-16,0-49 0,24 50 31,-49-25-31,25-25 16,0 49-16,-25-24 15,0 25 1,0-50-16,50 49 16,-50-24-16,0 0 0,0-25 15,0 49-15,0-24 16,0 0-1,0 25-15,0-26 16,0 26-16,0-25 0,0 49 16,0 1-1,0-50 1,0-1-16,0 1 15,0-25-15,-25 25 16,25 25-16,-50-26 16,50 1 15</inkml:trace>
  <inkml:trace contextRef="#ctx0" brushRef="#br0" timeOffset="-184382.72">25226 18107 0,'0'0'47,"0"-24"-31,-24-1 15,-1 25-31,0-25 0,25 25 31,-74 0-31,49-25 0,0 25 16,0 0-1,0 0 1,-24 0-16,24 0 16,0 0-16,0 0 0,0 0 31,-24 0-31,49 0 0,-50 0 31,1 0-31,49 0 16,-50 0-1,-24 0-15,-26 0 16,51 0-16,-1 25 0,1-25 15,-26 0-15,26 0 32,-51 0-32,76 0 0,-26 0 31,0 0-31,1 0 0,-1 0 47,-74 0-47,99-25 0,-24 0 31,49 1-31,-25-1 0,0 25 15,-25-25-15,1 0 0,24 0 16,0 25-16,25-24 16,-49 24 30,49 0-46,-25-50 16,25 50-16,0-25 31,-25-24-31,25 49 0,0-50 16,0 0 15,0 1-31,0 24 0,0-50 16,74-24-16,-49 74 31,25 1-31,-25-1 15,-1 0-15,1 0 16,25 0-16,-50 1 31,25 24-31,-1-25 0,51-50 31,-50 51-31,24-26 32,-49 50-32,25-50 0,25 26 15,-1-1 1,1 0 15,-25 25-31,0 0 16,-1 0-1,26 0 1,74 0-16,0 0 15,-50 0 1,1 0-16,-75 0 16,25 0-16,-1 0 0,1 0 15,-25 0 1,50 0-1,-25 0-15,-1 0 16,1 0-16,50 25 0,24 49 31,-25-49-31,-74 25 31,100 49-15,-51 0-16,-24-25 31,-25 1-31,0-26 0,25 1 16,-25-25-16,0 25 0,0-26 15,0 51 1,0-50 0,0-1-16,-50 51 15,25-75 1,-49 49-16,74-49 0,-199 50 15,75 0 1,25-26-16,25-24 16,49 0-1,0 0-15</inkml:trace>
  <inkml:trace contextRef="#ctx0" brushRef="#br0" timeOffset="-182349.6">31973 15577 0,'-25'0'78,"25"0"-47,-99 0-31,50 0 0,-1 0 32,-24 25-32,-1-25 0,75 0 15,-25 0-15,-74 0 16,99 0-1,-25 0 17,1 0-1,-1 0-31,25 0 15,-25 0-15,-25 0 16,50 0-16,-24 0 16,-1 0-16,0-25 31,0 25-31,25-24 15,0-1-15,0 0 0,-25 0 32,0 0-32,25 1 0,0 24 15,-24-50-15,-26 0 16,50 25-1,0 1-15,0-51 32,-50 26-17,50 49-15,0-50 0,0 50 16,0-25-16,0 0 15,0 1-15,0-1 16,0 25 0,0-50-16,0 50 15,0-25-15,0 25 0,0-49 31,0 49-31,0-25 16,25 0 0,0 0-16,-25 25 15,25-24 32,74-76-47,-99 100 31,75 0-31,-26-49 0,-24 49 16,25 0-1,-26-25-15,26 0 16,-50 25 15,74 0-31,-74 0 16,50 0-16,-25 0 0,0 0 15,-1 0 1,1 0-16,0 0 31,-25 0-31,50 0 16,-1 0-1,-24 25-15,0 0 16,24 0 0,-24-25-16,0 49 31,0-24-16,0 0-15,-1 24 0,-24-49 16,25 50-16,50 74 16,-75-124 15,0 50-31,0-26 0,0 1 15,0 0-15,0 0 16,0 0-16,0 24 16,0-24-1,0 25-15,0-26 0,0 1 16,0 0-16,0 0 31,0 25-31,-25-26 16,25-24-16,-25 25 0,25-25 31,-50 0-31,26 25 15,-1-25 95,25 0-95</inkml:trace>
  <inkml:trace contextRef="#ctx0" brushRef="#br0" timeOffset="-180883.52">14684 15230 0,'0'-25'31,"25"0"1,25 25-1,-25 0-31,-1 0 0,-24 50 15,75 0-15,-50-26 0,24 26 32,-49-25-32,0-25 31,25 25-16,25-25 48,-26 0-48,51 0-15,-75 0 0,124-50 16,-99 0 15,124-123-31,-100 148 31,224-248-31,-248 224 16,24 24-16,-24 0 0,0 0 31,-25 0-31,25 25 16,-25-24 15,25 24-31,-1 0 47</inkml:trace>
  <inkml:trace contextRef="#ctx0" brushRef="#br0" timeOffset="-177432.32">18083 17140 0,'0'-50'31,"0"26"-31,-25 24 31,-74 0-31,-1 0 16,76 0-16,-51 0 0,50 0 31,1 0-31,-100 0 0,49 0 16,1 24-16,24-24 0,-24 0 31,-50 0-31,49 0 47,-619 0-32,644 0 1,-49 0-1,49 0-15,-49 0 0,-199-74 16,174 49 0,50-49-1,-149 49-15,99-25 31,-100-74-31,150 100 16,0-1-16,-26-25 0,51 25 31,-1 1-31,1 24 0,-1-50 16,25 50-16,-24-50 0,-1 26 31,-74-76-31,49 51 0,-24-1 31,-25-24-31,25-1 16,74 75-16,0-25 0,1 1 31,-1-26-31,0 0 16,0-24-16,-24 0 0,49 24 15,-25-24-15,0-1 16,0 1-1,25 49-15,0-25 0,0-24 16,0 24-16,0 1 16,0 24-16,0-25 15,0 1 1,0-26-16,0-24 15,0 25-15,25-75 16,0 0-16,24 75 47,1-50-47,-25 99 0,24-50 15,-24 50-15,25-49 0,-25 49 16,49 0-16,-24 1 16,-1-1-1,75-25 1,-24 1-16,24 24 0,24 0 15,-73 25-15,24-74 0,-25 49 32,1 25-32,24-25 0,0 25 15,-49-25-15,-25 25 16,24 0-16,1 0 15,0-25 1,-1 25-16,-24 0 16,99-24-16,-50 24 0,1 0 15,-1 0-15,-24 0 16,223 0-1,-199 0 17,50 0-32,-25 0 0,1 0 15,-76 0-15,26 0 16,0 0-16,-26 0 0,1 0 15,0 0-15,0 0 32,0 0-32,-1 0 0,26 0 15,49 0-15,-24 0 31,-26 0-31,1 0 0,-25 0 16,24 0-16,-24 0 16,25 0-1,-50 0-15,24 0 16,1 0-1,0 0-15,0 24 16,49 1 0,-49-25-16,25 50 31,-50-50-31,25 25 0,24-1 15,-24-24-15,0 25 0,24 0 16,26 0 15,-50 0-31,24-1 16,1 26-16,24-25 31,-24 0-31,-25-1 0,24 1 31,-24 25-31,0-50 0,49 74 16,1-24-1,-75-25-15,24 0 32,76 24-32,-51-24 31,51 74-31,-76-74 15,1 0-15,0 49 0,0-74 16,-25 25-16,25 0 16,-25 0-16,24 24 15,-24-49 1,25 50-16,0-25 31,0 49-31,-25 0 16,25-49-1,-1 50 1,-24-51-16,0 26 15,0-25-15,0 24 16,0 1-16,0-25 31,25-25-31,-25 25 0,25 0 16,-25 24-16,0 26 31,0-1-15,0-49-16,0 24 15,0-24 1,0 50-16,0-51 0,0 26 15,0-25-15,0-25 16,0 25 0,0 24-16,0-49 15,0 25-15,0 0 16,0 24-16,0 1 15,0-25-15,0 49 16,0-49 0,0 25-1,0-26-15,0 1 16,0 0-16,-25 0 15,0 25 1,1-26-16,-1 51 16,25-50-1,-25 49 1,0-49-16,25 0 15,-25-1-15,1 1 16,-1 0-16,0 25 16,25-50-1,-25 24-15,0 26 0,25-50 16,-24 25-16,-1 0 31,0-1-31,25-24 16,-25 25-16,25-25 15,-74 50-15,49-50 16,-25 25-16,25-1 15,-49 26 1,74-25-16,-25-25 16,-24 0-1,49 0 32,-25 0-16,0 0-31,0 0 16,0 0-1,1 0-15,-1 0 32,0 0-32,25 0 15,-25 25 1,25-25 77,-25 0-77,25 0 0,-24 0-1</inkml:trace>
  <inkml:trace contextRef="#ctx0" brushRef="#br0" timeOffset="-176562.27">12229 12526 0,'0'0'62,"0"75"-46,0-1-16,0 1 0,0-26 15,0 26-15,0-26 31,0 1-31,0 24 0,0-49 16,0 49-16,0-49 16,49 0-1,-49-25 48,0 25-48,-24-50 1</inkml:trace>
  <inkml:trace contextRef="#ctx0" brushRef="#br0" timeOffset="-175404.2">12179 12576 0,'0'-25'16,"0"0"15,0 25 0,0-24 1,0 24-17,25 0-15,0 0 0,24 0 31,-49 0-31,25 0 0,25 0 16,-50 0-16,25 0 31,49 24-31,-49 26 16,24 24-16,-49-24 31,0 24-31,0-49 0,0-25 16,0 50 15,0-25-16,-24-25 48,24-25-32,0-25-31,0 1 16,0-26-16,24 1 15,-24 49-15,75 0 0,-50 0 31,-25 25-31,49-24 0,-49 24 16,25-25 15,25 25 32,-50 0-48,49 25-15,-49-1 16,0 26-1,0 0-15,0-1 47,0 75-47,0-49 0,0-26 16,0 1-16,0 24 31,0-24-31,0-25 16,0-25-16,0 24 31</inkml:trace>
  <inkml:trace contextRef="#ctx0" brushRef="#br0" timeOffset="-174244.14">13519 12502 0,'0'-25'16,"-50"25"-16,25 0 31,0-25-31,25 25 16,-49 0-16,24 0 15,25 0-15,-25 0 16,0 0-1,1 0-15,24 0 16,-50 0-16,0 0 31,50 0 0,-49 0-31,49 0 32,-25 50-32,0-26 15,25 1 1,-25 25-16,25-25 31,0-1-31,0 26 16,0-25 15,25 0-31,0-1 15,0 26-15,-1-50 16,-24 25 15,25-25 0,0 0-15,25 0-16,-25 0 0,-25 0 16,24 0-1,1 0 1,0 0-16,0 0 15,0 0 17,-1 0-32,-24 25 15,25-1 16,-25 1-31,25-25 0,-25 50 16,25-1 0,-25-24-16,0 0 31,0 25-31,0-26 0,0 51 15,-25-50-15,0 0 0,0-1 32,1 1-32,-1-25 31,0 0-31,0 0 15,25 0-15,-74 0 16,24 0 0,25 0-16,-49 0 15,49 0-15,0 0 31,0 0-31,1 0 0,-51-49 16,50 24 15,25 0-31</inkml:trace>
  <inkml:trace contextRef="#ctx0" brushRef="#br0" timeOffset="-173245.08">14139 12402 0,'0'0'31,"0"0"-15,-25 0-16,0 0 16,-25 25-16,50 25 31,0-1-31,0 26 15,-24 24-15,24-74 16,0 24-16,0 1 16,0 0-16,0-26 0,0 26 31,0 49-16,0-99 1,0 25 15,0 0 63</inkml:trace>
  <inkml:trace contextRef="#ctx0" brushRef="#br0" timeOffset="-172350.03">13940 12477 0,'0'0'156,"0"-25"-125,99 25-31,25 0 0,0 0 31,125 0-31,-150 0 0,-25 0 32,1 0-32,-75 0 0,24 0 15,-24 0 16,50 0-15,-50 0-16,25 0 0,24 0 31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16:19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11782 6226 0,'50'0'0,"-25"0"15,49-50-15,-24 50 16,-26 0-16,200-24 47,-199 24-47,-1 0 0,1 0 16,0 0-1,0 0-15,0 0 16,-1 0-16,1 0 15,0 0 1,0 0-16,0 0 16,-1 0-16,1 0 15,25 0 1,-25 0-16,24 0 16,-24 0-16,25 0 15,-26 0-15,1 0 16,0 0-16,0 0 15,0 0-15,24 0 16,1 0 0,-25 0-16,-1 0 15,26 0-15,-25 0 16,0 0 0,24 0-16,1 0 15,-25 0 1,49 0-16,1 0 15,-26 0-15,26 0 16,-1 0-16,0 0 16,-49 0-16,25 0 15,-1 0 1,-24 0 0,0 0-16,49 0 15,-49 0-15,99 24 16,-49-24-16,24 25 15,-25-25-15,1 0 16,-26 0-16,26 0 16,-26 0-16,1 0 15,24 0-15,26 0 16,-51 0-16,1 0 16,-1 0-16,26 0 15,-1 0-15,-24 0 16,24 0-16,-24 0 15,-1 0-15,26 0 16,-50 0-16,24 0 16,26 0-16,-50 0 15,-1 0-15,1 0 16,0 0 0</inkml:trace>
  <inkml:trace contextRef="#ctx0" brushRef="#br0" timeOffset="2784.37">17959 6152 0,'0'-25'16,"24"25"-1,26-25 1,0 25-1,24 0-15,-24 0 0,24 0 16,25 0-16,0 0 16,1 0-1,-26 0-15,25 0 0,-24 0 16,-26 0 0,26 0-16,-1 0 15,-24 0-15,-1 0 16,-24 0-16,0 0 15,0 0-15,0 0 16,24 0-16,1 0 16,24 0-16,1 0 15,-51 0-15,51 0 16,-25 0-16,-26 0 16,26 0-16,-25 0 15,0 0-15,-1 0 16,26 0-16,0 0 15,-26 0-15,26 0 16,0 0-16,24 25 16,-24-25-16,-1 0 15,1 0-15,-1 25 16,51 24-16,-26-49 16,0 0-1,50 0-15,-49 0 0,-25 25 16,24-25-16,-24 0 15,-26 0-15,26 0 16,0 0 0,-1 0-16,-24 0 15,25 0-15,-26 0 16,51 0-16,-26 0 16,1 0-16,24 0 15,-24 0-15,0 0 16,24 0-16,-24 0 15,24 0-15,-24 0 16,24 0-16,-24 0 16,24 0-16,-24 0 15,24 0-15,-24 0 16,49 0-16,-74 0 16,24 0-16,-24 0 15,0 0 1,0 0-16,0 0 15,-1 0 1,26 0-16,-25 0 16,24 0-16,26 0 15,-26 0-15,-24 0 16,0 0-16,50 0 16,-51 0-16,26 0 15,-25 0 1,49 0-1,-49 0-15,25 0 16,-26 0-16,26 0 16,0 0-16,-1 0 15,-24 0-15,25 0 16,-26 0-16,51 0 16,-50 0-16,24 0 15,-24 0 1,0 0-16,0 0 15,-1 0 1,51 0 0,-1 0-1,-49 0-15,25 0 16,-26 0-16,51 0 16,-50 0-16,24 0 15,-24 0-15,25 0 16,-25 0-16,-1 0 15,26 0-15,-25 0 16,0 0 0,-1 0-1,26 0-15,-25 0 16,24 0 0,-24 0-16,0-25 15,0 25-15,24 0 16,1 0-16,-25 0 15,24 0 1,-24 0-16,25 0 16,-25 0-16,49 0 15,-49-25-15,24 25 16,-24 0-16,25 0 16,-25 0-1,0 0-15,-1 0 16,1 0-1,0 0-15,0 0 16,0 0 0,-1 0-1,1 0-15,0 0 16,0 0 0,0 0-16,24 0 0,26 0 15,-26 0 16,-24 0-31,25 0 0,-1-49 16,-24 49 0,0 0-1,0 0 1,24 0-16,-24 0 16,0 0-16,0 0 15,49-25-15,-24 25 16,-1 0-16,-24 0 15,0 0-15,0 0 16,0 0-16,24 0 16,-24 0-1,25 0-15,-1 0 16,-24 0-16,0 0 16,0 0-1,-1 0-15,26 0 16,0 0-1,24 0-15,-24 0 16,-1 0-16,26 0 16,-51 0-16,1 0 15,25 0-15,-25 0 16,-1 0-16,1 0 16,0 0-16,25 0 15,-1 0-15,1 0 16,-25 0-1,24 0-15,-24 0 16,25 0-16,-50-25 16,25 25-16,24 0 15,-24 0-15,25 0 16,-26 0-16,51 0 16,-50 0-16,24 0 15,-24 0-15,49 0 16,1 0-16,-26 0 15,26 0-15,-1 0 16,-24 0-16,-1 0 16,-24 0-16,0 0 15,25 0-15,24 0 16,-49 0-16,49 0 16,1 0-16,-50 0 15,24 0-15,26 0 16,-26 0-16,1 0 15,-25 0-15,-1 0 16,1 0-16,0 0 16,25 0-16,-26 0 15,1 0 1,50-25-16,-26 25 141</inkml:trace>
  <inkml:trace contextRef="#ctx0" brushRef="#br0" timeOffset="5487.82">4564 7094 0,'50'0'78,"24"0"-78,-24 0 16,49 0-16,0 0 16,25 0-16,-25 0 15,1 0-15,-26 0 16,25 0-1,-49 0-15,-25 0 0,49 0 16,-49 0 0,24 0-16,1 0 15,49 0-15,1 0 16,-1 0-16,50 0 16,-75 0-16,25 0 15,-49 0-15,24 0 16,-49 0-16,49 0 15,-24 0-15,0 0 16,24 0-16,0 0 16,1 0-16,24 0 15,-24 0-15,-1 0 16,-49 0-16,49 0 16,-49 0-16,25 0 15,-1 0-15,26 0 16,-1 0-16,-24 0 15,-26 0-15,1 0 16,25 0-16,-1 0 16,-24 0-1,0 0-15,25 0 16,-1 0-16,26 0 16,-1 0-16,1 0 15,-1 0-15,-49 0 16,49 0-1,-49 0-15,25 0 16,-1 0 0,1 0-16,-25 0 15,49 0-15,-24 0 16,-1 0-16,26 0 16,-1 0-16,0-25 15,-24 25-15,24 0 16,1 0-16,-50 0 15,24 0-15,26-49 16,-26 49-16,26 0 16,-1 0-16,1 0 15,-1 0-15,-24 0 16,-1 0-16,1 0 16,-1-25-16,-24 25 15,25 0-15,-1 0 16,-24 0-16,25 0 15,-1 0-15,-24 0 16,0 0-16,50 0 16,-51 0-16,26 0 15,0 0 1,24 0-16,-24 0 16,-26 0-1,26 0 1,-25 0-16,49 0 15,-24 0-15,-1 0 16,26 0-16,-26 0 16,26 0-16,-1 0 15,25 0-15,-24 25 16,49-25-16,-25 0 16,-24 0-16,-26 0 15,26 0-15,-26 0 16,-24 0-16,0 0 15,24 0-15,26 0 16,24 0 0,0 0-16,50 0 15,-25 0-15,-25 0 16,75 0-16,-75 0 16,-49 0-16,24 0 15,-49 0-15,25 0 16,-26 0-16,26 0 15,-25 0-15,49 0 16,-24 0 0,24 0-16,-24 0 15,24 0-15,-49 0 16,0 0-16,25 0 16,-26 0-16,26 0 15,-25 0-15,74 0 16,-49 0-16,49 0 15,-25 0-15,-24 0 16,24 0-16,-49 0 16,25 0-1,-26 0 1,26 0 0,24 0-1,-49 0 1,25 0-16,49 0 15,-74 0-15,24 0 16,1 0 0,-25-25-16,0 25 15,0 0 1,-1 0 15,1 0 0,0 0-15,0 0-16,24 0 16,-24 0-1,-25-25 95</inkml:trace>
  <inkml:trace contextRef="#ctx0" brushRef="#br0" timeOffset="39016.83">21704 7069 0,'50'0'15,"-25"0"1,24-24 0,1 24-16,-1 0 0,26 0 15,-50-25 1,24 25-16,26 0 16,-26 0-16,26 0 15,-26 0-15,1 0 16,-1 0-1,-24 0-15,0 0 32,0 0-32,0 0 15,24 0-15,-24 0 16,25 0-16,-26 0 16,26 0-16,0 0 15,24 0-15,-49 0 16,0 0-16,0 0 15,99 0-15,-100 0 16,26 25 0,0-25-1,-50 24-15,24-24 16,26 0 0,24 0-16,-24 25 15,49-25-15,25 25 16,-49-25-1,24 0-15,-50 0 0,-24 0 16,0 0-16,0 0 16,0 25-1,49-25 1,-49 0-16,25 0 16,-26 0-1,26 0-15,-25 0 16,49 0-1,-49 0-15,49 25 16,-24-25-16,-25 0 16,24 0-16,26 0 15,-50 0-15,-1 0 16,1 0 0,0 0-16,0 0 15,0 0-15,-1 0 16,1 0 31,0 0-32,0 0-15,24 0 16,1 0-16,-25 0 16,25 0-16,-1 0 15,1 0 1,24 0-1,-49 0 1,25 0 0,-26 0-16,26 0 15,0 0-15,-26 0 16,1 0-16,25-25 16,-25 25-1,-1 0-15,26 0 16,0 0-1,-1 0-15,1 0 16,-25 0 0,49 0-16,-49 0 15,24 0-15,1 0 16,0 0-16,-25 0 16,49 0-16,-49 0 15,24 0-15,-24 0 16,25 0-1,-25 0-15,-1 0 0,26-25 16,-25 25-16,24 0 16,-24 0-16,25 0 15,-25 0-15,24 0 32,-24 0-32,0 0 15,24 0-15,1 0 16,24 0-16,1 0 15,-50 0-15,24 0 16,1 0-16,-25 0 16,-1 0-16,26 0 15,-25 0-15,25 0 16,-26 0-16,51 0 16,-50 0-16,24 0 15,1 0-15,-1 0 16,1 0-16,0 0 15,-1 0-15,-24 0 16,25 0 0,-26 0-16,1 0 15,0 0-15,0 0 16,0 0-16,-1 0 16,1 0-16,0-25 15</inkml:trace>
  <inkml:trace contextRef="#ctx0" brushRef="#br0" timeOffset="40831.98">7392 8161 0,'25'0'31,"24"0"-16,-24 0-15,25 0 16,24 0-16,-24 0 16,24 0-1,25 0-15,-24 0 0,24-50 16,25 25-16,-25 25 16,-24-24-1,24 24-15,-50 0 16,26 0-16,-1 0 15,-24 0-15,-25 0 16,24 24-16,-24-24 16,25 0-16,-50 25 15,99-25-15,-25 0 16,26 0-16,-1 0 16,-25 0-16,25 0 15,-24 0-15,-26 0 16,1 0-16,-25 0 15,24 0-15,1 0 16,0 0-16,49 0 16,0 0-16,0 0 15,1 0-15,-1 0 16,-25 0-16,25 0 16,-49 0-16,24 0 15,1 0-15,-1 0 16,1 0-16,24 0 15,25 0-15,-50 0 16,25 0-16,-24 0 16,-25 0-16,-26 0 15,1 0-15,0 0 47,0 0-31,24 0-1,-24 0 1,25 0-16,-25 0 16</inkml:trace>
  <inkml:trace contextRef="#ctx0" brushRef="#br0" timeOffset="130576.79">7764 8632 0,'-25'0'78,"0"0"-31,0 0-31,1 0-16,-1 0 31,0 0-15,0 0-16,0 0 15,1 0 1,-1 0 15,0 0 63,0 0-78,0 0-1,1 0 1,-1 0-16,0 0 31,-25 0-15,26 0 15,-1 0-31,0 0 16,0 0-1,0 25-15,1-25 16,-1 0 15,0 0-31,0 0 16,0 25-1,1-25 1,-26 49-16,0-49 16,26 25-1,-1 0 1,-25-25-16,50 25 16,-25-25-1,25 24-15,0 1 31,-25 0-15,1 0 15,-1 0-31,25 24 16,-50-24-16,25 25 16,25-25-1,0 24-15,0-24 31,0 0 1,0 0-32,0-1 15,0 1-15,0 0 16,0 0-16,0 0 16,0-1-1,0 1 1,0 0-16,0 0 15,0 0 1,0-1-16,0 1 16,0 0-1,0 0 1,0 0 0,25-1-16,-25 1 15,25 25 16,-25-25-15,25-1-16,0 1 16,-25 0-1,0 0 1,24-25 0,-24 49-16,25-24 15,0 0 1,25 0-1,-25-25 17,-25 25-17,24-25-15,1 0 16,25 24 15,-25-24-31,-1 0 16,1 0-1,0 0 1,0 0 0,0 0-1,-1 0-15,51 0 16,-50 0 0,24 0-16,1 0 15,24 0-15,-24 0 16,-1 0-1,-24 0-15,0 0 16,0 0 15,24 0-31,1-24 16,-25 24 0,24 0-16,-24 0 15,0-25-15,25 25 31,-26 0 1,26 0-17,-25-25 1,25 25 0,-26 0-1,26 0-15,0-25 16,-26 25-1,1 0-15,0 0 16,25-25-16,-26 25 16,26 0-1,0-24-15,-26 24 16,26 0-16,0 0 16,-1-50-16,1 50 15,-1 0-15,26-25 16,-50 25-16,-1 0 15,1-25-15,25 25 16,-50-24 0,25-1-16,24 0 47,-24 0-32,0 0 16,-25 1 1,0-1-32,25 0 15,0-25 1,-25 26 0,0-26-1,0 25-15,0-24 16,0-1-1,0 25-15,0 0 16,0 1-16,0-1 16,0 0-1,0 0 1,0 0 0,0 1-16,-25-26 15,25 25 1,-25 0-1,25 0-15,-50-24 16,50 24 0,-25-25-1,1 50 1,-1-24-16,25-1 16,-50-25-1,50 25 16,-25 1-31,-24-26 16,24 25 0,0-24 15,25 24-15,-49 0-16,24 0 15,-25 0 1,25 1-16,1-1 15,-26 25-15,50-25 16,-25 25 31,0 0-47,1 0 16,-1 0-1,0 0-15,0 0 16,0 0-1,1 0 1,-1 0-16,0 0 31,0 0-15,-24 0 0,49 25-16,-25-25 15,0 0 1,0 0-16,25 25 15,-25-25 1,25 24 0,-24-24 62,-26 0 16,50 25-63,-25-25-16,-25 0 32,26 0-15,-1 25-17,-25 0-15,1-25 16,24 0-1</inkml:trace>
  <inkml:trace contextRef="#ctx0" brushRef="#br0" timeOffset="-177536.36">12154 16123 0,'25'0'31,"0"25"-15,0 0-1,0 24 1,-1-24 93,1-25-93,25 0-16,-1-25 16,-24-24-16,50-1 15,-51-24-15,26 24 16,0 0-16,-26 1 16,26 24-16,-25 0 15,-25-24-15,49-1 16,-49 25-16,25 25 15,-25-25-15,25 25 16,-25-24 0,25 24-1,-25-25-15,25 0 16</inkml:trace>
  <inkml:trace contextRef="#ctx0" brushRef="#br0" timeOffset="-173232.31">14585 11807 0,'-25'-50'0,"-74"-49"32,50 74-32,-1 1 15,0-1-15,1 0 16,-26 25-16,50-25 16,1 25-16,-26 0 15,0-25-15,26 25 16,-76 0-16,51-24 15,-1 24-15,-24 0 16,-1-25-16,26 25 16,-50-25-16,24 25 15,1 0-15,-25 0 16,24-25-16,25 25 16,-24 0-16,24 0 15,26 0-15,-1 0 16,-25 0-16,25 0 15,-24 0-15,-1 0 16,25 0-16,1 0 16,-26 0-16,-24 0 15,24 0-15,-24 25 16,24 0 0,-24 0-16,-50 24 0,74 1 15,0-50 1,1 25-16,-1-1 15,25 1 1,0-25-16,1 50 16,-51-1-16,75-24 15,-49 0-15,-1 25 16,0-1 0,26-24-16,-1 49 15,-25-49-15,50 0 16,-25 25-16,-24-26 15,49 26-15,-25 0 16,0-1-16,-24 26 16,49-26-16,0-24 15,-25 0-15,0 25 16,25-26-16,0 1 16,0 25-16,0-25 15,0 24 1,0-24-16,0 25 15,0-1-15,0 26 16,0-1 0,25 0-1,0-24-15,-1 0 16,1-1 0,25 1-16,-25 0 15,24-1-15,-24-49 16,25 25-16,-50 0 15,24 0-15,26 24 16,0-24-16,-26 0 16,1 0-16,25 24 15,-1-49-15,-49 25 16,50 0-16,24-25 16,-49 25-16,0-25 15,0 0-15,25 0 16,-1 0-16,-24 24 15,25-24-15,24 0 16,25 50-16,-49-50 16,49 0-16,0 0 15,-49 0-15,-1 0 16,51 0-16,-76 0 16,26 0-16,0 0 15,-26 0 1,1 0-1,25 0 1,-25 0-16,49-25 16,-49 25-16,25-49 15,-26 49-15,76-50 16,-26 25-16,-49 25 16,24-25-16,-24 1 15,74-1-15,-24 25 16,-75-25-16,25 25 15,24 0-15,-24-50 16,0 50-16,24-24 16,-24-1-16,25 0 15,-25 25-15,-1-50 16,1 50 0,0 0-16,49-24 15,1-1-15,-50 25 16,49-50-16,-24 25 15,-25 25 1,-1 0-16,1-49 16,0 49-16,0-25 15,-25 0 1,25 0-16,-1-24 31,-24 24-15,25-25-16,-25 25 15,0 1-15,25-1 16,-25 0-16,0 0 16,0-24-16,0 24 15,0-25 1,0 25-16,0-24 16,0 24-16,0 0 15,0 0 1,0 1-16,0-1 15,0 0-15,0 0 16,0 0 0,0-24-1,0 24 17,-25 0-17,25 0-15,-25 1 16,25-1-1,0 0-15,-49 0 16,24 0 0,0 0-1,0-24-15,25 24 32,-24 25-17,-1-25-15,0 0 16,0 1 15,-24-1-15,24 0-1,-25 25-15,0-50 16,1 50 0,49-24-1,-25 24 1,0-25-16,-24 0 15</inkml:trace>
  <inkml:trace contextRef="#ctx0" brushRef="#br0" timeOffset="-172145.87">14833 13097 0,'25'25'94,"0"24"-94,0-49 15,-1 25-15,26 25 16,0-25-16,-50-1 16,24 1-16,1 25 15,0-25 1,0-1-16,-25 1 15,49-25-15,-49 50 16,50-50 0,-25 25-16,24-1 15,-24 1 1,0-25 15,-25 25-15,50-25 31</inkml:trace>
  <inkml:trace contextRef="#ctx0" brushRef="#br0" timeOffset="-171280.95">15379 13295 0,'0'50'62,"0"-25"-46,0 49-16,0-24 15,25-1 1,-25-24-16,0 0 16,0 0-1,0 0 79,0-1-16,-25-24-47,-25 0-31,-24 0 16,-1 0-16,51 0 16,-51 0-1,-24 0-15,49-24 16,26 24 0,-1 0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22:30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7243 6474 0,'25'0'78,"49"0"-62,1 0-1,24 0-15,0 0 16,0 0-16,75 0 15,0 0-15,-75 0 0,25 0 16,0 0 0,-25 0-16,0 0 15,25 0-15,25 0 16,25 0-16,-50-25 16,49 0-16,1 25 15,0 0-15,49 0 16,-49 0-16,24 0 15,-49 0-15,-50 0 16,25 0-16,-50 0 16,-24 0-16,0 0 15,-1-24-15,-24 24 16,49-25-16,-24 25 16,24 0-16,26 0 15,-26 0-15,1 0 16,-1 0-16,25 0 15,-74 0-15,25 0 16,-1 0 0,1 0-16,24 0 0,-24 0 15,24 0 1,1 0-16,-51 0 16,26 0-16,-25 0 15,24 0-15,-24 0 16,0 0-16,0 0 15,25 0 1,24 0-16,-49 0 16,49 0-16,1 0 15,24 0-15,-25 0 16,-24 0-16,24 0 16,1 0-16,-1 0 15,-49 0-15,49 0 16,-24 0-16,24 0 15,1 0-15,-1 0 16,1 0-16,-1 0 16,0 0-16,1 0 15,-1 0-15,-24 0 16,49 0-16,-25 0 16,1 0-16,24 0 15,0 0-15,0 0 16,1 0-16,24 0 15,-50 0-15,25-25 16,-49 25 0,24 0-16,-24-25 0,0 25 15,24 0 1,0 0-16,1 0 16,-50 0-16,49 0 15,-24 0-15,-1-25 16,-24 25-16,0 0 15,25-24-15,-1 24 16,-24 0 0,49 0-16,26 0 15,24 0-15,-25 0 16,25 0-16,-50 0 16,25 0-16,-24 0 15,24 0-15,-74 0 16,25 0-16,-1-25 15,-24 25-15,0 0 16,0 0 31,-1 0-16,1 0 94</inkml:trace>
  <inkml:trace contextRef="#ctx0" brushRef="#br0" timeOffset="42335.88">5879 7987 0,'25'0'109,"-1"0"-109,1 0 16,25 0-16,-25 0 15,24 0 1,1 0-16,24 0 16,-24 0-16,-1 0 15,26 25-15,-1-25 16,1 25-16,24-25 15,-25 0-15,25 25 16,-24-25-16,24 0 16,0 24-16,1-24 15,-1 0-15,50 0 16,-50 0-16,-25 0 16,1 25-1,-51-25-15,26 0 16,0 0-16,24 0 15,-24 25-15,-1-25 16,1 0-16,24 25 16,-24-25-16,49 0 15,-24 0-15,-1 25 16,25-25-16,-24 0 16,-1 0-16,75 0 15,-50 0-15,0 0 16,1 0-16,48 0 15,-48 0-15,-26 0 16,-24 0-16,49 0 16,-25 0-16,-24 0 15,-1 0-15,1 0 16,24 0-16,-49 0 16,50 0-16,-1 0 15,1 0-15,24 0 16,-25 0-16,1 0 15,24 0 1,0 0-16,0 0 16,0 0-16,1 0 15,-26 0-15,-24 0 16,49 0-16,-25 0 16,1 0-16,-1 0 15,-24 0-15,24 0 16,-24 0-16,-1 0 15,26 0-15,-1 0 16,25 0-16,1 0 16,-51 0-16,50 0 15,-24 0-15,-1 0 16,1 0-16,-50 0 16,49 0-16,-49 0 15,24 0 1,-24 0-16,25 0 15,-25 0 1,-1 0 0,1 0-1,0 0 17,25 0 46,-26 0-47,26 0-15,-25 0-1,24 0 1,1 0-1,-25 0-15,24 0 16,1 0-16,0 0 16,-26 24-16,1-24 15,0 0 32,0 0-47,0 0 16,24 0-1,-24 0-15,25 0 16,-25 0 140</inkml:trace>
  <inkml:trace contextRef="#ctx0" brushRef="#br0" timeOffset="48505.44">7789 9847 0,'49'0'219,"-24"0"-219,0 0 15,0 0 1,-1 25-16,1-25 15,50 0-15,-26 0 16,26 0-16,24 0 16,-49 0-16,24 0 15,0 25-15,26-25 16,-26 0-16,25 0 16,-24 0-16,49 0 15,0 0 1,25 0-16,-50 0 15,-25 0-15,25 0 16,-24 25-16,-1-25 16,-24 0-16,49 0 15,-49 0-15,-1 0 16,1 0-16,-25 0 16,24 0-16,-24 0 15,50 0-15,-51 0 16,26 0-16,0 0 15,24 0-15,0 0 16,26 0-16,-1 0 16,0 0-16,-25 0 15,1 0-15,-26 0 16,1 0-16,0 0 16,-1 0-16,1 0 15,-1 0-15,1-25 16,-25 25-1,0-25 1,49 25-16,-49 0 16,0-25-16,49 25 15,1 0-15,-1 0 16,0 0-16,26 0 16,-1 0-16,-50 0 15,26 0-15,49-49 16,-50 49-1,-24-25-15,0 25 16,-1 0-16,-24 0 16,25 0-1,-1 0-15,-24 0 16,0 0-16,49 0 16,-49 0-16,49 0 15,1 0-15,-1 0 16,25 0-16,-24 0 15,-1 0-15,-24 0 16,-1 0-16,26 0 16,-25 0-16,-26 0 15,51 0-15,-50 0 16,24 0-16,-24 0 16,25 0-16,-26 0 15,26 0-15,0 0 16,24 0-16,-49 0 15,24 0 1,-24 0-16,25 0 16,24 0-16,1 0 15,-1 0-15,0 0 16,1 0-16,-1 0 16,-24 0-16,24 0 15,-49 0-15,50 0 16,-1 0-16,-49 0 15,74 0-15,-25 0 16,1 0-16,-26 0 16,26 0-16,-1 0 15,-49 0-15,25 25 16,-1 0-16,26-25 16,24 0-16,-25 0 15,1 0-15,49 0 16,-50 0-16,1 0 15,-1 0-15,0 0 16,26 0-16,-26 0 16,25 0-16,25 0 15,-24 0-15,48 0 16,-73 0-16,-1 0 16,1 0-16,-1 0 15,-49 0 1,0 0-16,24 0 15,-24 0 1,25 0 0,-26 0-16,51 0 15,-1 0-15,25 0 16,-24 0-16,24 0 16,25 0-16,0 0 15,0 0-15,-49 0 16,49 0-16,0 0 15,-25 0-15,50 0 16,0 0-16,-50 0 16,-25 0-16,1 0 15,-26 0-15,1 0 16,-25 0-16,49 0 16,-24 0-16,24 0 15,-24 0 1,-1 0-16,1 0 15,24 0-15,-24 0 16,-25 0 0,-1 0-16,51 0 15,-50 0-15,0 0 16,-1 0-16,26 0 16,-25 0-1,0 0-15,-1 0 16,26 0-1,0 0 1,-26 0 0,26 0-16,-25 0 15,0 0-15,49 0 16,0 0-16,-49 0 16,50 0-16,-1 0 15,25 0-15,0-25 16,-24 25-16,-1 0 15,1-25-15,-1 0 16,1 25-16,-1 0 16,-24 0-16,49 0 15,-25 0-15,-24 0 16,24 0-16,25 0 16,-24 0-16,-1 0 15,25 0-15,-49 0 16,25 0-1,-1 0-15,0 0 16,-24 0-16,24 0 16,26-25-16,-51 1 15,1 24-15,-1-25 16,-24 25-16,25 0 16,-1 0-16,26 0 15,24 0-15,25 0 16,-25 0-16,100 0 15,-75 0-15,-25 0 16,0 0-16,-49 0 16,-1 0-16,-24 0 15,25 0-15,-25 0 16,24 0 0,-24 0-16,25 0 31,-26 0-16,26 0-15,-25 0 16,24 0-16,1 0 16,0 0-16,-25 0 15,24 0 1,-24 0 0,25 0-1,-26 0 1,51 0-1,-50 0 1,24 0-16,-24 0 16,0 0-1,0 0 17,-1-25-17,26 0 16,-25 25 48,24 0-64</inkml:trace>
  <inkml:trace contextRef="#ctx0" brushRef="#br0" timeOffset="65456.86">7838 11237 0,'25'-25'172,"-25"0"-157,25 0 1,0 25 0,-1 0-16,1 0 15,0-25 1,0 25-16,0 0 0,0 0 16,-1 0-16,26 0 15,-25 0 16,0 0-31,-1 0 16,1 0 0,25 0-1,-25 0 1,24 0 0,-24 0-1,25 0-15,-26 0 16,76 50-16,-26-50 15,-49 0 1,24 0-16,-24 0 16,50 0-16,-51 0 15,26 0 1,-25 25-16,49-25 16,-49 0-16,50 0 15,-26 0-15,26 0 16,-26 0-16,-24 0 15,0 0-15,0 0 16,24 0 0,1 25-16,24-25 15,1 0-15,-26 0 16,50 0-16,1 0 16,-26 0-16,-24 0 15,-26 0-15,26 0 16,0 0-16,-1 0 15,-24 0-15,50 0 16,-1 0-16,-49 0 16,49 0-1,-24 0-15,-1 0 0,-24 0 32,0 0-32,0 0 15,0 0 1,24 0-16,1 0 15,-25 0 1,-1 0-16,1 0 16,25 0-1,-25 0 1,-1 0-16,1 0 16,50 0-16,-26 0 15,1 0-15,-1 0 16,1 0-16,0 0 15,-25 0-15,74-25 16,-50 0-16,1 25 16,24 0-16,-24 0 15,0 0-15,24 0 16,-24 0-16,-1 0 16,26 0-16,-1 0 15,-49 0 1,24 0-16,1 0 0,49 0 15,-24 0 1,-26 0-16,1 0 0,0 0 16,-26 0-16,26 0 15,0 0 1,-1-25-16,-24 25 16,49 0-16,1 0 15,24 0-15,0 0 16,-49 0-16,24 0 15,-24 0-15,-1 0 16,-24 0-16,25 0 16,24 0-16,-49 0 15,25 0-15,-25-25 16,24 25-16,-24 0 16,25 0-16,-26 0 15,51 0-15,-50 0 16,49 0-16,-24 0 15,-1 0-15,1 0 16,-1 0-16,26 0 16,-1 0-16,1 0 15,-1 0-15,0 0 16,-24 0-16,0 0 16,-1 0-16,1-25 15,0 25-15,-1 0 16,1 0-16,-1 0 15,1 0 1,0 0 0,24 0-16,-49 0 15,24 0-15,-24 0 16,0 0-16,0 0 16,0 0-16,-1 0 15,1 0-15,0 0 16,49 0-16,-49 0 15,25 0-15,-25 0 16,24 0-16,26 0 16,-26 0-16,-24 0 15,50 0-15,-26 0 16,-24 0-16,0 0 16,24 0-16,1 0 15,-25 0 1,0 0-16,24 0 15,1 0-15,24 0 16,1 0-16,-1 0 16,-24 0-16,-1 0 15,26 0 1,-51 0 0,26 0-16,-25 0 15,25 0-15,-1 0 16,1 0-16,49 0 15,-74 0-15,198 0 16,-149 0 0,1 0-16,-50 0 15,24 0-15,-24 0 16,49-24-16,1 24 16,-1-25-1,-24 25-15,24 0 16,26 0-16,-51 0 15,1 0-15,24 0 16,-49 0-16,25 0 16,-26 0-16,26 0 15,-25 0-15,24 0 16,-24 0-16,25 0 16,-1 0-1,26 0-15,-50 0 16,49 0-16,-24 0 0,-26 0 15,51 0 1,-26 0-16,1 0 16,-25 0-16,49 0 15,-24 0-15,0 0 16,49 0-16,-25 0 16,25 0-16,1 0 15,24 0-15,-25 0 16,-25 0-16,25 0 15,-74 0-15,25 0 16,-25 0-16,24 0 16,-24 0-1,25 0 1,-25 0-16,24 0 16,1 0-1,-1 0-15,-24 0 16,25 0-16,49 0 15,-25 0-15,26 0 16,-1 0-16,50 0 16,-50 0-16,0 0 15,0 0-15,-74 0 16,25 0-16,-1 0 16,-24 0-16,0 0 15,0 0-15,0 0 16,-1 0-16,51 0 15,-50 0 1,49 0-16,-49 0 16,24 0-16,26 0 15,-1 0-15,50 0 16,-25 0-16,50 0 16,-74 0-16,-1 0 15,-24 0-15,24 0 16,-49 0-16,25 0 15,-26 0-15,51 0 16,-26-50-16,-24 50 16,0 0-16,25 0 15,-26 0 1,51 0 0,-50 0-1,24 0-15,26 0 16,-51 0-1,26 0-15,0 0 16,49 0-16,-25 0 16,-24 0-16,0 0 15,-26 0-15,1 0 16,0 0 0,0 0 15,0 0-16,-1 0-15,1 0 16,0 0-16,0 0 16,0 0 15,-1 0 63</inkml:trace>
  <inkml:trace contextRef="#ctx0" brushRef="#br0" timeOffset="66656.02">4713 12353 0,'0'-25'31,"0"0"1,74 25-1,1 0-15,24 0-16,50 0 15,0 0-15,-1 0 16,26 0-16,-25 0 15,-50-25-15,-49 25 16,-1-24-16,-24 24 94</inkml:trace>
  <inkml:trace contextRef="#ctx0" brushRef="#br0" timeOffset="70353.07">15354 9996 0,'0'-25'187,"-50"25"-171,26 0-16,-51 0 16,1 0-16,24-24 15,25 24 1,1-25 15,-1 25-15,-25 0-16,1 0 15,-26-50 1,26 50 0,24 0-16,0 0 15,0 0-15,0 0 16,1-25-1,-26 25-15,0 0 16,26 0 0,-26 0-1,25 0 1,-24 0 0,24 0-16,-25 0 15,0 0-15,1 25 16,-1 0-1,-24 0-15,49 0 16,0-1 0,-24 1-1,24 0 1,0 0-16,25 25 16,0-26-16,-25 1 15,25 25-15,0-1 16,0-24-1,0 25 1,0-25 0,0 24-1,0 1-15,0 24 16,0 1-16,0-26 16,25 26-16,25-1 15,-1 25-15,-24-74 16,0 0-16,24 24 15,-24-49 1,0 25-16,25 0 31,-26 0-31,26 0 0,49 24 16,-74-24 0,25-25-16,-25 0 15,24 25-15,-24-25 16,25 0-16,-1 0 15,50 25-15,-49 0 16,49-25-16,-24 0 16,-26 0-16,26 0 15,-1 0-15,25 0 16,1 0-16,48 0 16,-48 0-16,-1 0 15,-25 0-15,-49 0 16,49 0-16,-49-25 15,50-25-15,-51 25 16,51 0-16,-26 1 16,1-26-16,0 25 15,24 0-15,-49 1 16,0 24-16,-25-25 16,25 0-16,-1 25 15,1-25-15,25 0 16,-1 1-1,-24-1 1,0-25-16,0 25 16,0 1-1,24-26-15,-49 25 16,0-24-16,25 24 16,-25-25-16,25 1 15,-25 24 1,0 0-16,0 0 15,0 0 1,0-24 0,0-1-1,0 25-15,-75-49 16,1 24-16,-25-24 16,49 24-1,-49 25-15,49 1 16,1-1-16,24 25 15,0 0-15,-49 0 16,49 0-16,-50-50 16,-24 25-16,25 25 15,24-24-15,25 24 16,1 0 0,-1 0-16,0 0 78</inkml:trace>
  <inkml:trace contextRef="#ctx0" brushRef="#br0" timeOffset="73002.48">9872 10071 0,'0'-25'15,"-74"25"95,24 0-110,-24 0 15,-1 0-15,1 0 16,24 0-16,1 0 15,24 0-15,-25 0 16,1 0 0,24 0-16,0 0 0,-24 0 15,-1 0 1,0 0-16,1 0 16,-26 0-16,1 0 15,-50 0-15,49 0 16,-24 0-16,50 25 15,-26 0-15,50-1 16,1-24-16,-1 0 16,0 25-16,0-25 15,0 0 1,-24 50-16,24-50 16,0 0-16,0 25 15,-24-1-15,24 1 31,0 25-15,0-1 0,25-24-1,-24 25-15,24-1 16,-25 1 0,25-25-1,0 49-15,0-24 16,-25-1-16,25 1 15,0 24 1,0-24-16,0-25 16,0 0-16,0 24 15,0-24-15,0 25 16,25-26 0,24 1-16,1 25 15,0-25-15,123 49 16,-49-49-16,75 25 15,24-1-15,0-24 16,25 0-16,-25 0 16,25 24-16,-49-49 15,-25 50-15,24-50 16,-74 0-16,25 25 16,-50-25-16,0 0 15,0 0-15,1 0 16,-1 0-16,25 0 15,0 0-15,-50 0 16,26 0-16,-1 0 16,25 0-16,0 0 15,-25 0 1,0 0-16,1 0 16,-1-25-16,-25 0 15,-49 25-15,49-25 16,-24 25-16,0-25 15,-1 25-15,26 0 16,-1-24-16,-24-1 16,24 0-16,-24 25 15,-1 0-15,-24 0 16,74-25-16,-74 25 16,25-49-16,-1 49 15,1-25-15,0-25 16,-26 50-16,1-25 15,25 1-15,-25 24 16,49-25 0,-24 0-1,-26 25-15,1 0 16,0 0-16,0-25 16,24 0-16,-24 25 15,0-25-15,25 25 16,-1 0-16,26-24 15,-26 24-15,26-50 16,-51 50 0,1 0-16,0-25 15,49 0 1,1 1-16,-25-1 16,-1 0-1,1 25-15,-25-50 16,49 50-1,-74-24 1,25-1-16,-25 0 31,0-25-15,0 26 0,25-1-1,-25 0-15,0 0 16,0 0 15,0 1-15,0-1-16,0 0 31,0 0 47,0 0-15,24 25-63,26 0 15</inkml:trace>
  <inkml:trace contextRef="#ctx0" brushRef="#br0" timeOffset="75833.12">22324 9872 0,'0'0'0,"-49"0"16,24-25-16,0 25 15,0 0-15,-24 0 16,24 0-16,-50 0 16,1 0-16,24 0 15,-24 0-15,0 0 16,-26 0-16,1 0 15,-25 0-15,25 0 16,0 0-16,-1 0 16,1 0-16,-25 0 15,-25 0-15,25 0 16,-25 0 0,25 0-16,-124 0 15,124 0-15,25 0 16,-99 0-16,24 0 15,-49 0-15,24 0 16,-73 0-16,-1 0 16,74 0-16,1 0 15,24 25 1,-24 0-16,24-25 0,0 50 16,50-26-1,75-24-15,-26 25 16,75 0-16,-24-25 15,-1 25-15,0-25 16,-25 50 0,26-26-16,-1 26 15,-25-50 1,25 50-16,1-50 16,24 24-16,-50 1 15,50 0-15,-25 25 16,0-1-16,1 1 15,24-25 1,0 24-16,-25-24 16,25 25-16,0-26 15,0 26-15,0 24 16,0-24-16,0-25 16,0 74-16,49-49 15,-24 24-15,25-24 16,-1-1-16,1 26 15,0-50 1,24 49-16,75 25 16,-75-74-16,100 49 0,0-24 15,-26 24 1,1-49-16,25 0 16,-1 25-16,26-26 15,24-24-15,-24 0 16,73 50-16,26 24 15,-50-49-15,25 0 16,-25-25-16,25 0 16,-50 0-16,0 0 15,-74 0-15,25 0 16,-25 0-16,-1 0 16,51 0-16,-50 0 15,0 0-15,-50 0 16,74 0-16,-73-50 15,-26 50-15,-24-24 16,-26-1-16,51-25 16,-50 50-16,24-25 15,1-24 1,49 49-16,0-25 16,1 0-16,48-49 15,-48 74-15,48 0 16,-48-25-1,-26 0-15,-24 0 16,-1-24-16,1 24 16,-50 0-1,25 0-15,24-24 16,-24 24-16,0 25 16,49-50-16,-49 26 15,25-1-15,-1 0 16,1-25-16,-25 50 15,49-74-15,-49 49 16,0 0 0,0-24-1,-1 24-15,1 0 16,-25-25 0,0 1-1,50-1 1,-50 25-1,0-24-15,0 24 16,0 0-16,0 0 16,0 1-1,0-1 1,0-25 0,-25 50-16,-25-25 15,26 1-15,-26-26 0,-24 50 16,-1-25-1,1-24-15,24 49 16,1-25-16,-26 0 16,-24-49-16,74 74 15,0 0-15,-49-25 16,49 25-16,0-25 16,-24 0-16,-1 25 15,25-25-15,0 25 16,-24 0-16,-1 0 15,25-49-15,-24 49 16,-50-25-16,49 25 16,-24 0-16,-26 0 15,1-75-15,-25 51 16,50 24-16,24-25 16,0 25-16,1 0 15,24 0-15,0 0 16,0 0-1,1 0 1,-1 0-16,-25-25 16,1 0-1,-1 25-15,-49-25 16,49 25 0,1 0-16,-1 0 15,25 0 1,-49 0-16,49 0 15,-25 0-15,26 0 16,-26 0-16,25 0 16,0 0-16,1 0 15,-1 0 1,0 0-16,0 0 16,0 0-1,0 0-15,1 0 16,-26 0 31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25:51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15429 6896 0,'-25'0'16,"-25"0"-1,0 0 1,1 0-16,-26 0 15,51 0 1,-1 0-16,-25 0 16,25 0-1,1 0-15,-1 0 16,0 0 0,0-25-16,-24 25 15,-1-25 1,25 0-1,25 0 1,-25 1 0,1 24-16,24-25 15,0 0 1,-25 0 0,25 0-16,-25-24 15,25 24-15,0 0 0,-25 0 16,25-24-1,0 24-15,0 0 16,0 0-16,0 1 0,0-26 16,0 25-1,0-24-15,25-1 16,-25 25 0,25 0-1,0-24 1,-1 24-1,1-25 1,0 26 0,-25-1-16,25 0 15,0 0-15,-1 0 16,1 25 0,0 0-1,0 0 1,-25-24-1,25 24 17,-1 0-32,1 0 15,0 0-15,0 0 16,24 49 0,1-49-1,-25 25-15,0 0 16,-1 0-16,1-1 15,0-24 1,-25 25-16,25-25 16,0 25-16,0-25 15,-25 25 1,24-25-16,1 25 0,0-1 16,0 26 15,-25-25-31,0 0 15,25-1-15,-25 26 16,0-25 0,0 0-1,0-1-15,0 1 16,0 0 0,0 0-16,0 0 15,0-1 1,0 1-16,-25 0 15,25 0 1,-25-25 0,0 25-1,-24-25 1,24 0 0,0 0-16,-25 49 15,1-49 1</inkml:trace>
  <inkml:trace contextRef="#ctx0" brushRef="#br0" timeOffset="2703.69">17636 8855 0,'-25'0'47,"-24"0"-16,24 0-15,0 0 0,0 0-1,0-25 1,-24-24-16,24 49 47,25-25-32,-50 25-15,26-25 32,24 0-17,-25 1 1,0-26 0,0 25-1,25 0 1,0 1-1,0-26 1,0 25-16,0 0 16,0 1-1,0-1 1,0 0 31,0-25-32,0 26 17,25-1-1,-25 0 0,25 25-15,-25-25-16,25 25 15,-1 0 1,1-25 15,-25 1-31,25 24 16,0 0 0,24 0-1,-24 0-15,-25-25 16,25 25 15,0 0-15,0 0-16,0 0 15,-1 0 1,1 0 31,25 0-47,-25 0 15,24 0-15,-24 0 16,25 0 0,-26 0-1,1 0 32,0 0-47,0 0 16,-25 25 62,25-25-78,-25 24 16,49 1 15,-49 0 0,0 25-15,25-26-1,0 26 1,0-25 15,-25 24-15,0-24-1,0 0 1,0 0 0,0 0-16,0 24 31,0-24-15,0 25 15,0-26 0,-25 1 16,25 0-31,-25 0-1,0-25 1,0 25-1,25-1 1,-24-24 47,-26 25-48,25-25 16,0 0 1,1 0 15,-1 0-1,0 0-30,0 0 15,-24 0 47,24-25-31,0 25 0</inkml:trace>
  <inkml:trace contextRef="#ctx0" brushRef="#br0" timeOffset="25866.2">23093 5655 0,'0'0'0,"-25"0"16,1 0 0,-1 0-1,0 0 1,-25 0 0,1 0-1,24 0 1,0 0-1,0 0-15,-24 0 0,-1 0 32,0 25-32,26 0 15,-1-25 1,0 0 0,25 25-16,-25 0 15,25-1-15,-49-24 16,49 50-16,-25-50 15,0 50 1,25-25-16,-25 24 16,25-24-1,0 0-15,0 24 16,0 1-16,0 0 16,0-26-16,0 26 15,0 24-15,0-49 16,0 0-16,0 49 15,25-74-15,-25 25 16,25 0-16,24 25 16,26-1-1,-1-24 1,50 0-16,-49 24 16,-50-49-1,24 0-15,26 0 16,-26 0-16,75-49 15,-99 24-15,25-25 16,148-74 0,-99 50-16,-74 74 15,0-25-15,-25 0 16,25 1-16,-25-1 16,0 0-16,0-25 15,0 26-15,0-1 16,0 0-16,0-49 15,0-1-15,0 50 16,-75-49-16,50-1 16,1 51-16,-26-1 15,25-25 1,-24 25-16,-1 1 16,0 24-1,26 0-15,-1 0 16,0 0-1,-25 0-15</inkml:trace>
  <inkml:trace contextRef="#ctx0" brushRef="#br0" timeOffset="27336.69">25127 7541 0,'-49'0'63,"24"0"-32,-25 0-16,25 0 1,1 0 0,-1 24-1,-25 26-15,50-25 16,0 0-16,-50-1 16,50 1-16,0 0 15,0 0-15,0 0 16,0 24-1,0-24-15,0 25 16,0-1-16,0 1 16,0 0-16,0-1 15,0-24-15,0 49 16,0 1-16,0-1 16,25 50-16,50-49 15,-50 24 1,49-25-16,-74-49 15,25-25 1,0 0 0,24 0-1,-24 0 1,0 0-16,24 0 16,-24 0-16,25 0 15,-25 0 1,-1 0-16,1 0 15,50-25-15,-75 0 16,49 1 0,-49-1-16,25 0 15,-25-25-15,74-24 16,-74 24-16,25-24 16,25 49-16,-50-24 15,25-1-15,-1 0 16,-24 26-1,0-1 1,0-25 0,-49 25-16,49 1 15,-50-26-15,25 50 16,1-25-16,-1-25 16,0 26-16,-49 24 15,74-25-15,-25 25 16,25-25-16,-25 0 15,0 25 1,0 0 0,-24 0-1,24 0-15,-25 0 16,1 0-16,-1 0 16,-24 0-16,24 0 31</inkml:trace>
  <inkml:trace contextRef="#ctx0" brushRef="#br0" timeOffset="28384.35">20166 10046 0,'-25'25'78,"1"24"-62,-26 1-1,25 24-15,-24 1 16,49-26-1,-25 1 1,25 24-16,-25 1 16,25-50-16,0-1 15,-25 26-15,25 0 16,0-1-16,0-24 16,0 49-16,0-24 15,25 0-15,0-26 16,0 1-16,-1 0 15,1 0-15,0-25 32,0 0-17,24 0-15,26 0 16,-50-25 0,-1 25-16,1-25 15,0 0-15,25 25 16,-50-24-1,24-1 1,-24 0 0,0 0-16,0 0 15,0 1-15,0-1 16,0-50-16,0 26 16,-24-50-16,-1 74 15,25-25 1,-25 1-16,0 24 15,0 0 1</inkml:trace>
  <inkml:trace contextRef="#ctx0" brushRef="#br0" timeOffset="58310.38">30138 6300 0,'0'-24'63,"-25"24"-1,0 0-46,-99 0-1,99 0 1,0 0-16,-49 0 16,0 0-16,49 0 15,0 0 1,0 0 62,0 0-78,1 24 16,-1 1-1,0-25 1,25 25-1,0 0 1,0 0 0,0-1-1,0 1 1,0 25 0,0-25-1,0 24 1,0-24-1,0 0 1,0 0-16,0-1 16,25 26-16,0 0 15,-1-26 1,1 1 0,-25 0-1,25 0-15,-25 0 16,0 0-16,25-1 15,-25 1-15,49 0 16,-49 0 0,25-25-1,0 49 1,0-49 0,24 0-1,-24 25 1,25-25-1,-25 0 1,-1 0 0,1 0-16,25 0 15,24 0-15,-24 0 16,-25 0-16,0 0 16,24 0-16,-24 0 15,0 0 1,0-25-16,-1 25 15,-24-24-15,25 24 16,-25-25 0,25 25 15,-25-25-15,0 0-1,0 0 1,0 1-1,0-1 1,0 0 0,0 0-1,0 0 1,0 0 0,0 1-16,-25-51 15,25 50 1,0 1-1,-25-1-15,1 0 16,-1 0 0,25 0-16,0 1 15,-50-1-15,50 0 47,-25 0-47,1 25 31,-1-25-31,0 1 16,25-1-16,-50 25 16,25-25-1,1 25 1,-1-25 0,0 25-1,0-25 1,0 25-16,1 0 31,-1 0 16,0 0-31</inkml:trace>
  <inkml:trace contextRef="#ctx0" brushRef="#br0" timeOffset="60654.5">27657 10592 0,'-25'0'15,"1"0"48,-1 0-16,0 0 15,-25 0-62,50 24 16,-49-24-1,-26 25-15,26 0 16,-1 0 0,1 24-1,24-49-15,0 25 16,0 0-16,-24-25 16,-1 25-16,-25 24 15,51-49 1,24 25 15,0 0-15,0 0-1,0 0-15,0-1 16,0 1 0,0 25-16,0-25 15,0-1 16,0 1-15,0 0 0,0 0-16,0 0 15,0 0 1,0-1 0,24 1-16,1 0 15,0 0 1,0-25-16,0 0 15,0 0 1,-1 25 0,1-1-1,0-24 1,0 25-16,0-25 16,-1 0-16,1 0 15,0 0-15,0 0 16,0 0-1,-1 0 1,1 0 0,0 0-1,0 0 17,0 0-32,-1 0 15,26 0 1,0 0-16,-50-25 15,24 25-15,-24-24 16,50-1 0,-25 0-1,0 25 17,-1 0-32,-24-25 15,25 25 1,0 0-1,0 0 17,0-25-17,-1 25 1,1-24 0,0 24 46,-25-50-31,25 50-15,-25-25-16,0 0 31,0 0-15,0 1-16,0-1 31,0 0-31,0 0 16,0 0-1,0 1-15,0-1 16,0-25 15,-25 25 0,25 1-31,-25-1 16,25 0-16,-25 25 16,25-25-16,-24 0 15,-1 1 1,0 24-16,25-25 16,-25 0-1,0 25-15,1-25 16,-26 0-1,0 25 1,26 0-16,24-24 16,-25 24-16,-25 0 15,25 0 17,1 0 61</inkml:trace>
  <inkml:trace contextRef="#ctx0" brushRef="#br0" timeOffset="63318.77">31676 10592 0,'-25'0'78,"0"0"-62,0 0-1,0 0 16,1 0-31,-1 0 16,0 0 0,-25 0-1,26 0-15,-1 0 16,0 0 0,0 0 30,0 0-46,1 0 16,-26 0 0,0 49-1,50-24 48,0 0-48,0 0-15,0-1 16,0 1 0,0 0-1,0 25-15,0-26 16,0 51 0,0-50-1,25-1 1,-25 1-16,25 0 15,0 0 1,0 0 0,-1-1-16,1 1 15,0-25-15,0 25 16,24 0-16,-24-25 16,25 25-1,-25-25 1,-1 0-1,26 0 1,-25 0-16,0 0 16,24 0-1,-24 0-15,0 0 16,0 0 0,-1 0-16,1 0 31,0 0-31,0 0 15,0 0 1,-1 0-16,1 0 0,0 0 31,25 0-31,-26 0 16,1-25 0,-25 0 15,0 0-16,0 0 1,0 1 0,0-1-1,0 0 1,0 0 0,0 0-16,-25-24 15,1 49 1,-1-50-16,-25 25 15,50 1-15,-25 24 16,25-25 0,-24 25-1,24-25-15,-50 25 16,0-25-16,26-24 16,-26 49-16,25 0 15,0 0-15,1 0 16,-1-25-16,0 25 15,0 0 1,0 0 15</inkml:trace>
  <inkml:trace contextRef="#ctx0" brushRef="#br0" timeOffset="65648.19">32296 8880 0,'0'0'0,"-25"0"16,0 0 31,25-25-32,0 0 17,-25 1 30,0-1-46,1 25-1,-1-25 1,-25 25 0,25-25-1,1 25 1,-1 0 0,0 0-1,0 0 1,-24 0-1,24 0 1,0 0 0,0 0-1,0 25-15,1-25 16,24 25 0,-50 0-1,50-1-15,-25 1 31,25 0-31,0 0 16,0 0-16,0-1 16,0 1-1,0 0 1,0 0 0,0 0-16,0 0 0,0-1 15,0 1-15,0 0 16,0 0-16,0 0 15,0 24 1,25 1 15,-25-25-15,25-1-16,0-24 16,-25 25-1,24 0-15,1 0 16,25 0-1,-1-1 1,-24 1 0,0 0-1,25-25-15,-26 0 16,1 0-16,0 0 16,25 0-1,-26 0-15,1 0 16,0 0-16,0 50 15,0-50-15,0 0 16,-1 0-16,1 0 16,50 0-1,-51 0 1,26 0-16,-25 0 16,24 0-1,-24 0 16,25 0-31,-25 0 16,24-25 0,1-25-16,-25 50 15,-25-25-15,24 25 16,-24-49 0,0-1 30,0 25-46,0 1 16,0-26 0,0 25-1,0-24-15,0 24 32,0 0-17,0 0 1,-49 25-1,49-25 1,-25 25 0,-25-24-16,1-26 15,24 50 1,0 0 0,0 0-16,1 0 0,-1 0 15,0-25 1,-49 0-1,24 25 1,50-25-16,-50 25 16,26 0 15,24-24-31,-50-1 16,25 0-1,0 25 16,0-25 16,1 25 47</inkml:trace>
  <inkml:trace contextRef="#ctx0" brushRef="#br0" timeOffset="73862.92">7714 5705 0,'0'50'47,"25"-26"-32,-25 1 1,25-25-1,0 0 32,24 0-31,26 0-16,24 0 16,-74-25-16,49-49 15,25-25-15,-74 74 16,74-74-16,-74 74 15,-25 0-15,25 0 16,0 1-16,0-1 16,-1 0 15,1 25 16,-25-25-47,25 25 15,0 0-15</inkml:trace>
  <inkml:trace contextRef="#ctx0" brushRef="#br0" timeOffset="74759.31">10939 7417 0,'49'49'46,"-24"-24"-46,0-25 16,-25 50 0,25-50-1,24 0 17,26 0-17,-1 0-15,26-124 16,-1 49-16,198-222 31,-197 197-15,-76 51-16,51-1 15,-50 25-15,-1 25 110</inkml:trace>
  <inkml:trace contextRef="#ctx0" brushRef="#br0" timeOffset="76574.5">4936 10542 0,'0'-25'31,"25"25"-15,0 0-16,-25 50 15,25-50 48,-1 0-48,51-50 1,-26-49 0,-24 74-16,50-24 15,-51-1-15,1 25 16,-25 0-16,25 1 16,0-1-1</inkml:trace>
  <inkml:trace contextRef="#ctx0" brushRef="#br0" timeOffset="77735.38">11261 10666 0,'25'0'16,"0"74"0,0-24-16,0 0 0,-1-1 15,1-49 1,-25 25-1,25-25 17,0-25-32,49-49 15,-24 49 1,49-74-16,25 24 16,-50 51-16,75-100 15,25 0-15,-75 99 16,50-50-16,-75 51 15,26-51-15,-26 75 0,-49 0 16</inkml:trace>
  <inkml:trace contextRef="#ctx0" brushRef="#br0" timeOffset="79158.95">7665 12526 0</inkml:trace>
  <inkml:trace contextRef="#ctx0" brushRef="#br0" timeOffset="92422.92">8409 8111 0,'-25'0'125,"0"-25"-110,0 25 1,1 0 0,-1 0-1,0 0 1,0 0-1,0 0 1,1 0-16,-51 0 16,50 25-1,1 0 17,-1 0 30,25 0-46,-25-1-1,25 1 17,-25 0-17,25 0 16,0 0 1,0-1-17,0 1 1,0 0-16,0 0 16,0 0-1,0-1-15,0 1 31,0 0-31,25 25 32,-25-26-17,0 1 1,25 0-16,0 25 16,-25-26-1,24 1 1,1 0-16,0 25 15,0-26 1,0 1-16,-1 0 16,1-25 15,0 50-31,25-50 16,-26 0-1,1 0 1,0 0-1,0 0-15,0 0 16,-1 0 0,1 0-16,0 0 15,0 0 1,0 0 0,-1 0-1,26-25 1,0-25-16,-26 50 31,-24-25-31,25 25 0,-25-24 31,0-1-15,0 0 0,0 0-16,0-24 15,0 24 1,0 0-16,0 0 15,0 0-15,0 1 16,0-1 0,0 0-16,0 0 15,0 0 1,0 1 0,0-26-1,-25 50 1,1-25-1,24 0-15,-25 1 16,25-1 0,-25-25-1,0 50 48,0 0-48,25-25 17,-24 25-17</inkml:trace>
  <inkml:trace contextRef="#ctx0" brushRef="#br0" timeOffset="96719.51">6722 6474 0,'0'0'0,"-25"0"93,-24 0-46,49-25-31,-25 25-1,0 0 17,0 0 30,0 0 32,1 0-94,-1 0 16,0 0-1,25 25 1,-25-25-1,0 0 1,1 0 0,-1 25-1,0-25-15,-25 25 16,50-1 15,-24-24-15,-1 25 15,0 0-31,0 0 31,0 0 1,25-1-17,0 1 16,0 25-15,0-25 0,0 24 15,0-24-15,0 25-1,25-25 1,-25-1-1,0 1 1,50 25-16,-25-1 16,-1-24-1,-24 0 1,25 25-16,0-26 16,0-24 15,-25 25-31,25 0 31,-1-25-31,1 25 31,0-25-15,0 0 0,0 0-1,24 0 1,-24 0-1,25 0-15,-26 0 16,26 0-16,24 0 16,-24 0-16,-50-25 15,50 25 1,-50-25-16,25 25 16,-25-25 15,24 1-16,-24-1 17,25 0-17,-25 0 1,0 0 15,0 1-15,0-1-16,0 0 15,0 0 1,0 0-16,0 1 16,0-1-16,0 0 15,0 0 1,0 0-16,0 0 16,0 1-1,0-26 32,-25 50-31,1-50-1,-1 50 17,25-24-17,-50 24 1,25-50-16,0 50 15,1-25-15,-26 0 16,25 25 0,0 0-16,-24 0 15,24 0 1,0-24-16,0 24 16,1 0-16,-26-25 15,25 25 1,0 0 78,1 0-63</inkml:trace>
  <inkml:trace contextRef="#ctx0" brushRef="#br0" timeOffset="101634.58">6375 8260 0,'0'0'0,"-25"0"94,-25 0-63,26 0 0,-1 0-15,0 0 0,0 0 15,0 25-31,1-25 15,-1 25 1,0-1-16,0 1 16,0-25-1,25 25 1,-24 0-16,-1 0 16,25-1 30,0 1-30,0 0 0,0 0-1,0 24 1,0-24 15,0 0-31,0 0 16,0 24-1,0-24-15,0 25 32,0-25-17,0 24 17,0-24-17,25-25-15,-25 50 16,24-26-16,1 1 15,50 0 17,-51-25-17,26 25-15,-25 0 32,24-25-17,1 0 1,-25 0-1,0 0 1,24 0 0,-24 0-1,0 0 1,0 0 0,-25-25-1,24 25 16,-24-25 1,50-25-17,-25 26 1,-25-1-16,49 0 16,-24 0-1,0 0 1,0 25-16,-25-24 15,0-26 1,0 25 15,0 0-15,0 1-16,0-1 16,0 0-16,0 0 15,0 0 1,0 1-1,0-26 1,-25 25 31,0 25-16,-24-49-15,24 49-1,0 0 17,-25 0-17,1 0 1,-1 0 0,25 0-16,1 0 0,-1 0 15,0 0 1,0-25 15,0 25 78,1 0-93</inkml:trace>
  <inkml:trace contextRef="#ctx0" brushRef="#br0" timeOffset="109351.33">9674 9971 0,'-25'-24'0,"0"24"78,0 0-62,1 0-1,-26 0-15,25 0 16,-24-50 0,-1 50-1,0-25 1,26 25 31,-1 0-32,0 0 1,0 0 0,0 0-1,1 0-15,-1 0 16,0 25-1,0-25 1,0 25 0,25 0-1,-24-25-15,24 24 16,0 1-16,-25-25 16,25 25-16,0 0 15,0 0 1,0 0-1,0-1-15,0 26 16,0-25-16,0 0 31,0-1-31,0 1 16,0 0-16,0 0 47,25-25-47,-25 25 15,24-1-15,1 1 16,0 0 0,-25 0-16,50-25 15,-26 49 1,1-49-16,25 25 0,-1 0 16,-24 0-1,25-25 1,-25 25-1,24-25 17,-24 0-32,0 0 31,0 0-15,-1 0-1,1 0 16,0 0-31,0 0 16,0 0 0,-1 0-16,1 0 15,0 0-15,25 0 0,-26 0 32,26 0-17,-25-25 16,0 0 1,-25 0-17,24 0-15,-24 1 16,0-1 15,25 25-31,0-25 16,-25 0-1,0 0 1,25 25 0,-25-24-1,0-1 1,0 0 0,0 0-1,0-24 1,0 24-16,0 0 15,-25 0-15,-25-24 16,26-1 0,-1 25 15,25 0-31,-25 25 16,25-25-16,-50 1 15,50-1 1,-24 25-16,-1 0 31,0-25-31,0 25 16,0-25-1,1 25-15,-1 0 16,0 0 0,0 0-16,0 0 15,1 0 1,-1 0-1,0 0 17,0 0-1,0 0 31</inkml:trace>
  <inkml:trace contextRef="#ctx0" brushRef="#br0" timeOffset="113960.07">6697 11733 0,'0'-25'109,"-25"25"-109,1 0 16,-1 0-1,0 0-15,0 0 16,0 0-16,-49 0 16,49 0 15,0 0 0,1 0-31,-26 0 31,25 0-15,-24 0 0,-1 0-1,25 25 1,0-25-16,1 49 15,-1 1 17,0-50-32,25 25 15,0-1-15,-25 1 16,25 0-16,0 0 16,0 0-1,0-1-15,0 1 16,0 0-16,0 0 15,0 0-15,0-1 32,0 1-32,0 0 15,0 0 1,25 0 0,-25 0-16,25-1 15,0 26 1,24-25-1,-24 0-15,0-1 16,24 1-16,-24-25 16,0 0-16,49 0 15,-24 50 1,-25-50-16,0 0 16,49 0-16,-24 0 15,-26 0 1,26 0-1,-25 0-15,0 0 0,-1 0 16,26 0-16,0 0 31,-25 0-15,24 0 0,-24 0-1,25-25 1,-26 0-1,1 25 1,-25-25 0,25-24-16,-25 24 15,0 0 1,0 0-16,0-24 16,0-1-1,0 0 1,0 26-16,0-1 15,0-25 1,0 25-16,0-24 16,0 24-16,-25 25 15,0-50-15,25 26 16,0-1-16,-24 0 16,-1 0-1,25 0 1,-25 25-1,0-24 1,0-1 15,-24 25-31,49-25 16,-50 25-16,25 0 16,-24-50-1,24 50 1,-25 0-1,25 0-15,-24 0 16,24 0 0,0-24-1,0 24 1,1 0 125</inkml:trace>
  <inkml:trace contextRef="#ctx0" brushRef="#br0" timeOffset="117344.4">5184 8905 0,'-25'-25'125,"1"25"-110,-1 0 1,0-25-1,0 25-15,0 0 16,-24 0 0,24 0-1,-25 0 32,26 0-16,-26 0 1,25 0-17,-25 0 1,26 0 0,-26 25-1,25 0-15,0 0 16,1-25-1,-1 49 1,25-24 0,0 25-1,-25-50-15,25 25 16,0 24 0,0-24-1,0 0-15,0 0 16,0-1-1,0 26-15,0-25 16,0 24 0,25-24-16,-25 0 0,0 0 15,25 0-15,-1-1 16,1 26 0,0-25-16,0 0 15,0-1-15,-1 1 16,1 0-1,25-25 17,-25 25-32,0 0 0,24-25 31,-24 0-31,0 0 16,0 24-1,-1-24 1,1 0-1,0 0-15,0 0 16,0 0-16,-1 0 16,26 0-16,0 0 15,-1 0 1,-24-24 0,0-1-1,-25 0-15,49 0 16,-24 0 15,0 1-31,0-1 31,0 0-31,-1 0 16,-24-24 0,0 24-1,0 0-15,0 0 16,0 0-1,0 1-15,0-1 32,0 0-32,0 0 15,0 0 1,0 1-16,0-26 16,-24 50-16,24-25 15,0 0-15,-50 1 16,25-26-1,0 50-15,25-25 16,-24 25-16,-26-25 16,25 0-1,0 25 1,1-24 0,-26 24-1,50-25 1,-25 25-1,0 0 1</inkml:trace>
  <inkml:trace contextRef="#ctx0" brushRef="#br0" timeOffset="121912.45">6548 12154 0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2-05T03:57:48.2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12254 8359 0,'0'25'63,"0"25"-48,-50-50 16,25 0-31,-25 0 16,26 0-16,-1 24 0,0-24 31,-25 0-31,1 0 0,-1 0 0,1 0 16,24 0-1,-25 0 1,25 0-16,1 0 16,-26 0-1,50 0 1,-25 0 15,-49-24-31,74-26 31,-75 50-31,75-25 16,-24 0-16,24-24 31,-25 49-31,25-25 16,0-25-1,0 1-15,0-1 31,0 25-15,0 1-16,0-1 31,0 25-31,0-25 0,0 0 16,0 0-16,0 25 31,0-25-31,0 1 31,25-1-31,-1-25 0,26 50 16,-25-49-16,0 24 15,-1 0-15,1 0 16,0 25 31,0 0-16,0 0-15,-25 0-1,24-25-15,1 25 31,0 0 1,-25 0-17,50 0-15,-26 0 16,-24 0-1,25 0-15,0 0 32,0 0-1,0 25-31,-25 25 0,24-50 15,-24 49-15,25 1 0,0-50 32,-25 25-32,0 24 31,25-24 0,-25 0 16,0 0-32,0 0 32,0-25-31,0 25-16,0-1 31,0 1-31,0-25 16,0 25-1,0 25-15,0-1 31,0-24-31,0 25 0,0-50 16,0 24 0,0-24-1,0 50-15,-25-25 94</inkml:trace>
  <inkml:trace contextRef="#ctx0" brushRef="#br0" timeOffset="1945.11">22374 8062 0,'0'0'15,"-75"0"-15,51 0 16,-26 49-1,25-49 1,0 25-16,-24 0 0,49 0 31,0 24-31,0-24 31,0 0-31,0-25 0,0 25 47,0-25-31,25 0 31,-25 0-32,49 0-15,-24 0 0,25 0 16,-1-25 15,-24-25-31,-25 50 16,25-25-1,-25 1 32,0-26-47,0 25 0,0 25 16,0-25-16,0 1 15,0 24 172,0 49-171,25 26-16,-25-26 16,0 1-16,0-50 15,24 49 1,1-24-1,-25-25 48,25 0-48</inkml:trace>
  <inkml:trace contextRef="#ctx0" brushRef="#br0" timeOffset="3180.18">22175 7714 0,'-24'0'31,"-1"0"-15,0 25-16,25-25 15,-50 25-15,50-25 0,0 25 31,-24-1-31,24-24 16,0 75-16,0-75 31,-25 99-31,25-24 16,0 173-1,0-199 17,0 100-32,0-124 15,0 24-15,0-24 16,25 25-16,-25-50 0,24 49 31,-24-49-31,50 75 31,24 24 0,-49-99 1,0 0-32,-25 0 15,50 0-15,-1 25 0,-49-25 16,50 0-16,-25 0 31,123 0-15,-123 0-16,0 0 15,0 0-15,-25 0 16,25-50-1,-1-24 1,1 49-16,-25-25 0,25 1 31,0-1-31,-25 50 0,0-25 31,0-49-31,0 24 16,0 26-16,0 24 0,0-75 16,-25 26 15,0 24-31,25 0 0,-49-49 15,24 49-15,-25-50 32,-24-24-32,74 74 0,-25-49 15,25 74 1,0-25-16,-25 25 15,25-25 1,-25 25-16,25-25 16,0 1-16,-24-1 15,24 0 16,-25 25 1,0 0-17</inkml:trace>
  <inkml:trace contextRef="#ctx0" brushRef="#br0" timeOffset="4106.22">22870 8334 0,'0'0'16,"99"0"-16,-24 0 0,24 0 31,124 0-31,-99 0 0,-25 25 15,-49-25-15,24 0 32,1 0-32,-1 0 0,125 0 15,-51 0 1,-24 0-16,0 0 0,-24 0 31,-1 0-31,0 0 0,-49 0 31,-1 0-31,1 0 0,-25 0 16,0 0 15,-1 0-31,-24 0 47,25 0-16,-25 0-31,50 0 16,-50 0-1</inkml:trace>
  <inkml:trace contextRef="#ctx0" brushRef="#br0" timeOffset="5604.32">25326 8235 0,'0'0'62,"24"-25"-62,-24 25 16,50 0-16,49-24 31,0 24-31,-74-25 16,74 0-16,-49 0 31,-25 0-31,-25 25 31,0-24 16,0 24-32,-50 0-15,25 0 16,25 0-16,-24 0 0,-1 0 31,0 0 0,-25 0-31,26 0 0,-1 0 16,25 0-16,-25 0 0,0 0 31,0 0-31,-24 0 16,24 0 15,0 24-31,25 1 16,-25 0-1,1 0-15,-1 0 16,25-25-16,0 24 31,0 26-31,0-25 16,0-25-16,0 25 0,0-1 15,0 1-15,0-25 31,0 75-15,25-75-16,-25 24 16,24 1-16,-24-25 15,50 50-15,-50-50 31,25 25-15,0-25 0,24 0-16,1 0 15,49 0 1,25 0-16,-99-25 15,24 0 1,-49 0 0</inkml:trace>
  <inkml:trace contextRef="#ctx0" brushRef="#br0" timeOffset="6638.37">25971 8979 0,'-25'0'15,"-50"0"-15,26-25 0,-26 25 31,-49 0-31,50-24 16,49 24-16,0 0 0,-24-25 16,-26 0-16,26 0 15,24 0 1,-74-24-16,99 24 15,-50 0-15,25 25 0,-49-74 16,74 24 0,-25-49-1,25 25-15,-25 24 16,25 0 15,0-24-31,0 74 0,0-74 16,0 49-16,0-50 15,0 26 1,25-1-1,0 25-15,-25 0 32,49-49-32,-24 49 31,25-74-31,-25 99 0,-25-25 31,24-24-31,1 49 16,0 0-1,-25 0 1,25 0-16,24 0 0,51 0 31,-26 0-31,0 0 16,1 0 15,49 124-31,-99-124 0,24 74 15,1-49-15,-50 24 32,74 26-32,-49-25 0,-25 24 15,50 0-15,-25 1 16,-1-1-1,-24-49-15,0 25 16,50 24-16,-50-74 16,0 25-16,0 49 0,0-49 15,0 0-15,0 0 16,0-1-16,0 26 15,-25-25 1,-24 0-16,-51 24 16,-73 1-16,24-25 15,0-1-15,75-24 31,-50 25-31,24-25 0</inkml:trace>
  <inkml:trace contextRef="#ctx0" brushRef="#br0" timeOffset="7294.41">23862 7764 0,'0'0'16,"25"-25"15,-25 50-16,0 24 17,0 1-32,25 0 15,-25-26-15,0 26 0,0-25 31,25 0-31,-25 0 0,0-1 16,0-24 78</inkml:trace>
  <inkml:trace contextRef="#ctx0" brushRef="#br0" timeOffset="19679.12">22250 11658 0,'0'0'78,"0"25"-62,0 0-16,0 24 16,0 1-16,0 0 0,0-1 15,0 100 1,0-124 15,0 0-31,0-1 47,0-24-47,0 0 156,0 0-141,0 0-15,0-49 16,25 24-16,-25 0 16,24 0 15,1 25-31,0-49 15,-25 49 17,25-50-32,-25 50 46,25 0-14,-1 0-1,1 0-31,-25 0 31,50 0-31,-50 25 16,0 0-1,0-25 1,0 25-16,0-1 0,0 1 31,0 0-31,0 0 0,0 24 31,0-24-31,-25 0 16,25 0-1,-25-25 17,-24 25-17,49-25-15,-25 25 31,0-25-31,0 0 32,25 0-17,-25 0 16,1 0-15,-1 0 0,25-25-16,0 25 31</inkml:trace>
  <inkml:trace contextRef="#ctx0" brushRef="#br0" timeOffset="21035.2">22498 12601 0,'0'0'16,"-25"0"15,0-25-31,-49 0 16,24 25-1,-24 0-15,49 0 0,25 0 16,-25 0-16,0 0 16,1 0-1,-1 0 1,-25-25-16,50 1 0,-25 24 15,1-25-15,-1 25 32,25 0-32,-25-25 0,0 0 15,25 0-15,-25 1 16,25-1-1,0 25 1,0-25-16,-24 0 0,24-24 16,0 49-1,0-25 16,0-25-31,0 25 0,0-24 16,0 24-16,0-25 0,0 50 31,0-25-31,0 25 0,0-49 16,0 49-16,0-25 0,0 0 15,49-24 1,-49 24 0,25 0-16,0-25 0,0 50 15,-1-49-15,26 24 0,-25-25 31,0 26-31,-25-1 32,24 0-17,1 25-15,25-50 16,-25 50-16,-1-24 15,26-1-15,-50 25 32,25-25-32,0 25 0,-25-25 15,49 0 16,-49 25-31,25 0 16,-25-24-16,25 24 16,0 0 15,-1 0 0,-24 0-31,25 0 16,0 0-16,25 0 15,-26 24 1,-24-24-1,50 25-15,-50 0 16,25 0-16,-25 49 0,25-24 16,-25 24-16,25-49 15,-1 25 1,-24-1-16,0-24 0,0 49 15,0-49-15,0 50 16,0 24 0,0-50-1,0 1-15,0 25 0,0-75 16,0 24-16,0 26 31,0-50-31,-24 50 16,24-50-16,0 24 31,-50-24 0</inkml:trace>
  <inkml:trace contextRef="#ctx0" brushRef="#br0" timeOffset="22437.28">9947 12129 0,'24'-24'32,"-24"24"-17,50-50 16,-50 50 1,50 0-32,-1-25 0,-24 0 15,174-49 1,-150 49 15,26-24-31,-26 24 0,1 25 31,-1-50-31,-24 50 31</inkml:trace>
  <inkml:trace contextRef="#ctx0" brushRef="#br0" timeOffset="24500.4">11733 14064 0,'0'-25'62,"24"25"-15,125 0-47,-99 0 0,24 0 31,75 0-31,-124 0 16,49 0 0,-49 0-16,25 0 15,-50 0 16,25 0 1,-25 0-17,49 0 16</inkml:trace>
  <inkml:trace contextRef="#ctx0" brushRef="#br0" timeOffset="26764.53">12502 12204 0,'0'0'62,"24"0"-30,1 0-32,25 0 0,24 0 15,-49 0-15,49 0 31,75 0-31,-74 0 32,24-25-32</inkml:trace>
  <inkml:trace contextRef="#ctx0" brushRef="#br0" timeOffset="31156.78">22374 8979 0,'0'0'78,"0"25"-63,0 25-15,0-1 0,25 26 16,-25-75 0,0 49-16,0 1 0,0-50 15,0 25-15,0 24 31,0-49-31,0 50 0,0-25 0,0-25 32,0 74-32,0-24 15,0-25 1,0 24-16,0-24 15,0 49-15,0-49 16,0-25 0,0 50-16,0-25 0,0 24 15,0-24 1,0-25-1,0 25 17,0 0-32,0-1 0,0 26 46,0 74-46,0-99 32,0 0-32,0 24 0,0-24 15,0 0-15,-25 25 16,25-26-1,0 51-15,0-75 16,0 49-16,0 1 0,0-25 31,0 0-31,0 24 16,0-49-16,0 50 0,0-25 31,0-1-31,0 1 0,0 0 16,0-25-16,0 50 15,0-50-15,0 24 31,-25-24-31,25 50 16,0-50-16,0 25 0,0 24 16,0-49 15,0 50-31,0-50 0,0 50 15,0-26 17,0 1-32,0-25 15,0 25 16,0-25-15,25 50 15,-25-50 16,0 25 15</inkml:trace>
  <inkml:trace contextRef="#ctx0" brushRef="#br0" timeOffset="32440.85">21654 9847 0,'0'0'16,"25"-49"15,25 24-31,-25 0 0,0 25 31,-1-25-31,-24 25 16,25 0 15,-25 0 16,149 0-31,-124 100 30,-50 73-46,25-123 32,-25-50-32,0 25 0,1-25 15,-26 25-15,0-25 31,50 24-31,-24-24 78,24 0-31,0 0-16,24 0 1,1 0-32,0 0 15,0 0 1,24 25-1,-49-25 17,0 25-17,0 25-15,0-50 31,0 49-31,0-49 16,0 25-16,0-25 0,0 50 31,0-26-31,0 1 16,-24 0-16,-1-25 31,25 25-31,-50-25 31,25 0-31,-24 0 16,49 0-1,-50 0 1,25 0 0,-49-25-16,49 0 31,0 0-31,-24 1 47</inkml:trace>
  <inkml:trace contextRef="#ctx0" brushRef="#br0" timeOffset="35260.01">7317 8657 0,'25'49'31,"25"-24"-31,-25 25 0,-1-50 16,1 25-16,0-1 31,-25 1-31,25 0 0,0-25 47,-25 0-47,24 0 0,1 0 31,25-99-31,24 0 15,1-1-15,-26 26 16,100-174 0,-99 174-16,24-26 31,1 1-31,-75 74 31</inkml:trace>
  <inkml:trace contextRef="#ctx0" brushRef="#br0" timeOffset="36211.07">15280 8756 0,'24'0'31,"1"0"-31,25 0 15,0 25-15,-26 0 0,51-1 32,-26 26-32,-24 0 0,0-50 31,0 24-31,0-24 15,-1 0 17,1 0-32,25 0 0,-25 0 15,99-198 1,-75 74-1,75-50-15,-99 125 32,74-100-32,-99 124 31,25 25 16,-25 0-32</inkml:trace>
  <inkml:trace contextRef="#ctx0" brushRef="#br0" timeOffset="36959.11">7491 15205 0,'25'0'32,"49"0"-32,1 50 15,49 49-15,-75-74 31,1 25-31,-50-50 0,49 0 63,76-50-48,-26-74-15,50-25 32,-25-49-32,49 49 0,-24-25 15,-99 149-15,74-49 31,-100 49-31,26 25 0</inkml:trace>
  <inkml:trace contextRef="#ctx0" brushRef="#br0" timeOffset="38136.18">14337 15974 0,'50'0'93,"74"0"-77,25 0 0,74 0-16,50 0 15,347 0-15,-223 0 31,24 0-31,75 0 0,472 0 16,-720 0-16,-25 0 31,-49 0-31,-25-25 0,-1-24 16,-98 49-16,0 0 31,-26 0-15,26 0-1,-25 0 1,24 0-16,-24 0 31,124-25-15,-75 0-1,-49 25-15,0-25 0,0 1 47,-25 24-31</inkml:trace>
  <inkml:trace contextRef="#ctx0" brushRef="#br0" timeOffset="42257.41">26243 11881 0,'-49'0'63,"49"0"30,-25 0 126,25 0-204,-50 0 1,50 0-16,-24 0 16,-1 0 15,0 25-31,0-25 62,0 0-31,25 0-31,-24 25 63,24-25-48,-25 0 1,25 0 15,-50 25-15,25 24-16,25 1 31,-25-25-31,25 0 16,0-1-1,0-24 1,0 25 15,25 0-15,0-25 15,0 0 0,-25 0 0,25 0-31,0 0 0,-1 25 31,26 0-31,-25-25 0,24 0 32,-24 0-32,0 0 15,-25 0 1,25 0-16,0 0 31,-1 0 16,1 0 93,-25 0-109,50-25-31</inkml:trace>
  <inkml:trace contextRef="#ctx0" brushRef="#br0" timeOffset="43820.5">26268 12601 0,'-49'0'31,"49"0"1,-75 0-32,50 0 15,-24 0-15,24 0 31,-25 0-31,-24 0 0,49 0 16,0 0-16,-24 0 16,-51 0-1,76-25 16,-76 0-31,100 0 0,-49 1 16,49-1 15,-50 25-31,50-25 0,0 0 16,-25 0-16,25 1 15,0-26 1,0 25-16,0-74 31,0 74-31,0-25 16,0 26 15,0-26-31,0 25 16,0-24-16,0 49 15,25-50 1,0-24 31,0 49-47,0 0 0,-25 25 15,0-25-15,24 25 31,1-25-31,0 1 0,0-1 16,0 0-16,-1 25 16,26-50-1,-25 50-15,0 0 31,-1-24-31,-24 24 0,50 0 16,0-25-16,-25 25 31,24-25-31,-24 25 0,25-25 31,-1 0-31,-24 25 0,0 0 16,0 0 15,24 0-31,-24 0 31,49 0-31,-49 0 0,25 0 16,-25 0 15,-1 25-31,-24-25 16,25 25-16,0-25 31,49 50-31,-74-50 16,25 24-1,0 1 1,-25-25-16,25 25 0,0 25 31,-25-50-31,24 49 16,-24 1-16,0-50 0,0 25 31,25 24-31,-25-24 0,0 25 31,0 49-31,0-74 16,0 49-1,0-49-15,-74 74 16,49-74 15,25 0-31,-25 0 0,0-25 16,1 49-16,24-49 15,-25 25 1,-25 25-16,1-26 31,49-24-31,-25 0 0,0 0 16,0 0 46,0 25-15</inkml:trace>
  <inkml:trace contextRef="#ctx0" brushRef="#br0" timeOffset="48964.8">12254 13345 0,'-25'0'31,"-25"0"-31,50-25 0,-25 25 31,0-25-31,1 1 0,-1-1 16,0 0 15,0 25-31,25-25 16,-49 25 15,49 0 0,-25-25-31,25 25 16,-50 0-16,50 0 31,-25 0 0,25 0-31,-49 0 16,24 0-1,0 0 1,0 0-16,1 0 31,-1 0-31,0 0 0,0 25 31,-74 25-31,74-25 16,-24-1 0,24-24 30,-25 50-46,1-25 16,49 0 0,-25-1 15,0 26-31,0-25 15,25 0-15,0-1 32,0-24-32,0 25 0,0 25 15,0-25-15,0 24 16,0-24-1,0 25-15,0-26 0,50 150 32,-25-149-17,24 49-15,-24-49 0,0 0 31,0-25-31,-1 0 0,26 0 0,0 49 32,-1-49-32,26 0 15,73 0-15,-73 0 31,49 0-31,-50 0 0,1 0 32,49-49-32,-99 24 15,-1 25-15,-24-25 16,25 25-1,50-25-15,-26 1 16,-24-1-16,0 0 16,0 0-1,-25 0-15,24 1 0,-24-26 31,0 25-31,0-24 16,0 49-16,0-75 0,0 50 47,-24-148-47,-1 148 0,-50-74 15,26 24 1,24 51-16,25-1 0,-25-25 31,0 25-15,1 25-1,24-25 17</inkml:trace>
  <inkml:trace contextRef="#ctx0" brushRef="#br0" timeOffset="51268.93">14784 11038 0,'0'-25'47,"0"25"-47,-25 0 31,-25 0-31,50 0 16,-25 0 0,25 0-16,-49 0 31,-26 0-31,51 0 31,-26 25-31,50-25 16,-25 0-16,-49 50 0,24-26 15,0 1 16,50-25-31,-24 25 16,-1-25 0,25 25-1,-25 0-15,0 0 0,0-1 31,1 1-31,24-25 16,0 25-16,-25-25 0,25 25 31,-50 49-15,25-74-1,25 25 1,-24 0 15,24 49-31,0-49 31,0 25-31,0-1 0,0-49 16,0 50-16,0-1 0,24-24 31,51 99-31,-75-124 0,25 25 16,24 0 15,-49 0-31,0-1 0,25 1 0,25 0 31,-26-25-31,51 25 16,-50-25-16,0 0 0,49 0 31,25 0-15,-49 0-1,-1-25-15,1 25 31,74-25-31,-99 0 0,0 1 16,-1-1-16,26 0 31,0-25-31,-26 50 16,1-24 15,-25 24-31,0-50 0,0 0 16,0 26 46,0-274-62,0 273 16,0 0-1,0 1 1,0-1-1,-25 25-15,25-25 16,0 0-16,-74-49 16,0-1-1,74 50 1,-50 25-1,50-24 1,-25 24-16,25 0 31,-25-25-15,1 25-16,24 0 62,-25 0-46,-50 0-16</inkml:trace>
  <inkml:trace contextRef="#ctx0" brushRef="#br0" timeOffset="53803.07">16619 13246 0,'0'-25'32,"0"0"14,0 0-30,-49-24-16,-1 24 16,0 25-16,1-25 15,24-25 1,0 50-16,25 0 15,-50 0-15,26 0 0,-1 0 16,0 0 0,-25 0-1,1 0 1,-26 0-16,26 0 0,-26 0 15,26 0 1,-1 0-16,1 0 16,24 0-1,0 0-15,0 25 31,25-25-31,-49 50 32,-1-1-32,50-24 15,0 25-15,0 24 16,0-49-16,0 25 15,0-25 1,0 49-16,0 0 16,25-24-16,24 24 0,-24-49 15,-25 50-15,50-1 16,-1-49 31,125 173-47,-124-173 15,49 25 1,-50-50-16,1 0 31,74 24-31,-74 26 0,-50-50 31,74 0-31,-24 0 16,99 0-1,-75-50 1,-24 26-16,-50-1 0,49 0 31,75-99-15,-99 99-1,0 0-15,0 1 32,24-100-32,-49 99 15,0-25 1,0 1-1,0-51-15,0 51 16,-49-75 0,-1 74-16,-24-49 15,24 24 16,0 51-31,50 24 32,-49-25-32,24 25 15,-74 0-15</inkml:trace>
  <inkml:trace contextRef="#ctx0" brushRef="#br0" timeOffset="55084.15">15925 14064 0,'0'0'47,"24"0"-47,26 25 0,-50-25 31,25 0-31,-25 25 0,49 0 31,-49-25-15,50 0-16,49 0 15,100-75 1,123-173-16,-99 99 31,125-123-31,-200 123 0,1-25 16,-124 149-16,50-99 15,-75 75 1,24 24-16,26-25 31</inkml:trace>
  <inkml:trace contextRef="#ctx0" brushRef="#br0" timeOffset="56556.23">26938 11906 0,'25'0'47,"24"-25"-31,1-24 15,-25 49-31,0 0 0,49 0 31,50 0-31,99 0 16,-124 0-16,-24 0 15,49 0-15,-50 0 0,-24 0 32,49 0-32,25 0 0,-49 0 15,-26 0-15,-24 0 16,0 0-1,49 0-15,-24 0 0,-25 0 32,74 0-32,-25 0 15,1 0-15,24 0 16,50 0-1,-125 0 1,101 0-16,-51 0 31,-24 0-31,-26 0 16,1 0-16,0 0 15,0 0 17</inkml:trace>
  <inkml:trace contextRef="#ctx0" brushRef="#br0" timeOffset="57620.28">30237 11733 0,'-50'0'31,"1"0"-31,-51 0 0,100 0 16,-24 0-16,-51 24 16,50 1-16,1-25 0,-26 25 31,50-25-31,-25 0 15,0 25-15,1 0 32,24-1-17,0 1 16,0-25-15,0 50 0,24-50-1,26 0 1,0 0-16,-1 0 31,26 0-31,-51 0 0,1 0 16,0 0-16,0 0 0,24 0 15,1-25-15,-25-25 31,25 1-31,-50-1 0,0-49 32,0 74-32,0-24 15,0 24 1,0-25-1,-25 1-15,0-1 16,25 50-16,0-25 16,0 25 15,-25-25-31,25 25 0,0 0 125,0 50-110,0 49 1,25-24-1,25 24-15,-26-50 0,-24 26 47,75 123-47,-75-198 78</inkml:trace>
  <inkml:trace contextRef="#ctx0" brushRef="#br0" timeOffset="58667.35">29840 11013 0,'-50'0'16,"-74"0"-1,124 0 1,-74 25 0,49-25-16,-24 50 0,-1-26 31,25 1-31,0 50 0,1-1 15,24-24 63,49 545-78,1-521 32,24 26-32,1-1 0,-26-25 31,150 150-16,-100-200-15,-74 26 47,198 24-31,-149-74-1,26 0-15,-26 0 16,0 0-16,1-24 31,-1-76-31,-24 51 31,-1-100-31,-24 75 0,50-175 16,-75 175 0,0-25-16,24-25 0,-24 49 31,0-49-31,0 50 15,-24 24-15,24 26 0,0-1 32,-50-50-32,25 26 15,-24 24-15,-1-25 16,25 1-16,-24 24 15,-26 0 1,-49-49-16,99 49 16,-49 0-16,49 0 15,0 25 1,1 0-16,24 0 15,-25 0-15</inkml:trace>
  <inkml:trace contextRef="#ctx0" brushRef="#br0" timeOffset="60501.46">14312 15379 0,'0'0'16,"25"0"0,0 0-16,-25 0 31,25 0-16,0 0-15,-1 0 32,125-50-32,-99 1 31,49-51-31,25-24 0,-25 50 0,50-100 31,174-74-31,-175 100 0,-73 98 31,-26 0-31,1 1 47</inkml:trace>
  <inkml:trace contextRef="#ctx0" brushRef="#br0" timeOffset="61220.5">18405 14883 0,'25'0'15,"-25"0"-15,25 0 16,-1 0 15,1 25-31,0-25 16,25 0-16,-50 0 31,49 0-31,1 0 0,0 0 0,24 0 31,149-124-31,-49-25 0,49 25 16,25-50-16,50 0 31,446-148-31,-645 272 15,25-24 1,-74 49-16,-25 0 31</inkml:trace>
  <inkml:trace contextRef="#ctx0" brushRef="#br0" timeOffset="69372.95">28228 11038 0,'0'-25'15,"0"25"-15,0-49 32,0 49-17,25 0 1,-1 0-16,26 0 47,-25 0-47,24 0 31,75 49 0,-124-24-31,0-25 47,0 25-47,0-25 15,0 25-15,0-1 0,0 1 16,0-25 0,0 25-1,-74 25 1,49-50 15,0 0-31,1 25 31,-26-1-31,50-24 47,0 25-16,0 0-15,0 0 15,50 0-31,24-1 16,-49-24-16,49 25 31,-74-25 0,25 0 16,25 0-32,-50 0 17,24 0-32,1 0 31</inkml:trace>
  <inkml:trace contextRef="#ctx0" brushRef="#br0" timeOffset="69988">24011 14486 0,'25'-25'16,"-25"25"-1,25 0 1,49 0-16,-24 0 31,49 0-31,-74 0 0,24 0 16</inkml:trace>
  <inkml:trace contextRef="#ctx0" brushRef="#br0" timeOffset="70334.02">24333 14833 0,'25'0'16,"74"0"-1,-49 0 1,24 0-16,-74 0 47</inkml:trace>
  <inkml:trace contextRef="#ctx0" brushRef="#br0" timeOffset="70790.03">25350 14163 0,'0'0'16,"25"25"15,25 50-31,-1 98 16,-24-123 15,0 49-31,-25-74 0,0-25 31,0 50-31,0-26 0,25-24 16</inkml:trace>
  <inkml:trace contextRef="#ctx0" brushRef="#br0" timeOffset="71193.07">26119 14039 0,'25'0'31,"50"50"-15,-51 99-16,-24 49 31,0-123-31,50-1 31,-25 75-31</inkml:trace>
  <inkml:trace contextRef="#ctx0" brushRef="#br0" timeOffset="71631.09">25921 14436 0,'0'-24'0,"25"-76"31,74 100-31,-49 0 31,148-25-31,-124 25 32,-24 0-32,-25 0 0</inkml:trace>
  <inkml:trace contextRef="#ctx0" brushRef="#br0" timeOffset="72441.14">26863 13990 0,'50'0'31,"0"0"-31,-26 0 0,26 25 31,-50 24-31,0-24 31,0 0-31,0 0 16,0-1-16,0-24 47,0 25-32,0-25 17,-25 0-1,25 0 0,25 0-31,0 0 16,25 0-16,-26 0 15,1 124 16,-25-99 1,0 25-32,0-50 15,0 25-15,-25 24 0,25-49 31,-49 25-31,24-25 16,25 0-16,-25 0 16,-25 0-1,26 0-15,-1 0 0,0 0 31,-25-50-31,26 26 0,-1-1 16,25 0 15</inkml:trace>
  <inkml:trace contextRef="#ctx0" brushRef="#br0" timeOffset="72902.16">27583 14114 0,'0'25'31,"0"24"-31,0 26 15,0-26-15,0-24 16,0 25-16,0-1 16,0 1-16,0-25 31,0 0-31,0 24 0,0-49 15,0 25 1,0 0 0</inkml:trace>
  <inkml:trace contextRef="#ctx0" brushRef="#br0" timeOffset="73322.19">27484 14287 0,'0'-24'15,"0"24"17,24 0-32,26 0 0,0 0 15,-26 0-15,26 0 31,0 0-31,-50 24 16,24 1 15,-24-25-15</inkml:trace>
  <inkml:trace contextRef="#ctx0" brushRef="#br0" timeOffset="74173.23">28277 14039 0,'0'0'16,"50"0"-16,-25 0 16,0 0-16,-25 50 15,0-50 1,0 74-1,0 1-15,0-50 16,0 24-16,0-24 0,0 0 16,0 0-1,-25 24 1,0-49-16,25 0 15,-74 25-15,74-25 47,-50 25-47,100 0 94,-26 0-79,26-25 1,0 0-16,-26 0 16,1 0-16,25 0 15,24 49-15,50-49 16,50 25-1,-1 0-15,1 24 16,-50-24-16,-99-25 0,0 0 31,-25 25 32</inkml:trace>
  <inkml:trace contextRef="#ctx0" brushRef="#br0" timeOffset="74799.27">24457 15577 0,'25'25'16,"25"-25"-16,49 0 15,149 25-15,-149-25 31,149 0-31,-173 0 16,-50 0-16,-1 0 0,-24 0 47,-74 74-47</inkml:trace>
  <inkml:trace contextRef="#ctx0" brushRef="#br0" timeOffset="75139.28">24482 16073 0,'50'25'15,"49"-25"17,496 50-17,-446-50 1,-50 0-16,-24 0 15</inkml:trace>
  <inkml:trace contextRef="#ctx0" brushRef="#br0" timeOffset="76006.34">26491 15329 0,'-24'0'16,"-26"0"-16,25 0 16,0 0 15,-49 0-31,74 0 15,-25 25-15,0 25 0,25-25 16,0 24 0,0 1-16,0 49 15,0-74 1,0 0-16,0-1 31,0 26-31,25-25 0,0 0 16,25 49-16,-1-49 15,1 24-15,-25-49 31,-1 0-31,-24 0 0,75 0 32,-26 0-32,-24 0 15,-25-99 1,0 25-1,0 49-15,0 0 16,0 0-16,0 1 16,0 24-1,0-25 16,-49 25-31,-1 0 0,0 0 16,26 0-16,-26 0 16,-74 0-16,124 0 15,-50 49 1,26-24-16,-26 25 15,50-25-15,0-1 32,0 1-32,0 0 0,0 0 31,0-25-31,0 25 0,0-1 15,0 1-15,50 0 32</inkml:trace>
  <inkml:trace contextRef="#ctx0" brushRef="#br0" timeOffset="76421.37">26318 16421 0,'25'0'16,"24"0"-16,100-25 16,-25 25-16,25-25 0,-50 25 31,-25 0-31,-24 0 15</inkml:trace>
  <inkml:trace contextRef="#ctx0" brushRef="#br0" timeOffset="76893.39">26615 16594 0,'50'0'47,"74"0"-32,-50 0 16,125 0-31,-174 0 16,-25 0-16,25 0 16</inkml:trace>
  <inkml:trace contextRef="#ctx0" brushRef="#br0" timeOffset="-23010.49">26219 13146 0,'49'0'93,"1"-24"-93,-1-1 32,175-25-32,-76 50 15,125-49-15,-124 24 16,-50 25-1,25 0-15,25 0 0,-25 0 32,447 0-32,-422 0 31,74 0-31,-99 0 31,0 0-31,-25 0 0,-25 0 16,26 0-16,-1-25 15,-25 25-15,26-50 16,-1 26-16,-25 24 31,-24 0-31,-1-25 0,-24 25 16,50 0-1,-51 0 1,26 0-16,-25 0 15,0 0 17,-1 0-32,-24 0 15,25 0-15,0 0 47,0 0-47,0 0 0,24 0 16,26 0-16,-26 0 31,-24 25-31,0-1 0,-25-24 31,25 0-31,0 0 31,-1 25-31,-24-25 0,75 25 31,-50 0-31,24-25 16,26 49-16,-1 1 16,0-50-16,26 25 15,-51 24 1,-49-49-16,25 0 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29:15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12799 5606 0,'-25'0'63,"-24"0"-48,24 0-15,-25 0 16,-49 25-16,50-1 16,-1 26-16,0 0 15,-24-26-15,49 26 16,0-50-16,1 50 16,-1-50-16,25 49 15,-25 1-15,0-25 16,25 0-1,-25-1-15,25 26 16,0-25-16,-49 24 16,49-24-16,0 25 15,-25 24-15,0 25 16,25-49-16,0-25 16,-50 99-16,50-50 15,0 1-15,0-51 16,0 26-16,0-25 15,0 25-15,0-26 16,0 26-16,0 0 31,0-26-31,0 26 16,0 0-16,0-26 16,0 26-1,25 0 1,-25-1-16,0-24 15,50 49-15,-25-49 16,-1 25-16,26-1 16,-25-24-1,0 0-15,0-25 32,24 0-17,-24 0 1,25 0-16,-26 0 15,26 0-15,-25 0 16,0 0-16,24 0 16,1-50-16,-1 26 15,1-26-15,0 0 16</inkml:trace>
  <inkml:trace contextRef="#ctx0" brushRef="#br0" timeOffset="625.3">12750 7441 0,'24'-24'0,"-24"-1"46,50-25-14,-25 25-1,-25 1-15,0-1-1,49-74 1,-24 49-1,0 0-15,-25 1 16,50-1-16,-50 25 16,24-24-16,-24 24 15,0 0-15,0 0 16,25-49-16,-25 24 16,0 25-16,0-49 15,0 49-15,25-49 16,-25 49-16,25-49 15,-25 49-15,0-25 16,0 25-16,0 1 16,0-1-16,0 0 15,0 0 1,0 0 0,0 1-16,-25-26 15,25 25 1,-25 0-16,0 1 15,25-26-15,-24 25 16,-1 0-16,25-24 16,-25 49-16,0-25 15,25-25 1,0 25 0,-25 1-1</inkml:trace>
  <inkml:trace contextRef="#ctx0" brushRef="#br0" timeOffset="13090.51">16321 5308 0,'-24'0'47,"-26"0"-31,0 0-16,1 25 16,24 0-16,-49 24 15,49-24-15,25 0 16,-50 0-16,25 49 15,1-49-15,-1 49 16,-25-24-16,25 0 16,1 24-16,24-24 15,-25 24-15,25-49 16,-25 74-16,25-49 16,0-1-16,-25 26 15,25-26-15,0-24 16,0 25-16,0-25 15,-25 74-15,25-25 16,0-24-16,0 24 16,0-24-16,0 49 15,0-49-15,0 24 16,25-24-16,25 49 16,-25-49-16,-1-50 15,26 49-15,-50-24 16,25 0-16,0-25 15,-1 0-15,26 0 16,0 49 0,-1-49-16</inkml:trace>
  <inkml:trace contextRef="#ctx0" brushRef="#br0" timeOffset="13313.9">16619 6821 0,'0'0'0,"0"-74"0,0-1 16,0 26-1,0-26-15,0 1 0</inkml:trace>
  <inkml:trace contextRef="#ctx0" brushRef="#br0" timeOffset="13464.8">16495 6176 0,'0'0'0,"-49"-124"32,49 100-32,-25-1 15,25 0-15</inkml:trace>
  <inkml:trace contextRef="#ctx0" brushRef="#br0" timeOffset="22776.54">21208 8657 0,'0'25'31,"0"-1"-15,0 1 15,25-25-15,0 0-1,24-49 1,1 24-16,24-50 16,-24 1-16,-1 24 15,-24 26-15,50-51 16,-51 26-16,1 24 15,0 0 1,0 25-16,-25-25 78</inkml:trace>
  <inkml:trace contextRef="#ctx0" brushRef="#br0" timeOffset="24945.27">14015 8979 0,'24'0'16,"-24"25"-1,50 0 1,-50 0 0,0 0-1,25-25 16,24 0-31,26 0 16,-26-25-16,76-75 16,-26 26-16,50-25 15,-75 0-15,0 99 16,1-75-16,24 26 16,0-1-1,-49 0-15,24 1 16,-49 49-16,0-25 15,24 0-15</inkml:trace>
  <inkml:trace contextRef="#ctx0" brushRef="#br0" timeOffset="27315.59">7714 14163 0,'0'25'32,"0"0"-17,0 0-15,25 0 63,0-25-63,0 0 15,49-50-15,50-24 16,0-1-16,-49 1 16,49-25-16,24 24 15,-73 26-15,24-26 16,50-24-16,-100 49 16,-24 50-16,0-49 15,0 49-15,-25-25 16,0-25-1,25 26-15</inkml:trace>
  <inkml:trace contextRef="#ctx0" brushRef="#br0" timeOffset="39897.89">26863 16917 0,'25'0'63,"25"0"-63,24 0 15,-49 0-15,50-25 16,24 25 0,-25 0-1,-49 0 1</inkml:trace>
  <inkml:trace contextRef="#ctx0" brushRef="#br0" timeOffset="40392.94">27062 16991 0,'74'0'94,"26"0"-79,-51 0-15,-24 0 16,25 0-16</inkml:trace>
  <inkml:trace contextRef="#ctx0" brushRef="#br0" timeOffset="160835.47">28178 10393 0,'-25'0'15,"1"0"-15,-1 0 16,-25 0 0,25 0-16,-49 0 15,-25 0 1,-1 0-16,1 0 16,0 0-16,0 0 0,-25 0 15,0 0-15,-50 0 16,50 0-16,25 0 15,-25 0-15,99 0 16,-25 25-16,-24 0 16,24 0-1,1-1-15,-26 1 16,26 0-16,-1 0 16,-24 0-16,-1-25 15,1 24-15,-25-24 16,-50 75-16,50-50 15,-50-1-15,25 51 16,25-26-16,-1 1 16,1 49-16,50-49 15,-1-1-15,25 51 16,0-51-16,1 1 16,-1 24-16,0-24 15,25 0-15,0-1 16,0 26-16,0-26 15,0-24-15,0 49 16,0 1-16,0-50 16,0 49-16,0 0 15,0-24 1,0 24-16,0-49 0,0 25 16,0-25-16,50 74 15,-26-49 1,1-26-16,0 51 15,25-26-15,-1 1 16,1 0-16,49-1 16,-49-24-16,49 25 15,25-26-15,-25 26 16,99-25-16,1 49 16,24-49-16,0 0 15,-24-25-15,-1 0 16,75 0-16,-50 0 15,-24 0-15,-1 0 16,-24 0-16,-75 0 16,100 0-16,-100 0 15,25 0-15,-25 0 16,0 0-16,0 0 16,25 0-16,25 0 15,50 0-15,-26 0 16,26 0-16,-75 0 15,0 0-15,49 0 16,-24 0-16,-25 0 16,0 0-1,0 0-15,75 0 16,-50 0-16,99 0 16,-25 0-16,0 0 15,-49 0-15,-50 0 16,0 0-16,-25-25 15,-25-25-15,-74 26 16,25-1-16,-25 0 16,25-25-1,0 26-15,-25-26 16,0 25 0,0-24-1,0 24-15,0-25 16,0 25-1,0 1-15,0-26 0,0-24 16,0 49-16,0 0 16,0-49-16,0 24 15,0 25-15,0 0 16,-25-24-16,25 24 16,-25-25-16,0 25 15,1 1 1,-1-1-16,-25-50 0,1 26 15,-1-1-15,-24 1 16,24 24-16,-49-50 16,49 51-1,1-26-15,-1 25 16,0 25-16,1-74 16,24 49-16,-49 0 15,-1-24-15,26 49 16,-26-50-16,1 25 15,-26 0-15,76 1 16,-76-26-16,26 25 16,-25 0-16,74 0 15,-49 1-15,24-1 16,0 0-16,1 0 16,-26-24-16,26 24 15,-50 25-15,-26-25 16,26 0-16,-25 0 15,50 1-15,49-1 16,-49 25-16,49-25 16,-25 0-16,1 25 15,24 0 1,-50-25-16,1 1 16,24-1-16,-24 25 15,0-50-15,49 50 16,0-25 15,0 25 0,-49-24 1,-50-1-32,0 25 15,-25-50-15,25 25 16,-25 1-16,25 24 15,50-25-15,-1 25 16,1-25-16,49 25 16,0 0-1,-25 0 32,26 0 0,-1 0 62,0 0-93,0 0-16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30:24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7888 6573 0,'25'-25'63,"-1"25"-32,26 0-15,0 0-1,24 0-15,25 0 0,-24 0 16,-1 0 0,-24 0-16,-1 0 15,-24 0-15,25 0 0,-1 0 16,-24 0 0,0 0-1,25 0-15,-26 0 16,1 0-16,50 0 15,-51 0-15,26 0 16,0 0-16,-1 0 16,26 25-16,-1-25 15,-24 0-15,-25 0 16,-1 0-16,51 0 16,-50 0-16,49 0 15,-49 0-15,24 0 16,-24 0-16,50 0 15,-51 0-15,26 0 16,-25 0-16,24 0 16,1 0-16,49 0 15,0 0-15,1 0 16,49 0-16,-1 0 16,-24 0-16,-24 0 15,48 0-15,-48 0 16,-1 0-1,0 0-15,50 0 16,-75 0-16,26 0 16,-1 0-16,0 0 15,-25 0-15,1 0 16,-50 0-16,24 0 16,1 0-16,49 50 15,-25-50-15,1 25 16,24-25-16,25 24 15,0-24-15,-25 0 16,-24 0-16,-1 0 16,-49 0-16,25 0 15,-26 0-15,1 0 16,50 0-16,-1 0 16,0 0-16,50 0 15,1 0-15,-1 0 16,24 0-16,-48 0 15,24 0-15,-50 0 16,0-24-16,-24 24 16,0 0-16,-1-25 15,26 25-15,-26 0 16,26 0-16,-51 0 16,26-25-16,25-25 15,-26 50 1,26 0-16,-26 0 15,50 0-15,25 0 16,-24 0-16,-51 0 16,50 0-16,1 0 15,-1 0-15,25-24 16,-50 24-16,1-25 16,24 25-16,-25-50 15,-24 50-15,24 0 16,-24 0-16,0 0 15,24 0-15,-49 0 16,24 0-16,-24 0 16,50 0-16,-51 0 15,26 0-15,24 0 16,-49 0-16,25 0 16,-25 0-16,0 0 15,49 0 1,-24 0-1,-26 0-15,51 0 16,-1 0-16,1 0 16,-26 0-1,26 0-15,-51 0 0,51 0 16,-26 0 0,1-25-16,0 1 15,-1 24-15,1 0 16,49 0-16,-25 0 15,51 0-15,-26 0 16,-25 0-16,25 0 16,-49 0-16,0 0 15,-1 0-15,26-25 16,-26 25 0,-24 0-16,0 0 15,0 0-15,-1 0 16,-24-25-1,25 25 1</inkml:trace>
  <inkml:trace contextRef="#ctx0" brushRef="#br0" timeOffset="4752.04">5507 8086 0,'0'-24'109,"24"24"-93,1 0 0,25 0-1,24 0 1,1 0-16,-26 0 0,26 0 16,-1 0-16,-49 0 15,74 0 1,-49 0-16,-1 0 15,26 0-15,-26 0 16,1 0-16,24 0 16,-49 0-16,50 0 15,-1 0-15,0 0 16,-24 0-16,24 0 16,1 0-16,-1 0 15,-49 0-15,50 0 16,-51 0-16,26-25 15,0 25 1,-26 0 0,76-25-1,-51 25-15,26 0 0,-1 0 16,0 0-16,-24 0 16,24 0-16,1 0 15,-50 0-15,74 0 16,0 0-16,-24 0 15,49 0-15,-50 0 16,0 0-16,1 0 16,-50 0-1,-1 0-15,1 0 16,0 0-16,0 0 16,24 0-16,1 0 15,24 0-15,1 0 16,-1 0-16,25 0 15,-49 0-15,25 0 16,-1 0-16,0 0 16,-24 0-16,24 25 15,50-25-15,-24 49 16,-1-49-16,25 0 16,-50 0-16,1 0 15,-1 0-15,-49 0 16,49 0-16,-24 0 15,-25 0-15,0 0 16,74 0-16,-25 0 16,1 0-16,49 0 15,0 0-15,-25 25 16,0-25-16,-25 0 16,-24 0-16,0 0 15,-1 0-15,26 0 16,-26 0-16,51 0 15,24 0-15,24 0 16,-24 0 0,-24 0-16,73 0 15,-123 0-15,24 0 16,1 0-16,-50 0 16,49 25-16,75 25 15,-100-50-15,51 24 16,-26-24-16,25 0 15,0 0-15,-24 0 16,-1 0-16,25 0 16,1-24-16,-26-1 15,25 25-15,50 0 16,-50 0-16,1 0 16,-1 0-16,0 0 15,0 0-15,0 0 16,50 0-16,25 0 15,-50 0-15,0 0 16,25-25-16,49-25 16,-123 50-16,24 0 15,25-24-15,-25 24 16,-49 0-16,74 0 16,0 0-16,0 0 15,0 0-15,-50 0 16,-24 0-1,-1 0-15,1 0 16,0 0-16,-26 0 16,26 0-16,0 0 15,24 24-15,1-24 16,24 0-16,0 0 16,0 0-16,0 0 15,1 0-15,-1 0 16,-25 0-16,25 0 15,-49 0-15,24 0 16,1 0-16,-25 0 16,49 0-16,-50 0 15,-24 0-15,25 0 16,-25 0-16,24 0 16,26 0-16,-1 0 15,25 0-15,-24 0 16,49 0-16,-25 0 15,0 0-15,75 0 16,-75 0-16,0 0 16,-24 0-1,-1 0-15,25 0 16,0 0-16,-24 0 16,24 0-16,-25 0 15,26 25-15,-26 0 16,25-25-16,-49 0 15,49 0-15,50 0 16,-25 0-16,-25 0 16,75 0-16,-75 0 15,50 0-15,0 0 16,-75 0-16,1 0 16,-1 0-16,-24 0 15,-1 0-15,-24 0 16,0 0-16,0 0 15,24 0 1,-24 0-16,25 0 16,-26 0 15,26 0-15,-25 0-1,49 0-15,1 0 16,-26 0-16,51 0 15,-1 0 1,0 0-16,-25 0 16,1 0-16,-50 0 15,49 0-15,-24 0 16,-26 0-16,1 0 16,25 0-1,-25 0 1,-1 0-16,1 0 15,0 0 17,0 0-32,0 0 15,-1 0-15,26 0 16,-25 0-16,24 0 16,1 0-16,25 0 15,-26 0-15,-24 0 16,25 0-16,-26 0 15,51 0-15,24 0 16,-74 0-16,74 0 16,0 0-16,0 0 15,-24 0-15,24 0 16,-74 0-16,49 0 16,1 0-16,-26 0 15,1-50 1,-25 50-16,24 0 0,26 0 15,-26 0 1,26 0-16,-1 0 16,-24 0-16,-1-24 15,-24 24-15,25-25 16,-1 25-16,26 0 16,-26 0-16,1 0 15,49 0-15,-24 0 16,24 0-16,-25 0 15,26 0-15,-26-50 16,-24 50-16,24 0 16,0 0-16,1 0 15,-26 0-15,1 0 16,-25-25 78</inkml:trace>
  <inkml:trace contextRef="#ctx0" brushRef="#br0" timeOffset="8056.85">19546 6623 0,'-25'0'62,"0"0"-46,1-25-16,-1 25 15,-25 0 1,25 0 0,-49-50-16,-50 50 15,25-24-15,49 24 16,1-25-16,-1 25 16,0 0-16,26 0 15,-26 0 1,0 0-1,1 0-15,-1 0 16,-24 0-16,24 0 16,-49 0-1,0 0-15,-1 0 16,1 0-16,-74 0 16,123 0-16,-24 0 15,-1 0-15,50 0 16,-49 0-16,49 0 15,-24 0-15,24 25 16,0-25 31,-25 24-31,50 1-16,-99 25 15,74-25-15,-24-25 16,-26 74-16,50-74 15,25 25 1,-24 0 47,-1-25-63,25 24 15,0 1-15,0 0 16,0 0 31,-25-25-47,25 25 15,0 0-15,0-1 16,0 1 0,0 0-16,-50 25 15,50-26 1,0 1-1,0 0-15,0 0 16,0 24-16,0 1 16,0 24-16,0-24 15,-24 24-15,24-49 16,0 0-16,0 0 31,0 0-15,0-1-16,0 51 31,0-50-31,0-1 16,24-24-16,-24 25 15,25 0-15,0 0 16,0-25 0,24 25 30,-24-25-30,25 24-16,-1-24 16,1 25-16,0-25 15,-1 25-15,-24 0 16,25-25-16,-1 25 16,-24-25-1,0 0-15,25 0 16,-1 0-16,1 0 15,24 0-15,1 0 16,24 0-16,0 24 16,-25-24-16,26 25 15,-76 0-15,26-25 16,-25 0 0,0 0-16,-1 0 15,1 0 1,25 0-1,0 0 1,-26 0-16,26 0 16,0 0-1,24 0 1,0 0-16,-24 0 16,24 0-16,-24 0 15,-25 0-15,0 0 16,-1 0-1,1 0 1,0 0-16,0 0 16,0 0-16,49 0 15,-49 0-15,74 0 16,0 0-16,-24 0 16,-1 0-16,1 0 15,24 0-15,-74 0 16,74-25-16,-74 0 15,24 25-15,1-24 16,-50-1 0,25 25-1,24-25 17,-24 25-32,25-25 15,-26 0-15,1 25 16,0 0-16,0-24 15,0-1-15,-25 0 16,24 25 15,26-25-31,-25 0 16,0 1 0,24-1-1,-49 0 1,25 0-1,-25 0 17,0 1-17,0-1 1,0 0 0,0 0-1,0 0 1,0 1-16,0-1 15,0-25 1,0 25 0,0 1-1,-25 24 1,25-25-16,-25-25 16,1 25-1,24 1 1,-25-1-16,0 0 15,25-25 1,0 26-16,-25 24 16,25-25-1,0-25-15,-25 50 16,1-25-16,24-24 16,-25 49-1,25-25 1,-25 25-16,0-50 15,0 25 1,25 1 0,-24-1-1,-1 0 1,0 0 0,0 25-1,0-25 1,1 25-1,-1-24 1,0-1 0,-25 25-1,26 0-15,-1-25 16,0 25 0,0-25-16,-24 25 15,24 0-15,-25-25 16,1 25-16,-26-24 15,26 24-15,-1 0 16,0-25-16,25 25 16,1 0-1,-1 0-15,0 0 16,-25 0 0,1 0-1,24 0-15,0 0 16,0 0-1,1 0 1,-1 0 0,0 0-1</inkml:trace>
  <inkml:trace contextRef="#ctx0" brushRef="#br0" timeOffset="16287.31">7764 9922 0,'-50'0'32,"25"0"-17,-24 0-15,-26-25 16,1 25-1,-25-25-15,24 25 0,1 0 16,-25-49 0,49 49-16,-24 0 15,-1 0-15,26-25 16,-26 25-16,1-25 16,-1 25-16,51 0 15,-1 0-15,0 0 16,-25 0-16,1 0 15,-26 0-15,-24 0 16,0 0-16,0 0 16,-50 0-16,50 0 15,-75 25-15,25 24 16,50-24-16,-75-25 16,50 25-16,0 25 15,25-50-15,0 0 16,24 24-16,1 1 15,24 0-15,-24 0 16,0 0-16,-26 0 16,1 24-16,50-24 15,-1 0-15,25 0 16,-24 24-16,-1-24 16,25 0-16,0 49 15,-24-49-15,49 0 16,-50 24-16,25-24 31,25 0-31,-24 0 16,24 0-16,0-1 15,0 26-15,0 0 16,0-1-16,0 1 16,0-1-16,24 26 15,26-1-15,-25 25 16,24-74-16,1 50 15,0-26-15,24 1 16,-24 0-16,74 24 16,-25 0-16,-50-24 15,75 24-15,-24-24 16,24 24-16,25 26 16,-25-51-16,0-24 15,49 25-15,-24-26 16,49 26-16,-24 0 15,-25-26-15,49-24 16,-49 25-16,25 25 16,-25-50-16,49 0 15,50 0-15,0 0 16,50 0-16,74 0 16,-25 0-1,25 0-15,-24 0 16,24 0-16,-25 0 15,-74 0-15,24 0 16,-24 0-16,-50 0 16,75 0-16,0 0 15,-1 0-15,26 0 16,-75 0-16,50 0 16,-26 0-16,-23-50 15,-125 1-15,24-1 16,-24 25-16,50-49 15,-75 49-15,-24 0 16,24-24-16,-25 24 16,75-50-16,-74 75 15,24-24-15,-25-1 16,1-25-16,49 25 16,-75-24-16,1-1 15,-25 25-15,-1 1 16,1-1-1,0 0-15,-25 0 32,25 0-32,-25-49 15,49 49-15,-49-24 16,0 24-16,0-50 16,0 50-16,0-24 15,0 24-15,-24-49 16,-1 49-16,-25-25 15,25 1-15,-49-26 16,-25 1-16,24 24 16,-123-49-16,99 49 15,-125-49-15,100 50 16,-24-26-16,-76 26 16,125-1-16,-25 0 15,25 1-15,-50 24 16,25 0-16,-149-49 15,75 74-15,-75-25 16,99 0-16,-148-49 16,24 74-16,1 0 15,-1-25-15,-74-25 16,74-24-16,25 49 16,0 0-16,75 0 15,0-24-15,-26 24 16,100 25-16,25 0 15,25 0-15,49 0 16,-50 0 0,51 0-16,-26 0 15,25 0-15,-49 0 16,-1 0-16,1 0 16,24 0-16,1 0 15,-1 0-15,25 0 16,1 0-1,-1 0 1,-25 25 15,25 0-31,1-1 16,-1 1-16,0-25 16,-25 25 62,25 0-63</inkml:trace>
  <inkml:trace contextRef="#ctx0" brushRef="#br0" timeOffset="97239.38">19174 6871 0,'0'25'47,"25"0"-31,0-1-16,-1 26 31,1-50 16,0 0-47,25 0 16,-1 0-1,50-25-15,-49 0 0,25-24 16,-26 24-16,50-25 15,-49 1-15,-25 49 16,49-25-16,-24 0 16,-1 0-1,-24 0-15,25 1 16,-25 24-16,49-50 16,0 25-16,26-24 15,-51 24-15,26 0 16,-51 0-1,1 25-15,25-25 32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30:49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11757 6796 0,'-24'-24'94,"-26"24"-47,25 24-47,-49-24 15,49 25-15,-25 0 16,-49 50 0,74-51-16,-24 1 15,24 25 1,25-25-16,-25-1 15,0 1-15,1 0 16,24 0 0,-25 0-16,25-1 15,0 1 1,0 0-16,0 0 16,0 24-1,0-24 1,0 0-1,25 25-15,-1-50 16,1 24-16,25 1 16,-50 0-16,49-25 15,-24 0-15,50 0 16,-51 0-16,1 0 16,0 0-16,0 0 15,24 0-15,-24-25 16,0 25-1,0-25-15,0 1 16,-25-1-16,0-25 16,0 25-1,0 1-15,0-1 16,0 0 0,0 0-1,0 0 1,0 1-1,0-1-15,0 0 16,0 0 0,0 0-16,0 1 15,-25-26-15,0 25 16,0 0 0,0 1 15</inkml:trace>
  <inkml:trace contextRef="#ctx0" brushRef="#br0" timeOffset="1690.81">12799 8533 0,'25'0'0,"-25"-50"47,-25 50-32,-24 0 1,24 0-1,-25 0 32,25 0-47,25 25 16,0 0 0,-24-25-16,24 25 15,0 24-15,0-24 16,0 0-1,0 0 1,0-1 0,0 1 15,0 0-15,24 0-1,1 0 1,25-25-16,-25 0 15,24 0-15,-24 24 16,0-24-16,0 0 16,-1 0 15,-24-24 63,0-1-94</inkml:trace>
  <inkml:trace contextRef="#ctx0" brushRef="#br0" timeOffset="23968.81">5184 5531 0,'0'25'94,"25"-25"-79,25 50 1,98 49-16,-123-99 0,50 0 16,24-99-1,-25 49 1,-24 1-16,-1-1 0</inkml:trace>
  <inkml:trace contextRef="#ctx0" brushRef="#br0" timeOffset="24072.75">5829 5432 0,'25'-25'0,"0"1"15,24-1 32</inkml:trace>
  <inkml:trace contextRef="#ctx0" brushRef="#br0" timeOffset="24857.12">9426 5383 0,'25'0'15,"-1"0"1,1 0 0,25 24-1,-1 26-15,26-50 63,24 0-48,-74-50-15,74 26 16,-49-26-16,-1 25 16,26-49-16,24 49 15,-49-49-15,-26 74 16,1-25 0,0 0-16</inkml:trace>
  <inkml:trace contextRef="#ctx0" brushRef="#br0" timeOffset="25759.09">12650 8062 0,'0'24'78,"50"1"-62,0-25 30,-1 0-30,26-74 0,-1-1-16,-49 50 15,0-24-15,-1 24 16,-24 0-16,25 25 16,0 0-1,0-25 1</inkml:trace>
  <inkml:trace contextRef="#ctx0" brushRef="#br0" timeOffset="26705">10840 10244 0,'24'0'16,"26"0"-1,-25 50 1,24-25-16,-49 24 16,25-24-16,-25 0 15,25-25 16,0 0 1,49 0-17,-49-50-15,25 1 16,24 24-16,-49 0 16,0-24-16,24 24 15,1 0 1,-25 25-16,24-50 0</inkml:trace>
  <inkml:trace contextRef="#ctx0" brushRef="#br0" timeOffset="27992.1">7317 7764 0,'25'0'79,"0"25"-17,25-50-46,-26 25-1,76-99-15,-51 49 16,125-74 0,-149 74-1,49 1-15,0-26 16,-49 51 15</inkml:trace>
  <inkml:trace contextRef="#ctx0" brushRef="#br0" timeOffset="29249.5">5060 9723 0,'-49'0'32,"-26"0"-17,50 0-15,-49 0 16,-25 0-1,49 50-15,-24-25 16,-26 24-16,76-24 16,-26 0-16,25 25 15,-49 49 1,49 0-16,-25-24 16,50-26-16,-24 1 15,24-1-15,0 1 16,0-25-16,0 0 15,0 24-15,0 1 16,24 24-16,26-49 16,24 74-16,-24-74 15,0 25 1,-26-50-16,1 24 16,25-24-1,-1 0-15,26 0 16,-50 0-1,24 0-15,51-49 0,-51 24 16,26-49-16,-1-1 16,-24 1-16,-26-50 15,26 25-15,0 24 16,-50 1 0,0 24-16,49 25 15,-49 1-15,0-1 31,0 0-31,-25-25 16,1 25 0,24-24-16,-25 49 15,0-75-15,-25 51 16,26-76-16,-26 51 16,25 24-1,25 0 1,-74 0-16,24 1 0,25 24 15,1 0-15,-26 0 16,0 0-16,-24 0 16</inkml:trace>
  <inkml:trace contextRef="#ctx0" brushRef="#br0" timeOffset="37535.8">4961 7441 0,'0'-24'47,"-50"24"-31,26 0-16,-26 0 15,-25 0 1,1 0-1,-25 0-15,24 24 16,-49-24 0,0 25-1,75 0 17,-1 25-17,25-1-15,1 1 16,24-1-1,0-24-15,0 0 16,-25 0-16,25 49 0,0-49 16,0 25-1,0-26-15,25 1 16,-1 25-16,-24-25 16,75 49-1,-50-24-15,24-1 16,-24 1-16,49 0 15,-49-26-15,50 51 16,-26-75-16,26 49 16,-51-24-16,1-25 15,50 0-15,-51 0 16,26 25-16,-25-25 16,0 0-1,24 0-15,1 0 16,-25 0-16,0 0 15,24-50-15,-24 50 16,-25-49-16,25-26 16,-25 51-16,0-26 15,0 0 1,0 26-16,0-1 16,0 0-16,0-25 15,0 1 1,0 24-16,0 0 15,0-49 1,-50 24-16,50 0 16,-25-24-16,-24 49 15,49-24-15,-50-1 16,25 50 0,1 0-1,-1 0 16,-25 0-31,0 0 16,26 0 0,-1 0-16,-25 0 15,50 25-15,-25 24 16</inkml:trace>
  <inkml:trace contextRef="#ctx0" brushRef="#br0" timeOffset="41929.21">7789 9897 0,'-25'-25'110,"-25"25"-110,-49 0 15,-199 25 1,174 0-16,25 49 16,-25-24-16,75-25 15,-26 24-15,-49 1 16,74-25-1,26 0-15,-1 24 16,25-24 0,0 25-16,0-26 15,0 51-15,25-1 16,-1-24-16,26 49 16,0-49-16,-1 49 15,26-25-15,-26 1 16,-24-75-16,25 24 15,-25-24 1,24 25-16,1-25 16,24 0-16,1 0 0,24 0 15,25 0-15,-25 0 16,25 0 0,25-25-16,-75 25 0,1-24 15,-50-1-15,-1 0 16,1-25-1,0 26-15,0-26 16,-25 25-16,49-49 16,-49 49-16,25-49 15,-25 49-15,0-25 16,0 1-16,0-1 16,0 25-16,0 0 15,0 1-15,0-1 16,0-25-16,-25 50 15,1-25-15,-26-49 16,0 24-16,-74-24 16,50 49-16,-1 25 15,-49-50-15,100 50 16,-76 0-16,1 0 16,0 0-16</inkml:trace>
  <inkml:trace contextRef="#ctx0" brushRef="#br0" timeOffset="45960.92">6251 7962 0,'-25'0'62,"0"0"-62,-24 0 16,24 0-16,-25 0 15,1 0-15,-1 25 16,-24 0-16,49-25 16,-25 25-16,25-25 15,0 25-15,1-25 32,-1 49-17,0-24 1,25 25-1,-25-26-15,25 51 16,0-26-16,0 1 16,0 24-1,0-24-15,0 0 0,0-26 16,0 26-16,50 0 16,-25-1-1,-1-24-15,1 0 16,0-25-1,25 49-15,-25-49 16,49 25-16,0 25 16,1-50-16,-50 25 15,-1-25-15,51 0 16,-50 0 0,24 0-16,50-25 15,-24 25-15,49-99 16,-99 49-16,198-223 31,-198 224-31,24-51 16,-49 51-16,25 24 15,-25-25-15,0 1 16,0 24-16,0 0 16,0 0 15,0 1-31,-25-1 15,1 0 1,-1 25-16,-25 0 16,25 0-16,0 0 15,-49 0-15,0 0 16,24 0-16,-24 0 16,49 0-16,-25 0 15,25 0-15,-24 0 16,-26 50-16</inkml:trace>
  <inkml:trace contextRef="#ctx0" brushRef="#br0" timeOffset="55760.1">7491 10765 0,'25'0'47,"0"0"-32,49 50 1,-24-1-16,-1 1 15,-24 24 1,0-49 0,0-25 15,24 0-15,50-25-16,-24-24 15,24-26-15,75-49 16,-125 100-1,51-51-15,-51 75 16,50 0 0,-74 0-1,0 0-15,0-25 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2-05T04:05:28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23738 6821 0,'-25'0'62,"25"25"-30,0 0-32,0 25 0,-25-26 31,1 51-31,24-26 15,-50 26-15,50-26 16,0-24-16,0 0 16,-25 0 15,0 49-31,-24-24 0,24-1 15,25-24 1,0 0 15,-50 0 32</inkml:trace>
  <inkml:trace contextRef="#ctx0" brushRef="#br0" timeOffset="631.03">23763 6796 0,'25'0'15,"24"0"-15,-24 0 16,50 0-16,-51 0 16,1 50-16,25 0 15,-1 24 1,26 75-16,-50-75 31,24 50-31,-49-124 16,0 25 15,0 0 0</inkml:trace>
  <inkml:trace contextRef="#ctx0" brushRef="#br0" timeOffset="1168.06">23440 7169 0,'25'0'31,"25"0"-15,24 0-16,-24 0 15,49 0 1,-25 0-16,1 0 0,-75 0 31,25 0-31,-25 0 16,49 0 15,1 24-31,-50-24 78</inkml:trace>
  <inkml:trace contextRef="#ctx0" brushRef="#br0" timeOffset="2096.11">23688 6499 0,'-49'0'16,"-26"0"-16,51 0 16,-26 0-16,0 0 0,26 25 31,-26-25-31,25 24 15,-74 76-15,99-100 16,-74 74-16,49-49 0,0 24 31,0 51-31,0-51 16,25 26-16,0-50 0,0 49 31,0-24-31,0-26 16,0 26-16,25 0 31,0 24-31,49-24 31,125 98-31,-100-98 16,-49-25-1,-1 0-15,-24-25 31,496 24-31,-372-24 16,173-49 0,-223-50-1,25-1-15,-74 1 31,-50 0-31,0 25 0,0 24 16,0 0-16,0 26 0,0-51 16,0 50 15,0 1-31,0-1 0,-25-75 15,0 100 17,-49-99-32,49 74 0,-99-123 31,75 48-16,-1 76-15,-24-51 0,-26 50 16,1-49-16,50 49 16,24 25-1,-50-49-15,51 49 0,-26-25 16,25 25 15,0 0-31,-24 0 16,49 74-16</inkml:trace>
  <inkml:trace contextRef="#ctx0" brushRef="#br0" timeOffset="2838.16">25177 7144 0,'74'0'31,"100"0"-15,-25 0-16,49 0 15,1 0 17,421 0-32,-447 0 15,50 0-15,-74 0 31,25 0-31,-75 0 16,174 0-16,-124 0 16,-50 0-1,50 0-15,-50 0 0,-24 0 16,-26 0-1,-49-25 32</inkml:trace>
  <inkml:trace contextRef="#ctx0" brushRef="#br0" timeOffset="4135.22">28823 6871 0,'0'0'31,"0"74"-31,0 1 31,0 74-31,0-125 0,0 26 31,0 0-31,0-26 0,0 1 16,0 0-1,0-25 79,-25-74-78,0-26-16,-24 51 0,49-1 15,0 1-15,0-1 16,0 0-1,0 26 1,0-1-16,0 0 47,0-25-47,0 50 0,49 0 62,100 0-62,-124 0 16,49 0-16,-49 0 0,50 0 31,-26 0-31,-49 0 0,0 0 16,0 25-16,25 0 15,0 49-15,-25-49 31,0 0-31,0-25 16,0 25-16,0 0 0,0-1 16,-25 1-1,0-25 1,1 0-16,24 0 31,-25 0-31,-25 0 16,25 50-16,0-50 31,1 0-16,-1 0 1,25-25 15,0 0 0,25 0-15,-25 25-16,49 0 16,-24 0-16,25 25 0,-25-25 15,-1 0-15,26 25 16,-50-25-1,0 50 1,25-26-16,-25 1 16,0 0-1,0 0 1,0 0-16,0-1 31,-25-24-15,-49 0 15,-51 0-31,51 0 0,24 0 15,26 0 1,-26 0 0,25 0-16</inkml:trace>
  <inkml:trace contextRef="#ctx0" brushRef="#br0" timeOffset="5103.29">29021 7739 0,'-74'0'15,"-25"0"-15,24 0 0,1 0 16,0-50-16,24 26 16,-24-51-1,24 50-15,-24-24 16,49-1-16,-25 1 15,25-1-15,1-49 0,24 74 16,-25-25-16,25 1 16,0 24-16,0 0 15,0 0 1,-25 1-16,25-1 15,0 0-15,0 0 16,0-24-16,0-1 16,0 0-1,0 1-15,0-1 47,0-49-47,25 74 0,24-25 31,51 50-31,-51-24 16,26 24-16,-1-25 15,-24 25-15,49 0 32,124-50-32,75 50 15,-125 0-15,-98 0 16,-26 0-16,26 0 0,-50 0 15,-1 0-15,1 0 32,74 124-17,-74-25-15,25-24 16,-25-26-16,-1-49 31,-24 100-31,0-51 0,0 1 16,0 24-16,0 1 15,0-1-15,0-49 31,-24 49-31,-1-24 0,0 0 16,-25-1-16,-24-24 16,24 0-16,1-25 15,-125 25 1,25-25-16</inkml:trace>
  <inkml:trace contextRef="#ctx0" brushRef="#br0" timeOffset="5653.32">26963 6350 0,'0'0'47,"0"25"-47,0 0 0,0 49 31,24 0-31,1 1 0,-25 24 16,25-49-16,0-1 0,0 26 31,0-26-31</inkml:trace>
  <inkml:trace contextRef="#ctx0" brushRef="#br0" timeOffset="13717.78">9451 8260 0,'0'-25'62,"0"25"-31,0 0-15,24 0-16,51 0 0,24 0 16,323-273-1,-348 224 16,199-224 1</inkml:trace>
  <inkml:trace contextRef="#ctx0" brushRef="#br0" timeOffset="14387.82">13320 7962 0,'50'0'31,"-25"0"-31,-1 25 0,51 0 15,-75 0 1,25-25 0,24 0-16,-49 0 31,99 0-31,-24 0 15,98-50-15,-49-49 16,-49 74 0,173-99-16,-174 50 15,-24 74 1,0-50-16,-1 25 15,-49 0-15,25-24 32</inkml:trace>
  <inkml:trace contextRef="#ctx0" brushRef="#br0" timeOffset="21779.24">8384 11559 0,'0'0'15,"25"-25"1,0 25-1,-25 0-15,49-25 16,100 25-16,-75 0 16,-49 0-16,50-24 0,-51-1 31,1 25-31,0 0 15,-25 0 63,25-25-31</inkml:trace>
  <inkml:trace contextRef="#ctx0" brushRef="#br0" timeOffset="26010.48">10840 11410 0,'24'0'47,"26"0"-47,-50 0 15,25 0-15,24 0 16,26-25 0,-26 25-1,-49 0-15,50-49 31,25 49-31,-51 0 16,26 0 0,-25 0-1,-25 0-15,25 0 0,-1 0 16,1 0 15,-25-25 0,25 25 32</inkml:trace>
  <inkml:trace contextRef="#ctx0" brushRef="#br0" timeOffset="28654.62">11361 14461 0,'0'0'47,"24"0"-31,26 0-16,-25 0 31,49 0-31,-24 0 0,-1 0 31,26 0-31,-26 0 0,-24 0 31,0 0-31,-25 0 0,25 0 16,24 0-16,1 0 31,-25 0-31,0 0 16,-1 0-16,-24 0 15,25 0 16,0 0 47</inkml:trace>
  <inkml:trace contextRef="#ctx0" brushRef="#br0" timeOffset="40398.31">7987 11162 0,'0'50'31,"-50"-1"0,-49 100-31,74-124 0,-24 49 31,24 1-31,-25-26 31,26 26-31,24-50 16,-25-25 0</inkml:trace>
  <inkml:trace contextRef="#ctx0" brushRef="#br0" timeOffset="41176.35">7665 11336 0,'24'-25'16,"-24"25"0,25 0-1,0 0 16,-25 0-31,25 0 0,0 0 32,49 25-32,-24 49 31,49 50-31,-49-25 31,49 1-31,-74-76 0,-1 1 16,-24 0 15,0-25-31</inkml:trace>
  <inkml:trace contextRef="#ctx0" brushRef="#br0" timeOffset="47637.71">11708 15032 0,'0'49'62,"-50"75"-62,25-74 31,-49 74-31,24-74 31,50-26-31,-24 1 0,-1 0 16,25 0 46,-25 0-30</inkml:trace>
  <inkml:trace contextRef="#ctx0" brushRef="#br0" timeOffset="48197.75">11509 15131 0,'0'-25'15,"25"0"1,0 25 0,25 0 15,-1 50-31,-24-1 0,25 1 15,-26 0-15,26 24 16,-25-24 0,24-1-16,-49-49 15,0 25-15,25 0 0,25 25 16,-25-50-16,-25 24 31,0-24-31,24 0 31</inkml:trace>
  <inkml:trace contextRef="#ctx0" brushRef="#br0" timeOffset="50919.91">28377 7689 0,'0'0'63,"-25"0"-48,25 0-15,-25 0 32,25 25-32,-99 25 15,-25 24-15,74-49 0,-24 0 31,-50 49-31,74-74 0,25 50 16,0-25-16,-24-25 16,-1 25-1,25-1-15,1 1 16,24-25-16,-50 25 15,0 25 1,26-50-16,-1 24 0,-74 26 31,99-25-31,-50 0 31,25-1-31,0 1 16,25-25-16,-49 50 0,24-25 31,0-1-31,-24 1 0,-1 25 16,25-50-16,-74 49 0,49-24 31,-24 25-31,24-25 16,25 24-16,-24-24 15,24 0 1,-124 24-16,100 1 31,24-25-31,-25-25 0,50 25 16,-74-1-16,49 1 15,0 0-15,-24 0 16,-1 25-1,0-26 17,1 26-32,-1-50 15,-24 74-15,49-74 31,-25 75-31,1-75 0,49 0 16,-25 25-16,0-25 0,0 49 31,0-49-31,-24 50 16,24-50-16,0 49 15,0-24-15,1 0 16,-1 0-16,25-25 16,-25 49-1,0-24-15,0 0 16,-24 25-16,49-50 15,-25 24-15,0 1 32,0 0-32,1-25 15,-1 25 1,25-25-16,-25 25 15,25-1 1,-25-24-16,0 25 16,1-25-1,24 25-15,-25 0 16,25-25-1,-50 25-15,50-1 16,-25 1 0,1-25-1,-1 25 16,25 0-15,-25 0 0,0-25-16,-24 49 15,49-24 1,-25-25-16,25 25 31,-25-25-31,0 50 16,0-50-16,25 24 15,-25 1-15,1 0 63</inkml:trace>
  <inkml:trace contextRef="#ctx0" brushRef="#br0" timeOffset="52462">23837 10740 0,'-25'-24'16,"25"-1"15,0 0-15,0 0-16,0 25 15,0-25-15,0 1 16,0-1-1,0 25 1,0-25-16,0 0 16,0 0-16,0 1 15,25-1 1,0 25 15,-25 0-31,25 0 31,0 0-31,0-25 16,-25 25-1,24 0 1,1 0 0,25 25-16,-50-25 31,49 0-31,-24 25 47,0-1-47,25 26 15,-50-50-15,0 25 31,24-25-31,-24 25 16,0-1-16,0 1 16,25-25-16,-25 25 15,0 0 1,0 0-16,0-1 15,0 1-15,0-25 16,0 25 0,0 0-1,0 0-15,0-1 16,0-24-1,0 25-15,0 0 16,0-25-16,-25 0 16,25 0-16,-24 25 31,-1-25-31,0 0 15,0 0-15,0 0 16,1 0-16,-1 0 16,25 0-1,-25 0 1,0 0-1,0 0 1,25 0 0,-49 0-16,24 0 15,25 0 16,-25 0-31,0 0 16,0 0 0,25-50-1,-24 50 16,24-25-15,-25 25 0</inkml:trace>
  <inkml:trace contextRef="#ctx0" brushRef="#br0" timeOffset="53156.04">23986 10492 0,'25'0'63,"0"0"-48,-25 25-15,0 25 16,0-1-16,0-24 15,0 50-15,25-75 16,-25 24-16,0 1 16,0 0-1,0 0 48</inkml:trace>
  <inkml:trace contextRef="#ctx0" brushRef="#br0" timeOffset="55392.16">24209 11336 0,'0'0'32,"-49"25"-32,24-25 15,-25 0-15,1 0 16,-1 0-16,25 0 15,-24 0-15,-1 0 32,50 0-32,-25 0 0,-24 0 15,49 0-15,-50 0 16,25 0-16,25 0 15,-49 0-15,-1 0 16,25 0-16,0 0 16,-24 0-1,24 0 1,25-25-16,-25 0 31,25 0-31,-49 0 16,-1-74-1,50 74-15,-25 0 16,0-24-16,25 49 15,0-50-15,-24 1 16,24-1 0,0 0-1,0 26-15,0-26 16,0 25-16,0 0 15,0 1-15,0-26 16,0 50-16,0-50 31,0 50-31,0-24 16,24-1-16,-24 0 0,0 0 15,0 0-15,25-24 16,0 24 0,-25 0-1,25-24-15,0 49 16,-25-25-1,0 25 17,24-50-32,1 50 15,0-25 1,25 1-1,-50-1 17,24 25-32,1-25 15,0 25 1,-25 0-16,25 0 15,24 0 1,51-50-16,-76 50 31,1 0-31,25 0 0,-50 0 16,25 0-16,0-24 15,-1 24 17,-24 0-17,25 0 1,25 0-16,-50 0 16,25 0 15,-1 0 0,-24 0-15,25 0-16,0 0 15,0 0-15,0 0 31,24 24-15,-24 1 0,0 0-16,-25 0 31,25-25-31,-25 25 15,24-25 1,1 24-16,-25-24 31,50 50-31,-50-25 0,25 0 16,-25-25-1,0 24 17,24 26-17,-24-50-15,25 25 0,0 24 16,-25-49 15,0 25-31,0 0 16,0 0-16,0 0 31,0-1-31,0 1 15,0 0-15,0 0 32,0 0-32,0-25 0,0 49 15,0-24 1,0 0-1,0-25-15,0 25 16,0-1 0,0 1-16,0-25 15,0 25 16,0 0-15,-25 0-16,25 24 16,0-49-1,-25 50 1,1-1-16,-1-24 15,0 0 1,25-25 0,0 25-16,-25 0 31,25-25-16,-49 25 1,49-25 31,-25 24-32,25-24 1,-25 0 15,0 0-15,25 0-1,-25 0 1,1 0 62,-1 25-62,25-25-16</inkml:trace>
  <inkml:trace contextRef="#ctx0" brushRef="#br0" timeOffset="59446.4">24929 10269 0,'-25'0'47,"0"0"-47,25 0 31,-25 0 0,0 25-31,25-25 16,-24 0-16,24 25 31,0 0-31,-25-25 16,0 24-16,25 1 62,0 0-46,-25 0-16,25 0 31,-25-1-31,1-24 15,24 75 1,-25-50 15,25-25-31,-25 24 16,25 1 15,-25-25-15,25 25-16,-25 0 15,1-25 16,-1 25 16,25-1-31,-25-24-1</inkml:trace>
  <inkml:trace contextRef="#ctx0" brushRef="#br0" timeOffset="62621.58">7491 14337 0,'0'-25'16,"25"25"-16,0 0 31,-1 0-31,1 0 0,0 50 16,0-25-1,-25-25 32,74 0-16,-24-25-31,24-50 16,50-49-16,-99 100 0,25-26 15,-25 25-15,24-24 16,26 24 0,-75 0-1,0 50 32</inkml:trace>
  <inkml:trace contextRef="#ctx0" brushRef="#br0" timeOffset="64533.68">25698 8632 0,'0'0'31,"0"-25"-31,0 0 0,0 1 16,0-1-16,0 0 31,0-25-15,0 26-16,24-1 31,1 0-31,25 0 16,-1 25 15,-49 0-31,25 0 15,25 0 1,-25 0 15,-25 0-31,0 0 16,0 174 31,0-149-32,-25-1-15,-25 1 0,50-25 31,-49 50-31,24-50 32,25 0-32,-25 0 15,0 25 1,-49 24 15,24 1-15,25-25-1,1 24-15,24 26 31,0-75-15,0 24 15,0-24-31,24 0 125,1 0-109,50 0-16,-1 0 15,25 0-15,-24 0 0,-26 0 31,-49 0-31,25 0 78</inkml:trace>
  <inkml:trace contextRef="#ctx0" brushRef="#br0" timeOffset="72267.13">17562 8037 0,'0'-25'15,"0"0"1,0 25 0,-50 0-1,25 0-15,-49 0 16,74 0-1,-25 0 1,-25 0-16,50 0 16,-49 0-16,24 0 15,-25 0-15,-24 0 16,0 0-16,49 0 0,25 0 31,-50 0-31,25 0 16,25 0-1,-49 0-15,49 0 31,-75 0-15,75 0 0,-24 0-16,-51 0 0,50 0 31,-24 25-31,49-25 0,-25 25 31,25-25-31,0 49 16,-50 1-1,50-25 1,0 0-16,-24 49 0,24-74 15,0 25-15,0 24 16,0-24-16,0 50 16,0-75-1,0 49-15,0 1 16,0-1-16,0-24 0,24 25 31,51 49-31,-75-99 31,25 25-31,-25-25 16,49 0-1,-24 25-15,49 24 16,1-49 0,-26 0-16,51 0 0,73 0 31,-98 0-16,-51 0-15,26 0 16,24 0-16,-74 0 31,100 0-31,-75-25 0,24 25 16,1 0-16,-25-49 31,-1 24-31,1 25 0,0 0 31,25-50-31,-50 26 16,0 24 15,0-25-15,0 0-16,0 0 0,0-24 15,0 49 1,0-25-1,0 0-15,0-25 32,-25 1-32,0 24 15,25 0-15,-25-24 31,0 24-31,-24-25 16,24 25-16,0 1 0,0-1 16,1 0 15,24 25-31,-25-25 0,0 0 15,0 25 1,0 0 0,0-24-1,25-1-15,-24 25 16,24 0 15,-25 0-31,0 0 47,0 0 15,25 0-46</inkml:trace>
  <inkml:trace contextRef="#ctx0" brushRef="#br0" timeOffset="82090.69">19993 11757 0,'0'0'94,"0"-24"-63,74-1-31,0 0 0,125-25 16,-75 26 15,-75 24-31,-24 0 15,0 0 17,0 0-17,-25 0 16,25 0-15,-1 0 140</inkml:trace>
  <inkml:trace contextRef="#ctx0" brushRef="#br0" timeOffset="84197.81">18579 10641 0,'0'-25'31,"25"1"1,-1 24-1,1 0-16,0 0-15,25 0 16,24 0 15,25 0-31,-74 0 16,74 0-16,-49 0 15,-25 0-15,-1 0 32,26 0-32,-50 0 15,25 0-15,0 0 109</inkml:trace>
  <inkml:trace contextRef="#ctx0" brushRef="#br0" timeOffset="90806.19">30063 7119 0,'0'-25'47,"25"25"-32,49 0-15,-49 0 0,75 0 32,-1 0-32,0 0 0,0 0 15,-49 0-15,74 0 31,49 0-31,-73 0 0,73 0 16,-123 0 0,-25 0-16,0 0 15,-25 0 1,24 0 15,175 0-15,-150 0-16,26 0 15,-26 0-15,-24 0 16</inkml:trace>
  <inkml:trace contextRef="#ctx0" brushRef="#br0" timeOffset="91654.24">32593 6747 0,'0'-25'94,"-24"25"-79,-1 0-15,-50 0 16,51 0-16,-1 0 15,-25 0 1,25 0-16,1 0 0,-1 0 16,0 0-1,0 0 1,-25 50-1,50-26-15,-24 51 32,24-75-32,0 50 0,0-26 15,0 1-15,0-25 0,0 25 16,49 25-16,-49-50 15,100 24 32,-76-24-47,1 0 16,-25 0-16,50 0 0,-1 0 31,-49 0-31,50 0 16,-25 0-16,24 0 0,-49 0 15,25 0 1,50 0-16,-75 0 15,24 0-15,-24-24 32</inkml:trace>
  <inkml:trace contextRef="#ctx0" brushRef="#br0" timeOffset="92890.31">32569 7342 0,'-50'0'31,"-24"0"-31,24 0 16,0 0-16,1 0 62,-373-223-15,372 198-47,26 0 16,24 25-1,0-24 1,-25-1 15,0 0-31,25 0 16,0 0-16,0 25 0,0-49 15,0 24-15,0 0 16,0 0-1,0-24-15,0-1 32,0-74-32,0 99 31,0-24-31,0 24 31,74-50-31,-74 51 31,25 24-31,0-25 0,0 0 31,24 0-31,-24 25 0,0-25 32,25 25-32,-26 0 31,51 0-31,-50-24 31,99 24-31,-75 0 16,1 0-1,-25 0-15,49 0 0,-74 0 31,99 0-31,-74 0 32,74 49-32,-49-24 15,-50-25 1,50 50-16,-1-26 0,-24 1 31,0 0-31,0 0 0,-1-25 16,-24 25-16,50-1 31,-25 1-31,0 50 31,-1-26-31,-24-49 0,0 25 31,0 0-31,0 0 16,0-1-16,0-24 0,0 25 31,-24 75 0,-76-51-31,51-24 0,-26 0 31,-197 24-31,197-49 16</inkml:trace>
  <inkml:trace contextRef="#ctx0" brushRef="#br0" timeOffset="95188.43">30783 6325 0,'0'-49'32,"0"49"-1,0-25 0,0 25-15,0-25 15,0 25-31,49 0 0,50 0 15,-74 0 1,-25 0 0,50 0-16,-50 0 46,49 25-46,-49 0 16,-49 223 62,24-224-62,50-24 202,0 0-202,24 0-16,-24 0 15,25 25-15,-50-25 16,24 0-1,-24 25-15,25 0 16,25 0 0,-50-1 15,0-24-31,0 25 31,0 0-31,0 0 16,0 24-1,0-49 1,-75 25-1,26-25-15,24 0 16,0 0 0,0 0 15,-99 0-31,75 0 31,49 0-31,-25 0 16,-25-25 15</inkml:trace>
  <inkml:trace contextRef="#ctx0" brushRef="#br0" timeOffset="100797.76">14139 14932 0,'24'0'94,"1"0"-79,50 0-15,-51 0 16,1 0-16,50 0 31,-26 0-31,1 0 16,-25 0-16,0 0 31,-25 0-15,49 0-1,-24 0 1,-25 0-16,50 0 15,-50 0 1,24 0 0,-24 0 15,25 0 31,0 0-46,0 0 15,-25 0-15,49 0-1,1 0 16</inkml:trace>
  <inkml:trace contextRef="#ctx0" brushRef="#br0" timeOffset="102134.84">19323 15007 0,'0'-25'47,"25"25"-31,-1 0-1,51 0-15,-1 0 16,1 0-16,-26 0 15,51 0-15,-1 0 16,-50 0-16,-24 0 0,25 0 16,-1 0-16,26 0 31,24 0-31,-25 0 0,-49 0 15,50 0-15,-75 0 16,24 0 0,1 0-1</inkml:trace>
  <inkml:trace contextRef="#ctx0" brushRef="#br0" timeOffset="109102.24">17338 13742 0,'-24'-25'109,"24"25"-93,-25 0-1,0 0 1,0-25-16,0 25 31,-24 0-31,24 0 31,-74-25-31,49 25 16,-123 0 15,148 0 16,-25 0-47,50 0 15,-49 0 17,24 0-1,25 0 0,-50 0-15,50 0 15,-25 50-31,1-25 31,-1 0-31,25-1 16,-25 1-16,0 0 0,25-25 31,0 25-31,0 0 15,0-1-15,0 1 0,0-25 16,0 25-16,0 0 16,0 0-1,25 49-15,-25-49 47,50 74-47,-26-99 31,26 25-31,-50 0 0,50-1 31,-50-24-31,24 0 32,51 0-32,-26 0 15,26 50-15,-75-50 0,74 0 16,-49 0-16,49 25 15,-24-25 1,-50 0-16,25 0 31,0 0-31,-1 0 0,26 0 16,-25 0-16,0 0 0,-25 0 31,24 0-15,1 0 15,0 0-31,25 0 31,-26 0-31,1-25 0,0 25 47,0 0-16,0 0-15,-25-25-16,25 25 31,-25-49 16,24 49-32,-24-25 32,0 0 0,0 0-47,0 25 31,0-25-31,0 1 0,0-51 31,0 50-15,0 1 15,0-1-31,0 25 16,0-25-1,-24 25 16,24-25-15,-50 0 15,50 1 0,-25 24 1,0-25-32,0 0 0,25 25 31,-24-25 16,24 25-16,-25 0-31,0-25 0,25 25 47,-25-24-32,25 24 32,-25 0-16,1 0-15,24 0 15,-25-25-31,25 25 16,-25 0 15,25 0-31,-25 0 15,0 0 17</inkml:trace>
  <inkml:trace contextRef="#ctx0" brushRef="#br0" timeOffset="113702.5">14511 11832 0,'0'0'62,"25"0"-46,-1-25-16,26 25 15,24-25-15,-49 25 16,50-25-1,-26 1-15,1 24 32,-50 0-32,25 0 0,24-25 31,-49 25-31,50 0 0,-50 0 31</inkml:trace>
  <inkml:trace contextRef="#ctx0" brushRef="#br0" timeOffset="114878.57">15974 10071 0,'0'0'78,"75"0"-63,-26 0-15,50 0 16,1 0-16,-76 0 31,1 0-31,-25-25 31</inkml:trace>
  <inkml:trace contextRef="#ctx0" brushRef="#br0" timeOffset="115696.61">18479 10641 0,'0'-25'47,"50"25"-47,-50-24 0,50 24 78,173 0-78,-198 0 31</inkml:trace>
  <inkml:trace contextRef="#ctx0" brushRef="#br0" timeOffset="116518.66">20290 11857 0,'0'-25'31,"25"25"-31,25 0 16,-1 0-16,-24 0 31,25 0-31,-50 0 0,24 0 15,1 0-15,25 0 32</inkml:trace>
  <inkml:trace contextRef="#ctx0" brushRef="#br0" timeOffset="126134.21">32965 10864 0,'0'0'62,"0"-24"-31,25-1-15,25 25-16,-50 0 0,49 0 31,51 0-31,-51 0 31,-49 0-31,25 0 31,0 0 1</inkml:trace>
  <inkml:trace contextRef="#ctx0" brushRef="#br0" timeOffset="152031.69">20265 11708 0,'0'0'62,"25"0"-31,25 0-31,-50 0 16,25 0-16,24 0 16,26-50-16,-51 50 15,-24 0 1,50 0-16,-25-25 15,-25 25 32,49 0-16,-49 0-31,25 0 16,-25 0 15,50 0-31</inkml:trace>
  <inkml:trace contextRef="#ctx0" brushRef="#br0" timeOffset="154101.81">15925 10195 0,'-25'0'16,"25"-25"15,0 25-16,25 0 17,-25-25-32,24 25 0,-24 0 15,100-49-15,-26 49 16,-24 0-1,24-25 1,50 25-16,-25-25 31,-49 25-31,-25-25 16,24 25 15,-49-25 0,25 25-31,-25-25 16</inkml:trace>
  <inkml:trace contextRef="#ctx0" brushRef="#br0" timeOffset="157467">17016 14709 0,'25'-25'125,"-25"25"-109,49 0-16,1 0 15,49 0-15,-24 0 32,-1 0-32,-49 0 15,74 0-15,-24 0 0,-1 0 31,-49 0-31,24 0 0,-49 0 32,25 0-32,25 0 15,-25 0 32,-1-24 109</inkml:trace>
  <inkml:trace contextRef="#ctx0" brushRef="#br0" timeOffset="184235.53">14908 10988 0,'0'-24'16,"-25"24"31,25-25-47,0 25 15,0-25-15,-25 25 16,0 0 0,0 0-16,1-25 15,-1 25-15,25 0 16,-25 0-1,0 0-15,0 0 0,25 0 32,-49 0-32,24 0 31,0 0-31,25 0 0,-25 0 31,1 0-31,-26 0 16,25 0-16,25 0 31,-25 0-31,25 0 0,-49 50 47,24 74-47,25-124 15,-25 25-15,25-25 0,0 49 31,-25 51-15,0-76-16,25 1 31,0 25-31,0-1 16,0 51-1,0-76-15,0 26 16,0 0-16,0-26 16,0 1-16,25 0 0,-25 0 31,25 24-31,25-24 15,-50 0 1,25-25-16,-25 25 0,24-25 31,-24 25-31,50-25 0,0 24 16,-26 1-1,-24-25-15,25 0 32,0 0-32,0 0 15,24 0-15,-49 0 0,25 0 31,50-25-31,-75 1 0,74-1 16,-24-25 0,-26 25-16,1 1 31,-25 24-31,0-50 15,0 25-15,0 0 16,25-24-16,-25-26 0,0 51 31,0-100-31,0 74 16,0 0-16,-25-49 0,0 49 31,25 1-31,-24-1 0,24 1 16,-25 24-16,0-25 0,25 50 31,-25-25-31,0 25 0,25-24 31,-24-26 0</inkml:trace>
  <inkml:trace contextRef="#ctx0" brushRef="#br0" timeOffset="186750.68">18802 9872 0,'0'0'62,"-50"-25"1,50 25-32,-74 0-31,49 0 15,-24 0-15,-1 0 32,-74 0-32,99 0 0,25 0 46,-74 0-46,74 0 32,-75 100-32,50-76 15,25 51 16,0 49-31,0-99 47,0 148-47,0-148 31,50 74-31,-25-49 16,24-25 15,100 49-31,-124-49 31,25-25-31,-50 0 0,25 25 16,49-25 0,0 0-16,-24 0 0,-25 0 31,24 0-31,1 0 0,-50 0 15,25 0-15,-25 0 32,25 0-32,-1 0 0,1-50 15,-25 50 1,0-74-1,25-1 1,-25 75-16,50-74 0,-50 24 16,0 1-1,0 24 1,0-25-16,0 1 15,0 24 1,0 0 0,0 0-16,0-24 0,0 49 31,-25-50-31,0 0 0,0 50 0,0-49 31,25 24-31,-49-25 31,49 50-31,0-24 31,-25 24 1,0 0-1</inkml:trace>
  <inkml:trace contextRef="#ctx0" brushRef="#br0" timeOffset="189117.81">11584 13667 0,'0'-24'31,"0"24"-31,0 0 32,-25 0-32,0 0 15,0 0-15,25 0 0,-49 0 31,-1 0-31,25 0 0,1 0 16,-1 0-16,0 0 16,-25 0 15,-49 49-31,99-24 0,0-25 15,-25 25 17,25 49-32,0-49 15,0 74-15,0-49 16,0 24-16,0-24 31,25 49-31,-25-49 16,0-50-1,0 49-15,25-24 0,25 25 16,-50-50-16,24 49 0,-24-49 31,50 50-31,-25 0 16,0-50-16,-1 49 0,1-24 15,25 0-15,-25 0 31,-1-25-15,26 24-16,-25-24 16,24 0-16,-24 0 15,99 0-15,-74 0 31,24 0-31,-24 0 0,-50-24 16,25 24-16,-25-25 0,49-25 16,-49 50-1,0-74 1,0 24 15,0 25-31,0-24 0,0 24 16,0 0-16,0-25 0,0 26 31,0-26-31,0 0 0,0 26 15,0-26-15,-25-24 32,1 24-32,-1 0 15,-25 1-15,25-1 16,1 1-16,-1-1 15,0 25 1,0 0-16,25 25 0,-25-24 16,25-1 15,-24 25-16,-1-25-15,25 25 32,-25 0 30</inkml:trace>
  <inkml:trace contextRef="#ctx0" brushRef="#br0" timeOffset="190037.86">14808 11683 0</inkml:trace>
  <inkml:trace contextRef="#ctx0" brushRef="#br0" timeOffset="190637.9">18132 10889 0,'50'0'16</inkml:trace>
  <inkml:trace contextRef="#ctx0" brushRef="#br0" timeOffset="196350.23">24631 10815 0,'0'0'203,"25"0"-187,49 0-16,1 0 0,-1 0 31,1 0-31,-1 0 0,0 0 0,-49 0 31,25 0-31,-50 0 31,25 0-31,24 0 0,-24 0 16,74 0-1,0 0 1,50 0-16,-99 0 16,-1 0-1,-24 0-15,-25 0 0,25 0 16,25 0-1,-50 0-15,24 0 32,76 0-32,-51 0 15,1 0 1,-25 0-16,24 0 0,-24 0 31,74 0-31,-49 0 0,0 0 31,-1 0-31,-24 0 16,-25 0-16,50 0 31,-50 0-31,24 0 16,-24 0-16,50 0 15,-50 0 1,25 0-16,24 0 15,-49 0-15,50 0 0,-25 0 32,49 0-32,-49 0 15,49 0-15,-24 0 31,0 0-31,-26 0 16,1 0-16,25 0 0,0 0 16,-26 0-16,-24 0 15,25 0 1,25 0-16,-1 0 31,1 0-31,0 0 0,-1 0 16,1 0-16,24 0 0,-24 0 31,-50 0-31,49 0 0,-49 0 15,25 0 48,0 0-48,0 0-15,0 0 16,24 0-16,-24 0 16,0 0-1,0 0 1,-25 0-16,99 0 15,-99 0 1,25 0 0,24 0-16,-24 0 0,-25 0 31,25 0-31,0 0 0,0 0 0,24 0 31,-24 0-31,-25 0 16,50 0-16,-50 0 15,24 0-15,-24-25 47,75 25-47,-26 0 16,26 0-16,-50 0 31,49 0-31,-24 0 0,-26 0 15,1 0 1,0 0 0,0 0-16,-25 0 15,49 0 16,-24 0 1,0 0-17,-25 0 48</inkml:trace>
  <inkml:trace contextRef="#ctx0" brushRef="#br0" timeOffset="198432.34">29493 10492 0,'0'-24'31,"0"-1"-31,0 25 31,-25 0-31,25 0 16,-50-25 15,50 25 0,-24 0-15,24 0-16,-50 0 31,25 0-31,0 0 16,-24 0-16,24 0 31,0 0-31,0 0 15,25 0-15,-49 0 47,-51 0-47,76 0 16,-1 0-16,25 0 0,-25 0 15,0 0 17,0 0-17,25 0 1,0 0 15,0 25-31,0 24 16,0-49-16,0 25 15,0 0-15,0 0 31,25-25-31,-25 25 32,25-1-17,-25-24 1,50 0-16,-1 0 15,-49 0-15,25 0 16,-25 0 15,50 0-31,-50 0 0,25 0 16,74 0-16,-99 0 31,25 0-31,-1 0 16,-24 0 93,-74 0-94,74 0-15,-25 0 16,-24 0 0,49 0-16,-50 0 15,25 0-15,25 0 16,-25 0-16,0 0 0,-24 0 31,49 25-31,-25 0 31,0 0 0,25-25 1,0 25-32,-25-1 0,25-24 31,0 25-31,0 25 31,0-25 31,0 24-62,25-24 32,-25 0-32,0-25 15,25 25 1,-25-25-1,25 0 1,0 0-16,-25 0 16,49 0-16,-24 0 31,25 0-31,-25 0 0,-1 0 15,26 0 1,-25 0-16,0 0 16,-1 0-1,-24 0 1,25 0 15,0 0-15,0 0-16,0 0 15,-1 0 94</inkml:trace>
  <inkml:trace contextRef="#ctx0" brushRef="#br0" timeOffset="200390.46">29418 10120 0,'-49'-24'31,"49"24"-15,-25 0-16,-25 0 31,1-25-31,24 25 16,0-25-16,-24 25 0,49 0 15,-50 0-15,25 0 0,-25 0 47,1-25-47,49 25 16,-25 0-16,0 0 15,0 0 1,25 0-1,-24 0 1,-1 0-16,0 0 31,-25 0-31,26 25 16,-1 0-1,25-25-15,-50 49 16,50-49-16,0 25 16,0-25-1,-25 50-15,25-25 16,0-1-16,0 1 15,0 0 1,0 25-16,0-26 16,0 1-16,0 0 15,0 25 1,0-26-16,0 26 15,0 0-15,0-50 16,0 74 0,0-49-16,0 49 46,0 125-46,0-150 16,0-24-16,0 0 0,0 24 16,25-24-16,-25-25 31,25 50-31,-25-25 15,50 24-15,-26-49 32,-24 25-32,25 0 15,-25-25 1,25 25-16,0 0 31,0-25-31,74 24 16,-74-24 15,173 0-16,-173 0 17,74 0-32,-74 0 15,0 0-15,-25 0 16,25 0-16,-1 0 31,1-49-31,-25 49 16,75-75-1,-51 26-15,-24 24 31,25-25-31,0 50 16,-25-25-16,0-24 0,0 49 31,0-50-31,0 25 0,0-24 16,0-1-16,0-24 31,0 49-31,0 25 16,0-50-16,0 50 31,0-24-31,0-26 15,0 25-15,0 25 16,0-49 0,0 49-16,0-25 15,0 25-15,0-50 31,0 25 1,0 25-17,0-49 1,-25 24-1,25 0 32,0 0-47,-25 25 16,1-49-16,-1-1 15,25 50-15,-25-25 32,0-24-32,0 24 15,25 0 16,-24 25-15,-1-25-16,0 1 31,25 24-15,-25 0-16,0 0 31,25-25-31,-24 0 0,24 25 16,-25-25-1,25 25 16,-25 0-31,0 0 63,25 0-48</inkml:trace>
  <inkml:trace contextRef="#ctx0" brushRef="#br0" timeOffset="202798.59">26690 10220 0,'0'-25'31,"0"25"-15,0-50-16,0 50 0,0-25 31,25 25-15,-1-24-16,-24 24 0,50-25 31,-25 25-16,0 0-15,-1 0 16,1 0 0,-25 0-1,25 0-15,0 0 31,0 0-31,-1 0 32,-24 25-32,0-1 15,0-24 1,0 25 15,0 0-31,0 0 16,0 0 15,-49-1 0,24-24 0,25 0 188,0 25-204,25-25-15,-25 0 0,25 0 31,-25 25 1,49 0-32,-24 0 31,0-1-16,-25-24 1,0 50-16,0-50 47,0 25-32,0-25 17,-25 0-17,0 25-15,0-25 16,-24 24-1,49-24 1,-50 0 0,25 0 15,25 0-16,-24 0-15,24 0 32,-25 0-32,0 0 15,-25-24 48,1-1 30,49 0-46,-25 25-16</inkml:trace>
  <inkml:trace contextRef="#ctx0" brushRef="#br0" timeOffset="211366.08">17140 14362 0,'0'0'62,"99"0"-31,149-99-31,-124 74 16,-24 0-16,-26 0 0,0 25 15,-49-25-15,0 1 16,25 24 0,-26 0-1,76-25-15,-26 0 31,25 0-31,-99 25 0,25-25 16,25 1 0</inkml:trace>
  <inkml:trace contextRef="#ctx0" brushRef="#br0" timeOffset="212679.16">19968 11807 0,'-25'0'31,"25"0"0,74 0-15,26 0-16,-51-25 0,26 25 15,49-25-15,0 25 16,49-49 0,-73 24-16,48 0 0,-73 25 15,24-25 1,-49 1-16,-1 24 0,1-25 15,-25 25-15,-1-25 16,1 25 0,0 0-1,0 0 1,0-25-1,-25 25-15,24 0 32</inkml:trace>
  <inkml:trace contextRef="#ctx0" brushRef="#br0" timeOffset="214271.25">15751 10319 0,'0'-25'31,"0"25"-15,74-25-16,-49 0 31,124-24-31,0 24 0,198-25 31,-223 26-31,-25 24 16,-49-25 0,0 25-1,-1-25-15,-49 25 31,25 0-31,0 0 32,0 0-32,-25 0 15,24 0 1,26-50 46</inkml:trace>
  <inkml:trace contextRef="#ctx0" brushRef="#br0" timeOffset="-211233.25">29666 10889 0,'0'0'31,"0"-25"-15,50-24-16,0 24 0,-1 25 15,-24 0-15,49 0 16,1 0 0,-1 0-16,25 0 0,-24 0 31,49 0-31,-99 0 15,49 0-15,-49 0 16,-25 0 0,50 0-16,-26 0 15,1 0 1,25 0-16,-25 0 0,49 0 31,0 0-31,-74 0 16,25 0-16,25 0 15,-25-25-15,-25 0 0,49 25 31,-24 0-31,49 0 16,1 0-16,-26 0 31,-24 0-31,0 0 0,0 0 16,0 0-16,0 0 62,99-24-62,-50 24 0,0-25 16,-74 25-16,50 0 15,0-25-15,-1 0 32,-24 25-17,25 0-15,-1 0 31,26-25-31,-75 25 0,24 0 16,1 0-16,0 0 0,0-24 31</inkml:trace>
  <inkml:trace contextRef="#ctx0" brushRef="#br0" timeOffset="-210642.22">32370 10195 0,'0'0'47,"0"0"-16,0 49-31,0 51 0,0-51 16,0 75-16,0-74 31,25-1-31,-25-49 0,0 25 16,0 25-16,25-25 15,-25-1-15</inkml:trace>
  <inkml:trace contextRef="#ctx0" brushRef="#br0" timeOffset="-210127.19">32395 10244 0,'0'-24'16,"0"-1"15,0 0-15,74-25-1,-74 50 1,50-24-16,-25-1 0,0 25 15,24 0-15,-49 0 32,25 0 14,0 0-30,0 0-16</inkml:trace>
  <inkml:trace contextRef="#ctx0" brushRef="#br0" timeOffset="-209721.16">32420 10443 0,'0'-25'46,"25"25"-30,99-74-16,-50 74 47,100-25-47,-125 25 15,26-25-15,-51-25 32</inkml:trace>
  <inkml:trace contextRef="#ctx0" brushRef="#br0" timeOffset="-208703.11">32618 9897 0,'-49'0'31,"-26"0"-31,75 0 47,-99 0-47,74 0 31,-49 74-31,24-24 0,0 49 31,1-49 1,24 74-32,25-74 0,0 74 31,0-75 0,0 1-31,25-1 0,-25-24 47,49 124-47,-24-124 0,0-25 31,0 49-31,-25-49 0,25 0 31,49 50-31,-49-25 0,74 24 16,-49-49 31,99 0-47,-125 0 0,1 0 31,50 0-31,-26 0 0,1-24 15,-50-26 17,0 25-32,49-24 0,-49-26 15,0-24-15,0 25 31,0-100-31,0 100 0,-24-75 16,24 99 15,-25 25-31,25-24 0,-25 24 16,25-25-16,-25 1 0,25 24 31,-25 0-31,1 0 16,24 25-16,-50-25 0,25 1 31,-24-26-31,-26 25 0,1-24 31,24 49-15,25 0-16,1 0 15,-1 0 1,-25 0-16,1 0 15,24 0-15,-50 0 0</inkml:trace>
  <inkml:trace contextRef="#ctx0" brushRef="#br0" timeOffset="-207538.04">30683 9649 0,'25'0'31,"-25"-50"-31,25 50 0,0-24 16,0 24 0,49 0-16,-24 0 31,-1 0-31,1 0 15,-1 0-15,-49 0 32,50 49-32,-50-24 15,0 74-15,0-49 16,0-25-16,0-25 15,0 24-15,0 26 16,-25-50 0,0 25-16,-24 0 15,-1-1-15,25 1 31,1 0-15,-26-25 0,25 0-1,25 0-15,-25 25 31,25-25-31,-24 50 16,-1 24 0,25-24-16,0-50 31,0 24-16,0-24 1,0 25-16,25-25 16,-1 0-16,51 0 15,123 0 1,-173 0-1,25 0-15,-26 0 0,1 0 32,0 0-32,0 0 31,-25 0-16,25 0 1</inkml:trace>
  <inkml:trace contextRef="#ctx0" brushRef="#br0" timeOffset="-205193.91">25474 13047 0,'0'0'47,"75"0"-31,49 0-16,0 0 15,50 0 1,-1 0-16,-74 0 15,-24 0-15,-75 0 0</inkml:trace>
  <inkml:trace contextRef="#ctx0" brushRef="#br0" timeOffset="-204764.88">25797 13692 0,'0'-25'31,"0"25"-31,25 0 32,322 0-32,-198 0 31,347 0-31,-397-24 62</inkml:trace>
  <inkml:trace contextRef="#ctx0" brushRef="#br0" timeOffset="-203067.78">28228 12948 0,'-50'0'31,"50"0"0,0 0-15,0 99-1,0 0 32,75 298-47,-26-322 0,-24-26 16,0-24-1</inkml:trace>
  <inkml:trace contextRef="#ctx0" brushRef="#br0" timeOffset="-202634.76">28922 12948 0,'0'0'31,"0"99"-15,0-24 0,0-26-16,25 26 15,-25 49 1,74-50-1,-74-49-15,0 25 0,0-50 16,25 24-16,-25 1 31,0-25-15</inkml:trace>
  <inkml:trace contextRef="#ctx0" brushRef="#br0" timeOffset="-202162.73">28798 13345 0,'0'-25'93,"50"25"-93,-1 0 0,-24 0 31,74-25-31,-74 25 16,99-24-16,-124 24 16</inkml:trace>
  <inkml:trace contextRef="#ctx0" brushRef="#br0" timeOffset="-201326.68">29542 12725 0,'25'0'16,"0"0"-1,-25 0-15,25 0 0,24 0 16,-49 0 0,25 0-1,25 0-15,-50 0 0,25 99 16,-25-25 15,0 50-31,0-99 16,-25 50-1,0-75 1,0 24-16,0-24 62,-24-49-31,49 24-31,25 0 32,49 25-32,-24 0 15,-50 0-15,24 0 0,1 0 16,0 0-16,0 0 15,24 0 1,-24 0-16,25 0 0,-50 25 16,49 25-16,-49-50 15,0 99 1,0-49-1,0-1 1,0 1-16,-24-25 16,24-1-16,-25-24 0,-25 0 31,25 0-31,-24 0 15,24 0-15,-25 0 16,1 0 0,24 0-1</inkml:trace>
  <inkml:trace contextRef="#ctx0" brushRef="#br0" timeOffset="-200842.66">30659 12824 0,'0'25'47,"0"49"-47,0-24 16,0-1-1,74 75-15,-74-99 16,0 50-1,0-75-15,0 25 0,25-25 16</inkml:trace>
  <inkml:trace contextRef="#ctx0" brushRef="#br0" timeOffset="-200298.63">30485 13072 0,'0'-25'31,"0"25"0,0-25-15,0 25 15,50 0-31,-26 0 0,26 0 16,-25 0 15,0 0-31,-1 0 31,1 0-31,0 0 0,25 0 63,-50 25-32,24-25-31,1 0 0</inkml:trace>
  <inkml:trace contextRef="#ctx0" brushRef="#br0" timeOffset="-199577.58">31105 12824 0,'25'-50'31,"49"1"-31,-49 49 0,25-25 16,-25 25 15,-1 0-31,-24 0 0,25 0 16,0 0-16,25 0 31,-50 25-16,0 49-15,0-24 0,0-1 32,0 1-32,-25 0 0,25-50 31,-25 24-31,-25 26 0,26-50 31,24 25-31,-25-25 16,25 0 108,25 0-108,24 0-16,249 0 0,-25 25 31,99 49-31</inkml:trace>
  <inkml:trace contextRef="#ctx0" brushRef="#br0" timeOffset="-198913.55">32122 12601 0,'0'25'31,"0"-25"-15,25 49-16,24 26 31,1-1-31,-25 0 31,25 1-31,-50-50 16,0-1-16,24 1 0,1-25 31</inkml:trace>
  <inkml:trace contextRef="#ctx0" brushRef="#br0" timeOffset="-198554.53">32023 12898 0,'25'0'15,"49"0"1,-49 0-1,49 0-15,-24 0 16,24 0-16,-24 0 0,49-24 16</inkml:trace>
  <inkml:trace contextRef="#ctx0" brushRef="#br0" timeOffset="-197782.48">32668 12601 0,'25'0'16,"-1"0"-16,-24 0 0,25 0 31,25 0-31,-25 0 0,-1 0 16,1 0-16,0 0 15,25 0-15,-50 0 16,24 0-1,-24 49-15,0-24 0,0 0 32,0 25-32,-24-26 15,24 1 16,-25 0-15,25-25-16,-25 0 47,25-25 0,0 25-32,25 0 1,0 0-16,-1 0 31,-24 25-15,25 0-16,-25 0 0,0-1 31,0 51-31,0-75 15,-25 49 1,25-49 0,-49 0-16,24 0 15,25 0 1,-50 0-16,26 0 0,-1 0 15,-25 0-15</inkml:trace>
  <inkml:trace contextRef="#ctx0" brushRef="#br0" timeOffset="-197288.45">33313 12650 0,'0'25'47,"0"50"-47,0-26 31,24 26-31,-24-26 31,0 26-31,0-51 0,0 1 31,0 0 1</inkml:trace>
  <inkml:trace contextRef="#ctx0" brushRef="#br0" timeOffset="-196946.43">33139 12824 0,'0'0'16,"25"0"-16,24-25 0,-24 25 15,-25 0 16,25 0-31,0 0 32,0 0-1</inkml:trace>
  <inkml:trace contextRef="#ctx0" brushRef="#br0" timeOffset="-196066.38">33561 12601 0,'0'-25'31,"0"25"-31,0-50 0,0 50 16,0-24-16,0-1 31,0 0-31,0 0 31,49 0-31,-24 25 63,74 50-63,-99-50 0,0 50 15,25-26 17,-25 26-32,0 0 15,0-26-15,-25 26 0,25-50 16,-24 25 15,-1-25-15,0 49-16,25-24 46,0 0-46,0 0 32,0 0-32,0-1 31,0 1-31,0 0 15,0-25-15,25 0 32,-25 0-32,25 0 15,24 0-15,-49 0 0,25 0 16,0 0-1,0 0 1,-25 0-16,24 0 16</inkml:trace>
  <inkml:trace contextRef="#ctx0" brushRef="#br0" timeOffset="-190806.08">25574 14734 0,'0'0'0,"74"0"16,25 0-16,-24 0 31,-51 0-31,51 0 0,-25 0 16,-1 0-16,26 0 15,-51 0 17,76 0-32,-76 0 0,51 0 31,-50 0-31,24 0 31,26 0-31,-51 0 31,-24 0-31</inkml:trace>
  <inkml:trace contextRef="#ctx0" brushRef="#br0" timeOffset="-190433.06">26070 15131 0,'49'-25'15,"1"25"-15,-25 0 0,24 0 32,75 0-32,-49 0 0,-50 0 15,49 0-15,0 0 0,-24 0 16,0 0-16,49 25 31,74-25-31</inkml:trace>
  <inkml:trace contextRef="#ctx0" brushRef="#br0" timeOffset="-190081.04">27285 14486 0,'25'74'15,"-25"-24"-15,0 49 31,25 0-31,-25 50 0,0-25 16,0 0-16,0-74 0,0-25 31,0-1-31,0-24 16,25 25-16</inkml:trace>
  <inkml:trace contextRef="#ctx0" brushRef="#br0" timeOffset="-189702.02">27657 14709 0,'0'50'16,"0"-1"-16,0 26 0,0-1 15,0 1 1,0-26-1,0 26-15,0-26 0,0 1 32,0 24-32,0-49 0</inkml:trace>
  <inkml:trace contextRef="#ctx0" brushRef="#br0" timeOffset="-188509.95">27608 14188 0,'-25'0'16,"-25"0"-16,-24 0 0,-1 0 15,26 0 17,-1 0-32,25 0 0,1 0 15,24 0-15,-50 0 0,25 0 16,-24 0-16,-1 0 15,0 25 1,1 0-16,-1 0 0,50-1 31,-50 26-31,50 0 0,-49 49 16,49-25 15,0 50-31,0-49 0,0 49 16,0-75-1,0 51-15,0-51 16,0 1-1,49 74-15,1-50 16,0-49-16,-26 25 16,26-25-1,-25 24-15,49-24 0,-49 0 31,74 0-31,1 24 0,-51-49 16,50 25-16,-24-25 0,49 0 31,-75 0-31,-24 0 16,25 0-16,24 0 15,1-74-15,-26-1 32,1 26-32,-25-1 15,-25 50-15,0-25 0,25 0 31,-25 0-31,0 25 0,24-99 16,-24 74-16,0-24 31,0-26-31,0 26 16,0-125-16,0 75 31,-49-50-31,24 100 0,25 24 16,-50-50-16,25 26 15,25 49 16,-49-50-31,-1 50 0,50-25 16,-25 25 0,-49 0-16,24 0 31,-74-49-31,100 49 15,-76 0-15,51 0 0,-1 0 32,50 0-32,-25 0 15,1 0-15,-1 0 31</inkml:trace>
  <inkml:trace contextRef="#ctx0" brushRef="#br0" timeOffset="-187067.87">25251 6052 0,'0'0'16,"25"25"0,25 25 15,24 74-31,-49-124 15,0 0 48,-1 0-32,175-99-31,-26-100 31,-98 100-31,99-124 16,-150 223-16,-24-50 31,50 25-15,-50 0-16,0 25 31,0-24-31,25-1 31,0 25-31,-25-25 31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32:45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10319 6176 0,'25'0'125,"24"0"-109,26 0-16,-26 25 16,26-25-1,-51 0-15,26 0 0,0 0 32,-1 0-32,1 0 15,-25 0-15,49 0 16,0 25-16,50 0 15,-74 0-15,49-1 16,-24-24-16,-26 0 16,-24 0-16,25 0 15,-25 0-15,24 0 16,-24 0-16,0 0 16,74 0-16,-25 0 15,26 0-15,-26 0 16,25 25-16,-24-25 15,-1 25-15,25-25 16,-24 25-16,49-25 16,0 25-16,49-1 15,1 26-15,-75-50 16,25 25-16,0-25 16,-24 0-16,-1 0 15,0 25-15,0-25 16,-24 0-16,-1 0 15,25 24 1,-74 1-16,74-25 16,-49 0-16,-1 25 15,26-25-15,-50 0 16,-1 0-16,1 0 16,0 0-16,25 0 15,-1 0 1,1 0-16,0 0 15,49 0-15,-25 0 16,75-25-16,-75 25 16,1 0-16,49 0 15,-25 0-15,25 0 16,-25 0-16,-24 0 16,-26 0-16,26 0 15,-50 0-15,24 0 16,50 0-16,-74 0 15,74 0-15,1 0 16,-26 0-16,25 0 16,0 0-16,-24 0 15,-50-25-15,49 25 16,-49 0 0,25 0-16,24 0 15,0 0-15,-24 0 16,0 0-16,-1 0 15,26 0-15,-51 0 16,26 0-16,0-49 16,-26 49-1,1 0-15,0 0 16,49 0-16,1 0 16,49 0-16,25 0 15,-25 0-15,0 0 16,0 0-16,0 0 15,-25 0-15,-25 0 16,26 0-16,-26 0 16,-24 0-16,24 0 15,25 0-15,1 0 16,-1 0-16,25 0 16,0 0-16,49 0 15,-73 0-15,24 0 16,-25 0-16,25 0 15,-50 0-15,26 0 16,-51 0-16,1 0 16,-25 0-16,24 0 15,1 0 1,-1 0-16,1 0 16,-25 0-1,49 0-15,50-25 16,-25 25-16,25 0 15,25 0-15,75 0 16,-51 0-16,26 0 16,-1 0-16,-74 0 15,0 0-15,0 0 16,-25 0-16,1-25 16,-76 25-16,26-25 15,-25 25-15,0 0 16,-1-24-16,1-1 15,0 25-15,0 0 16,0 0-16,24 0 16,-24 0-16,74 0 15,-49 0-15,24-50 16,-49 50-16,0 0 16,49-25-16,1 25 15,-1 0-15,50-24 16,-74 24-16,24 0 15,25 0 1,-49-50-16,-25 50 16,49 0-16,-24-25 15,-1 25-15,26 0 16,24 0-16,-49 0 16,49 0-16,-25 0 15,1 0-15,24 0 16,-25 0-16,26 0 15,-51 0-15,1 0 16,-25 0-16,24 0 16,-24 0-16,0 0 15,24 0-15,-24 0 16,25 0-16,24 25 16,-49-25-16,49 0 15,1 0-15,49 50 16,-25-26-16,0-24 15,-49 25-15,49 0 16,-49-25 0,-25 0-1,-1 0 1,1 0-16,0 0 16,0 25-1,-25 0-15,74-25 16,-49 0-16,25 0 0,24 24 15,-24-24 1,-26 0 0,51 0-16,-25 0 15,-26 0 1,1 0-16,0 0 16,0 0-16,0 0 15,24 0-15,-24 0 16,49 0-16,1 0 15,-1 0-15,-24 0 16,24 0-16,1 0 16,-1 0-16,0 0 15,-24 0-15,-25 0 16,49 0-16,-24 0 16,-1 0-16,26 0 15,24 0-15,0 0 16,50 0-16,-50 0 15,75 0-15,-50 0 16,-25 0-16,-49 0 16,-1 0-16,26 0 15,-50 0-15,24 0 32,-24 0 108</inkml:trace>
  <inkml:trace contextRef="#ctx0" brushRef="#br0" timeOffset="1681.51">5283 7367 0,'0'25'31,"50"-25"-15,24 0-16,1 0 15,74 25-15,-1 24 16,51-49-16,-50 25 16,99 0-16,-25-25 15,25 25-15,-49-25 16,-1 0-16,-74 0 15,25 0-15,-50 0 16,50 0-16,0 0 16,-50 0-16,25 0 15,0 0-15,0 0 16,-25 0-16,0 0 16,-24 0-16,24 0 15,-49 0-15,-1 0 16,26 0-1,-1 0-15,1 0 16,24 0-16,-25 0 16,75 0-16,-50 0 15,0 0-15,25 0 16,25 49-16,-99-49 16,-1 0-16,26 0 15,-50 0-15,24 0 16,51 25-16,-1 0 15,74-25-15,26 49 16,-50-49-16,-25 0 16,-25 0-16,-25 0 15,1 0-15,-50 0 16,-1 0 0,1 0-16,0 0 15,49 0 1,1 0-16,24 0 15,25 0-15,-25 0 16,-24 0-16,-26 0 16,26 0-16,-26 0 15,-24 0-15,25 0 16,-26 0-16,1 0 16,0 0-1,0 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0-12-05T04:10:18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4018 6127 0,'0'0'16,"25"0"-16,-25-25 31,50 25-31,-25 0 31,-25 0-31,74-25 0,-49 25 31,124 0-31,-75 0 0,0 0 16,26-25-1,-76 25 1,1 0 31,248-24-47,-99 24 0,-25 0 31,173-50-31,-223 0 16,-49 50-1,-1 0-15,-24 0 31,0 0-31,0 0 16,-25 0-16,25 0 16,24 0-16,-49 0 15,100 0 1,-51 0 15,1 0-31,-1 0 0,-49 0 16,25 0-16,25 0 0,-25 0 31,-1 0-31,26 0 0,0 0 15,-26 0-15,26 0 0,0 0 32,24 0-32,-24 0 0,-1 0 15,26 0-15,-26 0 16,26 0-1,-1 0-15,1 0 0,-26 0 16,1 0-16,-25 0 16,49 0-1,-49 0-15,0 0 16,24 0-16,50 0 15,75 0-15,-75 0 32,-24 0-32,-26 0 0,26 0 15,-1 0-15,-24 0 0,-1 0 31,-49 0-31,50 0 0,-25 0 16,0 0-16,24 0 0,26 0 31,-1 0-31,0 0 0,-24 0 16,0 0-16,-1 0 15,1 0 17,-1 0-32,-49 0 0,25 0 31,99 0-31,-99 0 15,74 0 1,25 0-16,-24 0 16,-26 0-16,25 0 0,-74 0 31,74 0-31,-49 0 15,24 0-15,-24 0 16,-1 0 0,150 0 15,-174 0-31,24 0 15,-49 0 1,50 0-16,0 0 31,24 0-31,0 0 47,150 0-47,-175 0 31,-49 0-31,50 0 0,-50 0 16,25 0-16,49 0 15,-49 0-15,24 0 32,51 0-32,-76 0 0,1 0 15,0 0-15,0 0 31,49 0-31,1 0 16,-51 0-16,51 0 0,-1 0 16,1 0-1,-50 0 16,49 0-31,-74 0 16,50 0-16,-1 0 16,-24 0-1,74 0-15,-74 0 31,25 0-31,-1 0 0,1 0 16,-25 0-16,-1 0 16,1 0-16,0 0 15,49 0 1,-24 0-16,0 0 0,-26 0 15,26 0-15,-25 0 16,25 0 0,-26 0-16,-24 0 15,25 0-15,0 0 0,0 0 16,0 0-16,24 0 15,50 0 17,-99 0-32,50 0 15,-50 0-15,25 0 0,-25 0 16,49 0 15,-24 0-31,0 0 16,25 0-16,-50 0 0,24 0 31,26 0 31,-50 0-46,25 0-1,0 0 17,-1 0-1,100 0-31,-74 0 15,49 0-15,-24 0 0,-75 0 32,25 0-32,24 0 31,-49 0 0,50 0 0,-25 0-15,-25 0 15,24 0-15,26 0-16,-25 0 15</inkml:trace>
  <inkml:trace contextRef="#ctx0" brushRef="#br0" timeOffset="20722.18">15925 6251 0,'0'0'31,"49"0"-15,26 0-16,24 0 0,0 0 15,50-50 1,25 50-16,49-25 31,149 25-31,-99 0 0,-100-24 16,125 24-16,-199 0 31,25 0-31,-74 0 15,24 0-15,1 0 32,-1 0-32,25 0 62,373 0-62,-373 0 16,25 0-16,-25 0 0,25 0 46,174 0-46,-249 0 16,-49 0-16,25 0 47,-25 0-32,50 0 32</inkml:trace>
  <inkml:trace contextRef="#ctx0" brushRef="#br0" timeOffset="92047.26">14536 7169 0,'24'0'31,"26"-25"-31,-25 25 31,-25 0-31,25 0 0,24 0 16,-24 0 0,49 0-1,-24 0-15,-25 0 0,49 0 16,1 0-16,-1 0 15,-24 0 1,24 0-16,0 0 0,-24 0 31,0 0-31,-25 0 0,49 0 16,-74 0-16,25 0 0,0 0 15,24 0 1,-24 0 15,25 0-31,-1 0 16,50 25-1,-24-25 17,-50 0-32,24 0 15,-49 0-15,25 0 0,25 0 31,-50 0-31,24 0 0,1 0 16,0 0-16,-25 0 16,25 0 15</inkml:trace>
  <inkml:trace contextRef="#ctx0" brushRef="#br0" timeOffset="93169.32">16321 8086 0,'25'0'62,"25"-24"-46,0 24-1,-50 0 1,124 0-16,-50 0 15,0 0 1,26 0-16,-26 0 0,-24 0 16,24 0 15,75 0-31,-124 0 15,74 0-15,-25 0 32,-49 0-32,0 0 0,0 0 31,-25 0 0,24-25-31,1 25 16,0 0 15,-25 0-31,25 0 15</inkml:trace>
  <inkml:trace contextRef="#ctx0" brushRef="#br0" timeOffset="102233.84">23614 7913 0,'50'0'125,"148"0"-125,-99 0 15,-49 0-15,24 0 0,1 0 16,-50 0-16,-25 0 15,24 24-15,1-24 16,0 0-16,-25 0 16,50 0-1,-26 0 16,-24 0-31</inkml:trace>
  <inkml:trace contextRef="#ctx0" brushRef="#br0" timeOffset="110409.31">23713 8756 0,'25'0'63,"0"0"-48,0 0 17,24 0-32,-24 0 15,0 0 1,0 0-1,0 0-15,-1 0 32,-24 0-32,50 0 15,49 0 1,-74 0 15,25 0-31,-50 0 0,24 0 31,26 0-31,-50 0 31,25 0-31,24 0 0,-49 0 32,25 0-17,-25 0 1,50 0-1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1-12-14T05:32:59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5283 7367 0,'0'0'16,"0"-25"46,-24 25-15,-1 0-31,0 0-16,0 0 15,-24 0 1,-1 0-16,25 0 31,0 0 0,1 0 1,-1 0-32,0 0 15,0 25 1,-24 0-16,49 24 15,-50-24-15,0 25 16,25-25 0,1-1-16,-1 1 15,-25 0-15,50 0 16,0 0 0,0-1-16,0 1 31,0 0-16,0 0 1,25 24 0,-25-24-16,50-25 15,-50 25-15,49 0 16,-24 0 0,0-25-1,0 24-15,0 1 16,-1-25-16,26 25 15,-25-25-15,49 0 16,1 0-16,-51 0 16,51 0-16,-50 0 15,24 0-15,-24-25 16,25 25-16,-50-25 16,49 1-16,-49-1 15,25 0-15,-25 0 16,0 0-1,0-24-15,0 24 16,0-25 0,0 26-1,0-26 1,0 25-16,0 0 0,0-24 16,-25 24-1,0-25-15,1 26 16,-1-26-1,0 0-15,0 26 16,0-1 0</inkml:trace>
  <inkml:trace contextRef="#ctx0" brushRef="#br0" timeOffset="1583.62">11286 9079 0,'-25'0'15,"25"-25"1,-24 25 0,-26 0-1,0 0-15,1 0 16,24 0 15,0 0-15,0 25 15,0-1-15,25 26-1,0-25 1,0 0-16,0-1 16,0 1-16,0 0 15,0 0-15,0 0 16,0 24-1,0 1-15,0-25 16,25 49 0,0-49-16,-25 0 15,50 99-15,-26-124 16,1 49-16,25 1 16,0-1-16,-26-49 15,1 0 16,0 0-31,25 0 16,24 0 0,-24 0-1,-26 0-15,1 0 16,0 0-16,0 0 31,0 0-31,-1 0 16,1 0-16,0 0 15,25 0-15,-50-49 16,24 24 0,-24-25-16,25 1 15,-25-1-15,0 25 16,0-24 0,0 24-1,0 0 1,0 0-16,-25-24 15,-24-1-15,24 25 16,0 1-16,0-1 16,25-25-1,-24 25-15,-1-24 0,0 49 16,25-25 0,-50 25 15,26 0 0,-26 0-15,25 0-1</inkml:trace>
  <inkml:trace contextRef="#ctx0" brushRef="#br0" timeOffset="33801">19224 6796 0,'24'25'94,"1"-25"15,0 0-109,25 0 16,-26 0-16,26-25 15,0-24-15,-1 49 16,1-75-16,0 75 16,-50-24-16,24-1 15,1 0-15,0 25 16,0 0 31,-25-25-47,25 25 15,-1 0 63</inkml:trace>
  <inkml:trace contextRef="#ctx0" brushRef="#br0" timeOffset="34823.58">19298 7491 0,'-25'0'16,"25"25"-1,0 0 1,0-1 0,0 1-16,25-25 15,0 25 17,0-25 14,24 0-30,-24 0-16,0 0 16,24 0-16,-24 0 15,50-50-15,-26 26 16,1-1-16,-25 0 16,0 0-16,-1 0 15,1 25 1,25-74-16,-25 74 15,24-25 1</inkml:trace>
  <inkml:trace contextRef="#ctx0" brushRef="#br0" timeOffset="61295.51">19199 11832 0,'49'0'109,"26"0"-93,-26 0-16,51 0 15,-1 0-15,0 0 16,0 0-16,1 0 16,-1 0-16,-25 0 15,1 0-15,-26 0 16,26 0-16,-51 0 15,26 0-15,-25 0 16,24 0-16,26 0 16,-26 0-16,1 0 15,0 0-15,-1 25 16,-24-25-16,50 0 16,-51 0-1,26 0-15,0 0 31,-26 0-31,1 0 16,0 0-16,0 0 16,49 0-16,-49 0 15,49 0-15,-24-25 16,-25 25-16,24 0 16,1 0-16,24 0 15,-49 0-15,0 0 16,25-25-16,-26 25 15,26 0-15,-25-25 16,0 25-16,-1 0 16,1-25-1,25 25 1,-25 0-16,49 0 16,1 0-16,-26 0 15,26 0-15,-26 0 16,-24 0-16,49 0 15,-49 0-15,25 0 16,-25 0 0,-25-24-1,49 24 1,1 0-16,49-50 0,0 50 16,0 0-1,1 0-15,-26 0 16,1 0-16,-1 0 15,-49 0-15,74 0 16,-25 0-16,1 0 16,-26 0-16,1 0 15,0 0 1,24 0-16,0 0 16,26 0-16,-1 0 15,0 0-15,-24 0 16,49 0-16,-100 0 15,51 0-15,-26 0 16,-24 0-16,0 0 16,25 0-1,-26 0-15,1 0 16,0 0 0,0 0 155</inkml:trace>
  <inkml:trace contextRef="#ctx0" brushRef="#br0" timeOffset="72584.55">4291 8161 0,'25'0'47,"-25"25"-32,0 49 1,0-24-16,0 24 15,0 0-15,0 26 16,0-26-16,0-24 16,0 49-16,25-25 15,-25 1-15,0-1 16,0-24-16,0 49 16,0-49-16,0 24 15,0-24-15,0 24 16,0-24-16,0 24 15,0-24-15,0-1 16,0 1-16,0-1 16,0-24-16,0 50 15,0-51-15,0 51 16,0-1-16,0-24 16,0 24-16,0-24 15,0 0-15,0-1 16,0 1-16,0-25 15,0 24 1,0-24-16,0 0 16,0 24-16,0 1 15,0 0-15,0-26 32,0 26-1,0-25-16,0 24-15,0-24 16,0 25-16,0-25 16,0 49-16,0-24 15,0-1-15,0-24 16,0 0-16,0 0 16,0-1-16,0 1 31,0-50 172,0 1-203,0-1 16,74 0-16,1 25 15,-51 0-15,51 0 16,-1 0-16,1 0 15,-1 0-15,1 0 16,-1 0-16,-49 0 16,0 0-16,-1 0 15,1 0-15,25 0 16,-25 0-16,24 0 16,26 0-16,-1 25 15,0-25-15,1 25 16,-1-25-16,-49 0 15,25 24-15,-26-24 16,26 0 0,-25 0-1,0 25-15,49-25 0,-49 0 16,49 0-16,1 0 16,-50 0-1,74 0-15,-50 0 16,-24 0-16,25 0 15,-25 0-15,24 0 16,1 0 0,-1 0-16,1 0 15,0 0-15,49 0 16,-25 0-16,25 0 16,-24 0-16,-25 0 15,24 0-15,0 0 16,1 0-16,-1 0 15,-24 0-15,49 0 16,-25 0-16,26 0 16,-26 0-16,-49 0 15,49 0-15,-24 0 16,-1 0 0,-24 0-16,0 0 0,0 0 15,0 0 1,24 25-16,1 25 0,-25-50 15,24 0-15,1 25 16,0-25-16,-1 24 16,-24-24-16,49 0 15,-49 0 1,0 0-16,0 0 16,24 0-1,1 0-15,49 25 16,0 0-16,25-25 15,0 25-15,-24-25 16,-51 0-16,26 0 16,-50 0-16,-1 0 15,1 0 17,0 0-32,0 0 15,24 0 1,-24 0-16,25 0 15,-25 0-15,24 0 16,-24 0 0,0 0-1,24 0-15,1 0 16,-25 0 0,24 0-1,-24 0-15,0 0 31,25-50-15,-26 50 0,1 0-1,0 0-15,0-25 16,0 1 0,-1-1-1,1 25 1,25 0-1,-25-25-15,24 25 16,1-25-16,-25 0 16,24 0-16,26-24 15,-75 24-15,49 0 16,1-24-16,0 24 16,-26 25-1,-24-25-15,25 25 16,0-25-16,-25 0 15,25 25 1,-25-24-16,25 24 16,-1-50-16,1 50 15,0-25-15,0-24 16,0 49-16,-1-50 16,1 50-16,0-50 15,0 50 1,0-49-1,-1 49 1,1-25-16,0 0 16,0 0-1,0 25-15,-1-24 16,26-1-16,-25 0 16,24 25-16,-49-25 15,25 25-15,0-49 16,0 49-16,0-25 31,0 25-15,-1-25-1,1 25 1,-25-25 0,25 25-16,-25-25 15,25 25-15,0-24 31,-1 24-15,-24-25 0,25 25 31</inkml:trace>
  <inkml:trace contextRef="#ctx0" brushRef="#br0" timeOffset="80512.7">14784 13643 0,'0'24'63,"24"-24"-47,1 0-1,25 0 16,24 0-15,-49 0-16,25 0 16,49-24-1,-25-26-15,-24 25 0,24 0 16,-24 1-16,24-1 16,-24 0-1,-25 25 1,0-25-1</inkml:trace>
  <inkml:trace contextRef="#ctx0" brushRef="#br0" timeOffset="91126.92">5755 7739 0,'49'0'78,"26"50"-78,-1-1 16,-24-49-16,-1 75 15,75 24 1,-124-74-16,50 24 16,0 26-1,-1-1-15,1-24 0,-25-1 16,24-24-16,1 50 16,-25-75-16,-25 49 15,49-24-15,-49 0 16,50 0-16,-25-1 31,-1 1-15,-24 0-1,25 0 1,0 24 0,0 26-16,0-50 15,-25 24-15,49 1 16,-24 24-16,0-74 15,25 100-15,-26-51 16,-24-24 0,25-25-1,0 25-15,0 0 47,-25-1 16,0 1-48,0 0-15,25 0 16,-1-25 906,1 0-907,25 25 1,24-1 0,-49-24-16,0 0 15,0 25-15,-1-25 0,26 25 16,-25-25-16,24 50 16,26-50-1,-26 24-15,-24 1 16,0-25-16,25 50 15,-1-25 32,1-25-31,-25 24 0,-25 1-16,49-25 15,-24 0-15,0 25 16,24 0-16,1 0 15,0-1 1,24-24-16,1 50 16,-26-25-16,-24 0 15,0-25-15,24 24 16,-49 1 0,25 0-16,0-25 15,0 0-15,-25 25 16,25-25-16,24 25 15,-24-1 1,0-24 15,0 25-31,-1 0 16,1-25-16,-25 25 16,25-25-16,49 50 15,-24-50 1,-25 24-1,24 1-15,-49 0 16,50 0-16,-25 0 16,0-25-1,-1 24 32,-24 1 0,25-25-16,-25 25-31,25 25 16,0-26 0,-25 1-1,25 0 1,0-25-1,24 50-15,-24-26 32,0 1 93,0 0 453,-25 0 47,24-25-610,1 0-15,0-25 16,0-49 0,0 49-16,24-25 15,-24 25-15,25-24 16,-26-1-16,26 25 16,0-24-16,49 24 15,-25-25-15,25 1 16,-74 49-16,0 0 15,49-50-15,-49 25 16,25 25 0,0-25-1,-26 1 1,-24-1-16,25 25 16,0-25-16,0 25 15,24-25 1,-24 0-1,0 25 17,-25-24-17,25 24 1,24 0-16,-24 0 16,0-25-16,25 0 15,-26 25 1,1-25-1,0 25 1,0-25 0,-25 1 15,49-1 16,-24 0 15,-25 0-62,0 0 16,25 25 0,0-24-1,0-1 79</inkml:trace>
  <inkml:trace contextRef="#ctx0" brushRef="#br0" timeOffset="98792.03">13295 16991 0,'25'0'16,"0"0"0,25 50-16,-50-25 31,24-25-31,1 0 47,-25 24-32,50-24 1,-25 0-16,49 0 16,-49 0-16,49 0 15,75-74-15,-50-25 16,25 49-16,0-24 16,-74 24-16,-1 25 15,26-49-15</inkml:trace>
  <inkml:trace contextRef="#ctx0" brushRef="#br0" timeOffset="106839.52">5879 7392 0,'25'0'47,"49"0"-31,75-50 0,0 50-16,49 0 15,0 0-15,1 0 16,24 0-16,0 0 15,25 0-15,-99 0 16,74 0 0,-148 0-1,-1 0-15,-49 0 0,25 0 16,49 0-16,50 0 16,-25 25-16,0 0 15,-25 24-15,0-49 16,-24 0-1,-26 0-15,-24 0 16,0 0-16,0 0 578,-25 25-234,-25 25-344,25-25 16,0 99-1,0-75-15,0 26 16,0-51-16,-25 51 15,25-1 1,-25 50-16,25 0 16,0-24 15,0-51-31,0 1 0,0-25 16,-25 24-1,25 1-15,0-1 0,-24 51 16,24-76-16,0 26 15,0 0-15,0-1 16,0-24 0,0 0-16,0 24 15,0 1-15,0-25 16,0 25-16,0-1 16,0 1-16,0-1 15,0 1-15,0-25 16,0 0-16,0 24 15,0 1-15,0-25 16,0 24-16,0-24 16,0 25-1,0-26-15,0 1 16,0 25-16,0-25 16,0 49-16,0-49 15,0 24 1,0-24 140,0 25 16,0-1-172,24-24 16,-24 0-1,25 0-15,-25 0 16,25 0 546,25-50-218,-25-25-344,24 25 16,1-24-1,-1 24-15,75-74 16,-24 24 0,-76 75-1,1-25-15,0 25 16,0 0-16,0 0 15,74-74-15,0 24 16,-25 50-16,50-74 16,1 24-16,-26 50 15,0-74-15,25 24 16,-25 26-16,-74 24 16,25 0-16,-50-25 15,24 25 1,1 0-1,0-25-15,25 0 16,-1 0 0,-49 1-1,25 24 17,0 0-17,0 0-15</inkml:trace>
  <inkml:trace contextRef="#ctx0" brushRef="#br0" timeOffset="110199.24">24581 16197 0,'0'-24'16,"0"-1"-1,0 0-15,-49 0 32,49 0-32,-25 1 15,25-1 1,-25 25-1,0-25-15,1 0 16,-1 25 15,0 0-15,-25-25-16,1 25 16,-26 0-16,-24-24 15,50 24 1,24 0-16,0 0 15,0 0-15,0 0 16,1 0-16,-26 0 16,25 0-16,-49 0 15,-1 0-15,50 0 16,-24 0-16,-1 0 16,25 0-16,1 0 15,-1 0-15,-25 0 16,-24 0-16,-25 0 15,24 0-15,-24 0 16,25 0-16,24 0 16,25 0-1,-24 0-15,-1 0 16,0 24 0,26-24-16,-26 50 15,0-50 1,1 25-16,24 24 15,-25-49-15,25 50 16,1-25-16,-1 0 16,0-25-16,25 49 15,0 1-15,0-25 16,0 24 0,0-24-16,0 25 15,0-1 1,0 26-1,25-50-15,-25 24 16,25-24-16,-25 0 16,49 24-16,1-24 15,-25-25 1,49 25-16,25-25 16,50 74-16,-25-49 15,75 0-15,-26-25 16,26 0-16,-26 0 15,51 0-15,-76 0 16,-24 0-16,50 0 16,-124 0-1,-1 0-15,-24-25 16,0-24-16,-25-1 16,49 0-16,-49 26 15,0-1-15,0-25 16,0 25-1,0-24 1,0 24 0,0-49-16,0 49 15,0 0-15,0 0 16,0 0-16,0 0 16,0 1-1,0-1 1,0-25-16,-24 25 15,-26 1-15,-24-1 16,24 0-16,25 25 16,0 0-16,1-25 15,-1 25 1,0 0-16,-49 0 16,49 0-16,0 0 15,-25 0 1,-24 0-16,49 0 0,-24 0 15,24 0-15,-25 25 16,25-25 0</inkml:trace>
  <inkml:trace contextRef="#ctx0" brushRef="#br0" timeOffset="114984.92">6003 6995 0,'25'0'62,"148"-50"-62,1-24 16,99 24 0,24-24-16,-24 49 15,25 0-15,-50-24 16,25-26-16,-25 50 16,-75 1-16,-98 24 15,24-50-15,-49 50 16,-1 0-1,-24 0-15,25 0 16,24 0 0,-49 0-16,24 0 15,-24 0-15,25 0 16,0 0 0,-26 0-16,26 25 15,0-25-15,-1 0 16,-24 0-16,0 0 15,24 0 1,26 0-16,-50 25 31,-25-1 47,49 26 110,-49-25-188,0 49 16,25-24-16,0 49 15,49 25-15,-74-74 16,0 24-16,50-24 15,-25 49-15,-1-25 16,1 26-16,0-26 16,74 25-16,-99-24 15,75-26-15,-75-24 16,24 25-16,1-50 16,0 24-1,-25 1 32,25-25-31,25 25-1,-50 0-15,24 0 16,26 24-16,-50-24 16,74 50-16,-49-26 15,50 1-15,-51-1 16,26 1-16,0 24 15,-1-24-15,50 49 16,1-24-16,48 73 16,-24-48-16,50-1 15,-75-25-15,1 1 16,-1-26-16,-25-24 16,-49 0-16,0-25 15,0 0-15,-1 25 16,1 0-1,0-25 1,-25 24 0,25-24 15,0 25 78,-1 25-93</inkml:trace>
  <inkml:trace contextRef="#ctx0" brushRef="#br0" timeOffset="117999.66">5407 15577 0,'-49'0'62,"24"0"-46,-25 0 0,26 0-16,-26 0 15,25 0 1,0 0-16,1 0 15,-1 0 1,-25 0 0,25-24-16,-24-26 15,-1 25-15,25-24 16,1 49-16,24-50 16,-50 50-1,50-25 1,0 0-1,0 0 1,0 1 0,0-1-16,-25 25 15,25-25 1,-25-25 0,25 1 15,-25 24-31,25-25 15,0 26 17,0-26-32,0 25 15,0 0 1,0 1 15,0-1-15,0-25-16,0 25 31,0 1-31,25 24 31,0-25-31,0 25 32,0 0-17,24-25 1,-24 25-1,0 0 1,0 0-16,24 0 16,1 0-16,0 0 15,-26 0 1,1 0-16,0 0 16,0 0-1,24 0-15,-24 0 16,0 0-1,0 0-15,0 0 16,-1 0 0,1 0-16,-25 25 15,25-25 1,0 0-16,0 49 16,-1-49 15,1 25-31,-25 0 15,25 0 1,-25 0-16,25 24 0,-25-24 16,25 25-1,-25-1-15,0 1 16,0-25-16,0 24 16,0-24-16,0 49 15,0-49-15,0 25 16,-25-25-16,25 0 15,-25-1 1,0-24 0,0 25-1,-24-25 1,24 0 0,0 25-16</inkml:trace>
  <inkml:trace contextRef="#ctx0" brushRef="#br0" timeOffset="121783.56">918 13643 0,'25'0'16,"-1"0"-16,26 49 15,-25 26-15,24 24 16,1-25-1,-50-49-15,50-25 47,24 0-31,-24 0 0,-1-50-16,26-24 15,-26 24 1,1 26-16,-50-1 15,74 25 1,-49-50-16,0 50 94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8810" y="1250882"/>
            <a:ext cx="10154379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 u="sng">
                <a:solidFill>
                  <a:srgbClr val="3F3F3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Bright"/>
                <a:cs typeface="Lucida Bright"/>
              </a:defRPr>
            </a:lvl1pPr>
          </a:lstStyle>
          <a:p>
            <a:pPr algn="ctr">
              <a:lnSpc>
                <a:spcPts val="1435"/>
              </a:lnSpc>
              <a:spcBef>
                <a:spcPts val="60"/>
              </a:spcBef>
            </a:pPr>
            <a:r>
              <a:rPr dirty="0"/>
              <a:t>K.K. </a:t>
            </a:r>
            <a:r>
              <a:rPr spc="-30" dirty="0"/>
              <a:t>WAGH </a:t>
            </a:r>
            <a:r>
              <a:rPr spc="-25" dirty="0"/>
              <a:t>INSTITUTE </a:t>
            </a:r>
            <a:r>
              <a:rPr spc="20" dirty="0"/>
              <a:t>OF </a:t>
            </a:r>
            <a:r>
              <a:rPr spc="-5" dirty="0"/>
              <a:t>ENGINEERING EDUCATION </a:t>
            </a:r>
            <a:r>
              <a:rPr dirty="0"/>
              <a:t>AND RESEARCH,</a:t>
            </a:r>
            <a:r>
              <a:rPr spc="-140" dirty="0"/>
              <a:t> </a:t>
            </a:r>
            <a:r>
              <a:rPr spc="-5" dirty="0"/>
              <a:t>NASHIK</a:t>
            </a:r>
          </a:p>
          <a:p>
            <a:pPr marL="12065" algn="ctr">
              <a:lnSpc>
                <a:spcPts val="1435"/>
              </a:lnSpc>
            </a:pPr>
            <a:r>
              <a:rPr dirty="0"/>
              <a:t>DEPARTMENT </a:t>
            </a:r>
            <a:r>
              <a:rPr spc="20" dirty="0"/>
              <a:t>OF </a:t>
            </a:r>
            <a:r>
              <a:rPr spc="-5" dirty="0"/>
              <a:t>ELECTRONICS </a:t>
            </a:r>
            <a:r>
              <a:rPr dirty="0"/>
              <a:t>AND</a:t>
            </a:r>
            <a:r>
              <a:rPr spc="-90" dirty="0"/>
              <a:t> </a:t>
            </a:r>
            <a:r>
              <a:rPr spc="-5" dirty="0"/>
              <a:t>TELECOMMUNICATION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3F3F3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Bright"/>
                <a:cs typeface="Lucida Bright"/>
              </a:defRPr>
            </a:lvl1pPr>
          </a:lstStyle>
          <a:p>
            <a:pPr algn="ctr">
              <a:lnSpc>
                <a:spcPts val="1435"/>
              </a:lnSpc>
              <a:spcBef>
                <a:spcPts val="60"/>
              </a:spcBef>
            </a:pPr>
            <a:r>
              <a:rPr dirty="0"/>
              <a:t>K.K. </a:t>
            </a:r>
            <a:r>
              <a:rPr spc="-30" dirty="0"/>
              <a:t>WAGH </a:t>
            </a:r>
            <a:r>
              <a:rPr spc="-25" dirty="0"/>
              <a:t>INSTITUTE </a:t>
            </a:r>
            <a:r>
              <a:rPr spc="20" dirty="0"/>
              <a:t>OF </a:t>
            </a:r>
            <a:r>
              <a:rPr spc="-5" dirty="0"/>
              <a:t>ENGINEERING EDUCATION </a:t>
            </a:r>
            <a:r>
              <a:rPr dirty="0"/>
              <a:t>AND RESEARCH,</a:t>
            </a:r>
            <a:r>
              <a:rPr spc="-140" dirty="0"/>
              <a:t> </a:t>
            </a:r>
            <a:r>
              <a:rPr spc="-5" dirty="0"/>
              <a:t>NASHIK</a:t>
            </a:r>
          </a:p>
          <a:p>
            <a:pPr marL="12065" algn="ctr">
              <a:lnSpc>
                <a:spcPts val="1435"/>
              </a:lnSpc>
            </a:pPr>
            <a:r>
              <a:rPr dirty="0"/>
              <a:t>DEPARTMENT </a:t>
            </a:r>
            <a:r>
              <a:rPr spc="20" dirty="0"/>
              <a:t>OF </a:t>
            </a:r>
            <a:r>
              <a:rPr spc="-5" dirty="0"/>
              <a:t>ELECTRONICS </a:t>
            </a:r>
            <a:r>
              <a:rPr dirty="0"/>
              <a:t>AND</a:t>
            </a:r>
            <a:r>
              <a:rPr spc="-90" dirty="0"/>
              <a:t> </a:t>
            </a:r>
            <a:r>
              <a:rPr spc="-5" dirty="0"/>
              <a:t>TELECOMMUNICATION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3F3F3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Bright"/>
                <a:cs typeface="Lucida Bright"/>
              </a:defRPr>
            </a:lvl1pPr>
          </a:lstStyle>
          <a:p>
            <a:pPr algn="ctr">
              <a:lnSpc>
                <a:spcPts val="1435"/>
              </a:lnSpc>
              <a:spcBef>
                <a:spcPts val="60"/>
              </a:spcBef>
            </a:pPr>
            <a:r>
              <a:rPr dirty="0"/>
              <a:t>K.K. </a:t>
            </a:r>
            <a:r>
              <a:rPr spc="-30" dirty="0"/>
              <a:t>WAGH </a:t>
            </a:r>
            <a:r>
              <a:rPr spc="-25" dirty="0"/>
              <a:t>INSTITUTE </a:t>
            </a:r>
            <a:r>
              <a:rPr spc="20" dirty="0"/>
              <a:t>OF </a:t>
            </a:r>
            <a:r>
              <a:rPr spc="-5" dirty="0"/>
              <a:t>ENGINEERING EDUCATION </a:t>
            </a:r>
            <a:r>
              <a:rPr dirty="0"/>
              <a:t>AND RESEARCH,</a:t>
            </a:r>
            <a:r>
              <a:rPr spc="-140" dirty="0"/>
              <a:t> </a:t>
            </a:r>
            <a:r>
              <a:rPr spc="-5" dirty="0"/>
              <a:t>NASHIK</a:t>
            </a:r>
          </a:p>
          <a:p>
            <a:pPr marL="12065" algn="ctr">
              <a:lnSpc>
                <a:spcPts val="1435"/>
              </a:lnSpc>
            </a:pPr>
            <a:r>
              <a:rPr dirty="0"/>
              <a:t>DEPARTMENT </a:t>
            </a:r>
            <a:r>
              <a:rPr spc="20" dirty="0"/>
              <a:t>OF </a:t>
            </a:r>
            <a:r>
              <a:rPr spc="-5" dirty="0"/>
              <a:t>ELECTRONICS </a:t>
            </a:r>
            <a:r>
              <a:rPr dirty="0"/>
              <a:t>AND</a:t>
            </a:r>
            <a:r>
              <a:rPr spc="-90" dirty="0"/>
              <a:t> </a:t>
            </a:r>
            <a:r>
              <a:rPr spc="-5" dirty="0"/>
              <a:t>TELECOMMUNICATION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3F3F3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Bright"/>
                <a:cs typeface="Lucida Bright"/>
              </a:defRPr>
            </a:lvl1pPr>
          </a:lstStyle>
          <a:p>
            <a:pPr algn="ctr">
              <a:lnSpc>
                <a:spcPts val="1435"/>
              </a:lnSpc>
              <a:spcBef>
                <a:spcPts val="60"/>
              </a:spcBef>
            </a:pPr>
            <a:r>
              <a:rPr dirty="0"/>
              <a:t>K.K. </a:t>
            </a:r>
            <a:r>
              <a:rPr spc="-30" dirty="0"/>
              <a:t>WAGH </a:t>
            </a:r>
            <a:r>
              <a:rPr spc="-25" dirty="0"/>
              <a:t>INSTITUTE </a:t>
            </a:r>
            <a:r>
              <a:rPr spc="20" dirty="0"/>
              <a:t>OF </a:t>
            </a:r>
            <a:r>
              <a:rPr spc="-5" dirty="0"/>
              <a:t>ENGINEERING EDUCATION </a:t>
            </a:r>
            <a:r>
              <a:rPr dirty="0"/>
              <a:t>AND RESEARCH,</a:t>
            </a:r>
            <a:r>
              <a:rPr spc="-140" dirty="0"/>
              <a:t> </a:t>
            </a:r>
            <a:r>
              <a:rPr spc="-5" dirty="0"/>
              <a:t>NASHIK</a:t>
            </a:r>
          </a:p>
          <a:p>
            <a:pPr marL="12065" algn="ctr">
              <a:lnSpc>
                <a:spcPts val="1435"/>
              </a:lnSpc>
            </a:pPr>
            <a:r>
              <a:rPr dirty="0"/>
              <a:t>DEPARTMENT </a:t>
            </a:r>
            <a:r>
              <a:rPr spc="20" dirty="0"/>
              <a:t>OF </a:t>
            </a:r>
            <a:r>
              <a:rPr spc="-5" dirty="0"/>
              <a:t>ELECTRONICS </a:t>
            </a:r>
            <a:r>
              <a:rPr dirty="0"/>
              <a:t>AND</a:t>
            </a:r>
            <a:r>
              <a:rPr spc="-90" dirty="0"/>
              <a:t> </a:t>
            </a:r>
            <a:r>
              <a:rPr spc="-5" dirty="0"/>
              <a:t>TELECOMMUNICATION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178" y="6400800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0" y="457200"/>
                </a:moveTo>
                <a:lnTo>
                  <a:pt x="12188830" y="457200"/>
                </a:lnTo>
                <a:lnTo>
                  <a:pt x="1218883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1" y="6334314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0" y="64008"/>
                </a:moveTo>
                <a:lnTo>
                  <a:pt x="12188830" y="64008"/>
                </a:lnTo>
                <a:lnTo>
                  <a:pt x="1218883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207651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16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Bright"/>
                <a:cs typeface="Lucida Bright"/>
              </a:defRPr>
            </a:lvl1pPr>
          </a:lstStyle>
          <a:p>
            <a:pPr algn="ctr">
              <a:lnSpc>
                <a:spcPts val="1435"/>
              </a:lnSpc>
              <a:spcBef>
                <a:spcPts val="60"/>
              </a:spcBef>
            </a:pPr>
            <a:r>
              <a:rPr dirty="0"/>
              <a:t>K.K. </a:t>
            </a:r>
            <a:r>
              <a:rPr spc="-30" dirty="0"/>
              <a:t>WAGH </a:t>
            </a:r>
            <a:r>
              <a:rPr spc="-25" dirty="0"/>
              <a:t>INSTITUTE </a:t>
            </a:r>
            <a:r>
              <a:rPr spc="20" dirty="0"/>
              <a:t>OF </a:t>
            </a:r>
            <a:r>
              <a:rPr spc="-5" dirty="0"/>
              <a:t>ENGINEERING EDUCATION </a:t>
            </a:r>
            <a:r>
              <a:rPr dirty="0"/>
              <a:t>AND RESEARCH,</a:t>
            </a:r>
            <a:r>
              <a:rPr spc="-140" dirty="0"/>
              <a:t> </a:t>
            </a:r>
            <a:r>
              <a:rPr spc="-5" dirty="0"/>
              <a:t>NASHIK</a:t>
            </a:r>
          </a:p>
          <a:p>
            <a:pPr marL="12065" algn="ctr">
              <a:lnSpc>
                <a:spcPts val="1435"/>
              </a:lnSpc>
            </a:pPr>
            <a:r>
              <a:rPr dirty="0"/>
              <a:t>DEPARTMENT </a:t>
            </a:r>
            <a:r>
              <a:rPr spc="20" dirty="0"/>
              <a:t>OF </a:t>
            </a:r>
            <a:r>
              <a:rPr spc="-5" dirty="0"/>
              <a:t>ELECTRONICS </a:t>
            </a:r>
            <a:r>
              <a:rPr dirty="0"/>
              <a:t>AND</a:t>
            </a:r>
            <a:r>
              <a:rPr spc="-90" dirty="0"/>
              <a:t> </a:t>
            </a:r>
            <a:r>
              <a:rPr spc="-5" dirty="0"/>
              <a:t>TELECOMMUNICATION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0" y="457200"/>
                </a:moveTo>
                <a:lnTo>
                  <a:pt x="12192000" y="457200"/>
                </a:lnTo>
                <a:lnTo>
                  <a:pt x="12192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4316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0" y="65996"/>
                </a:moveTo>
                <a:lnTo>
                  <a:pt x="12192000" y="65996"/>
                </a:lnTo>
                <a:lnTo>
                  <a:pt x="12192000" y="0"/>
                </a:lnTo>
                <a:lnTo>
                  <a:pt x="0" y="0"/>
                </a:lnTo>
                <a:lnTo>
                  <a:pt x="0" y="65996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8221" y="915347"/>
            <a:ext cx="10155556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3F3F3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0521" y="1637471"/>
            <a:ext cx="9584055" cy="3221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6973" y="6589160"/>
            <a:ext cx="569594" cy="1403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34031" y="6493817"/>
            <a:ext cx="5882640" cy="386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Lucida Bright"/>
                <a:cs typeface="Lucida Bright"/>
              </a:defRPr>
            </a:lvl1pPr>
          </a:lstStyle>
          <a:p>
            <a:pPr algn="ctr">
              <a:lnSpc>
                <a:spcPts val="1435"/>
              </a:lnSpc>
              <a:spcBef>
                <a:spcPts val="60"/>
              </a:spcBef>
            </a:pPr>
            <a:r>
              <a:rPr dirty="0"/>
              <a:t>K.K. </a:t>
            </a:r>
            <a:r>
              <a:rPr spc="-30" dirty="0"/>
              <a:t>WAGH </a:t>
            </a:r>
            <a:r>
              <a:rPr spc="-25" dirty="0"/>
              <a:t>INSTITUTE </a:t>
            </a:r>
            <a:r>
              <a:rPr spc="20" dirty="0"/>
              <a:t>OF </a:t>
            </a:r>
            <a:r>
              <a:rPr spc="-5" dirty="0"/>
              <a:t>ENGINEERING EDUCATION </a:t>
            </a:r>
            <a:r>
              <a:rPr dirty="0"/>
              <a:t>AND RESEARCH,</a:t>
            </a:r>
            <a:r>
              <a:rPr spc="-140" dirty="0"/>
              <a:t> </a:t>
            </a:r>
            <a:r>
              <a:rPr spc="-5" dirty="0"/>
              <a:t>NASHIK</a:t>
            </a:r>
          </a:p>
          <a:p>
            <a:pPr marL="12065" algn="ctr">
              <a:lnSpc>
                <a:spcPts val="1435"/>
              </a:lnSpc>
            </a:pPr>
            <a:r>
              <a:rPr dirty="0"/>
              <a:t>DEPARTMENT </a:t>
            </a:r>
            <a:r>
              <a:rPr spc="20" dirty="0"/>
              <a:t>OF </a:t>
            </a:r>
            <a:r>
              <a:rPr spc="-5" dirty="0"/>
              <a:t>ELECTRONICS </a:t>
            </a:r>
            <a:r>
              <a:rPr dirty="0"/>
              <a:t>AND</a:t>
            </a:r>
            <a:r>
              <a:rPr spc="-90" dirty="0"/>
              <a:t> </a:t>
            </a:r>
            <a:r>
              <a:rPr spc="-5" dirty="0"/>
              <a:t>TELECOMMUNICATION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4968" y="6582492"/>
            <a:ext cx="184150" cy="159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slide" Target="slide5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8.xml"/><Relationship Id="rId5" Type="http://schemas.openxmlformats.org/officeDocument/2006/relationships/slide" Target="slide43.xml"/><Relationship Id="rId4" Type="http://schemas.openxmlformats.org/officeDocument/2006/relationships/slide" Target="slide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customXml" Target="../ink/ink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customXml" Target="../ink/ink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customXml" Target="../ink/ink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customXml" Target="../ink/ink28.xml"/><Relationship Id="rId4" Type="http://schemas.openxmlformats.org/officeDocument/2006/relationships/image" Target="../media/image22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customXml" Target="../ink/ink32.xml"/><Relationship Id="rId4" Type="http://schemas.openxmlformats.org/officeDocument/2006/relationships/image" Target="../media/image2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3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915347"/>
            <a:ext cx="69640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61185" algn="l"/>
                <a:tab pos="5071110" algn="l"/>
              </a:tabLst>
            </a:pPr>
            <a:r>
              <a:rPr u="none" spc="-20" dirty="0"/>
              <a:t>Unit</a:t>
            </a:r>
            <a:r>
              <a:rPr u="none" spc="-355" dirty="0"/>
              <a:t> </a:t>
            </a:r>
            <a:r>
              <a:rPr u="none" spc="-15" dirty="0"/>
              <a:t>VI</a:t>
            </a:r>
            <a:r>
              <a:rPr b="0" u="none" spc="-15" dirty="0">
                <a:latin typeface="Times New Roman"/>
                <a:cs typeface="Times New Roman"/>
              </a:rPr>
              <a:t>	</a:t>
            </a:r>
            <a:r>
              <a:rPr u="none" spc="-60" dirty="0"/>
              <a:t>Graphs</a:t>
            </a:r>
            <a:r>
              <a:rPr b="0" u="none" spc="-60" dirty="0">
                <a:latin typeface="Times New Roman"/>
                <a:cs typeface="Times New Roman"/>
              </a:rPr>
              <a:t>	</a:t>
            </a:r>
            <a:r>
              <a:rPr u="none" spc="-15" dirty="0"/>
              <a:t>(06</a:t>
            </a:r>
            <a:r>
              <a:rPr u="none" spc="-365" dirty="0"/>
              <a:t> </a:t>
            </a:r>
            <a:r>
              <a:rPr u="none" spc="-50" dirty="0"/>
              <a:t>Hrs)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41643" y="6582492"/>
            <a:ext cx="11874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533" y="1694429"/>
            <a:ext cx="9903460" cy="265811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b="1" spc="20" dirty="0">
                <a:solidFill>
                  <a:srgbClr val="3F3F3F"/>
                </a:solidFill>
                <a:latin typeface="Times New Roman"/>
                <a:cs typeface="Times New Roman"/>
              </a:rPr>
              <a:t>Graph: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Basic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Concepts </a:t>
            </a:r>
            <a:r>
              <a:rPr sz="2750" spc="20" dirty="0">
                <a:solidFill>
                  <a:srgbClr val="3F3F3F"/>
                </a:solidFill>
                <a:latin typeface="Times New Roman"/>
                <a:cs typeface="Times New Roman"/>
              </a:rPr>
              <a:t>&amp;</a:t>
            </a:r>
            <a:r>
              <a:rPr sz="2750" spc="3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terminology.</a:t>
            </a:r>
            <a:endParaRPr sz="2750">
              <a:latin typeface="Times New Roman"/>
              <a:cs typeface="Times New Roman"/>
            </a:endParaRPr>
          </a:p>
          <a:p>
            <a:pPr marL="384175" indent="-37211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384810" algn="l"/>
                <a:tab pos="2783840" algn="l"/>
              </a:tabLst>
            </a:pPr>
            <a:r>
              <a:rPr sz="275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Representation	of </a:t>
            </a:r>
            <a:r>
              <a:rPr sz="275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graphs: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Adjacency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matrix,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Adjacency</a:t>
            </a:r>
            <a:r>
              <a:rPr sz="2750" spc="2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list.</a:t>
            </a:r>
            <a:endParaRPr sz="2750">
              <a:latin typeface="Times New Roman"/>
              <a:cs typeface="Times New Roman"/>
            </a:endParaRPr>
          </a:p>
          <a:p>
            <a:pPr marL="384175" indent="-37211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384810" algn="l"/>
              </a:tabLst>
            </a:pPr>
            <a:r>
              <a:rPr sz="275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Operations </a:t>
            </a:r>
            <a:r>
              <a:rPr sz="275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on </a:t>
            </a:r>
            <a:r>
              <a:rPr sz="2750" b="1" spc="25" dirty="0">
                <a:solidFill>
                  <a:srgbClr val="3F3F3F"/>
                </a:solidFill>
                <a:latin typeface="Times New Roman"/>
                <a:cs typeface="Times New Roman"/>
              </a:rPr>
              <a:t>graph: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Traversing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75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graph.</a:t>
            </a:r>
            <a:endParaRPr sz="2750">
              <a:latin typeface="Times New Roman"/>
              <a:cs typeface="Times New Roman"/>
            </a:endParaRPr>
          </a:p>
          <a:p>
            <a:pPr marL="107950" marR="5080" indent="-95250">
              <a:lnSpc>
                <a:spcPts val="3000"/>
              </a:lnSpc>
              <a:spcBef>
                <a:spcPts val="148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  <a:tab pos="2096770" algn="l"/>
                <a:tab pos="3205480" algn="l"/>
                <a:tab pos="4334510" algn="l"/>
                <a:tab pos="4899025" algn="l"/>
                <a:tab pos="6508115" algn="l"/>
                <a:tab pos="7428230" algn="l"/>
              </a:tabLst>
            </a:pPr>
            <a:r>
              <a:rPr sz="2750" b="1" spc="30" dirty="0">
                <a:solidFill>
                  <a:srgbClr val="3F3F3F"/>
                </a:solidFill>
                <a:latin typeface="Times New Roman"/>
                <a:cs typeface="Times New Roman"/>
              </a:rPr>
              <a:t>Spanning	</a:t>
            </a:r>
            <a:r>
              <a:rPr sz="2750" b="1" spc="-30" dirty="0">
                <a:solidFill>
                  <a:srgbClr val="3F3F3F"/>
                </a:solidFill>
                <a:latin typeface="Times New Roman"/>
                <a:cs typeface="Times New Roman"/>
              </a:rPr>
              <a:t>trees:	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	Spanning	tree-	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Kruskal’s 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Algorithm,</a:t>
            </a:r>
            <a:r>
              <a:rPr sz="2750" spc="3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Prim’s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Algorithm	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Dijkstra’s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Shortest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Path</a:t>
            </a:r>
            <a:r>
              <a:rPr sz="2750" spc="-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Algorithm.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3692" y="254883"/>
            <a:ext cx="690562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u="none" spc="-70" dirty="0"/>
              <a:t>Data </a:t>
            </a:r>
            <a:r>
              <a:rPr sz="4250" u="none" spc="-50" dirty="0"/>
              <a:t>Structures: </a:t>
            </a:r>
            <a:r>
              <a:rPr sz="4250" u="none" spc="-45" dirty="0"/>
              <a:t>CO-PO</a:t>
            </a:r>
            <a:r>
              <a:rPr sz="4250" u="none" spc="-610" dirty="0"/>
              <a:t> </a:t>
            </a:r>
            <a:r>
              <a:rPr sz="4250" u="none" spc="-35" dirty="0"/>
              <a:t>Mapping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6538600" y="3054267"/>
            <a:ext cx="4778375" cy="300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20"/>
              </a:lnSpc>
              <a:tabLst>
                <a:tab pos="2275205" algn="l"/>
              </a:tabLst>
            </a:pPr>
            <a:r>
              <a:rPr sz="2000" b="1" spc="10" dirty="0">
                <a:latin typeface="Calibri"/>
                <a:cs typeface="Calibri"/>
              </a:rPr>
              <a:t>Unit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VI</a:t>
            </a:r>
            <a:r>
              <a:rPr sz="2000" b="1" spc="45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Graphs</a:t>
            </a:r>
            <a:r>
              <a:rPr sz="2000" spc="-20" dirty="0">
                <a:latin typeface="Times New Roman"/>
                <a:cs typeface="Times New Roman"/>
              </a:rPr>
              <a:t>	</a:t>
            </a:r>
            <a:r>
              <a:rPr sz="2000" b="1" spc="5" dirty="0">
                <a:latin typeface="Calibri"/>
                <a:cs typeface="Calibri"/>
              </a:rPr>
              <a:t>(06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15" dirty="0">
                <a:latin typeface="Calibri"/>
                <a:cs typeface="Calibri"/>
              </a:rPr>
              <a:t>Hrs)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000" b="1" spc="-20" dirty="0">
                <a:latin typeface="Calibri"/>
                <a:cs typeface="Calibri"/>
              </a:rPr>
              <a:t>Graph: </a:t>
            </a:r>
            <a:r>
              <a:rPr sz="2000" spc="15" dirty="0">
                <a:latin typeface="Calibri"/>
                <a:cs typeface="Calibri"/>
              </a:rPr>
              <a:t>Basic </a:t>
            </a:r>
            <a:r>
              <a:rPr sz="2000" spc="-10" dirty="0">
                <a:latin typeface="Calibri"/>
                <a:cs typeface="Calibri"/>
              </a:rPr>
              <a:t>Concepts </a:t>
            </a:r>
            <a:r>
              <a:rPr sz="2000" spc="15" dirty="0">
                <a:latin typeface="Calibri"/>
                <a:cs typeface="Calibri"/>
              </a:rPr>
              <a:t>&amp;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terminology.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R="141605">
              <a:lnSpc>
                <a:spcPct val="100000"/>
              </a:lnSpc>
            </a:pPr>
            <a:r>
              <a:rPr sz="2000" b="1" spc="5" dirty="0">
                <a:latin typeface="Calibri"/>
                <a:cs typeface="Calibri"/>
              </a:rPr>
              <a:t>Representation </a:t>
            </a:r>
            <a:r>
              <a:rPr sz="2000" b="1" spc="25" dirty="0">
                <a:latin typeface="Calibri"/>
                <a:cs typeface="Calibri"/>
              </a:rPr>
              <a:t>of </a:t>
            </a:r>
            <a:r>
              <a:rPr sz="2000" b="1" spc="-10" dirty="0">
                <a:latin typeface="Calibri"/>
                <a:cs typeface="Calibri"/>
              </a:rPr>
              <a:t>graphs: </a:t>
            </a:r>
            <a:r>
              <a:rPr sz="2000" spc="-5" dirty="0">
                <a:latin typeface="Calibri"/>
                <a:cs typeface="Calibri"/>
              </a:rPr>
              <a:t>Adjacency</a:t>
            </a:r>
            <a:r>
              <a:rPr sz="2000" spc="-31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matrix,  </a:t>
            </a:r>
            <a:r>
              <a:rPr sz="2000" spc="-5" dirty="0">
                <a:latin typeface="Calibri"/>
                <a:cs typeface="Calibri"/>
              </a:rPr>
              <a:t>Adjacency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list.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1056640" algn="l"/>
                <a:tab pos="1199515" algn="l"/>
                <a:tab pos="1982470" algn="l"/>
                <a:tab pos="3162935" algn="l"/>
                <a:tab pos="4277995" algn="l"/>
              </a:tabLst>
            </a:pPr>
            <a:r>
              <a:rPr sz="2000" b="1" spc="-5" dirty="0">
                <a:latin typeface="Calibri"/>
                <a:cs typeface="Calibri"/>
              </a:rPr>
              <a:t>Operations </a:t>
            </a:r>
            <a:r>
              <a:rPr sz="2000" b="1" spc="25" dirty="0">
                <a:latin typeface="Calibri"/>
                <a:cs typeface="Calibri"/>
              </a:rPr>
              <a:t>on </a:t>
            </a:r>
            <a:r>
              <a:rPr sz="2000" b="1" spc="-15" dirty="0">
                <a:latin typeface="Calibri"/>
                <a:cs typeface="Calibri"/>
              </a:rPr>
              <a:t>graph: </a:t>
            </a:r>
            <a:r>
              <a:rPr sz="2000" spc="-25" dirty="0">
                <a:latin typeface="Calibri"/>
                <a:cs typeface="Calibri"/>
              </a:rPr>
              <a:t>Traversing </a:t>
            </a:r>
            <a:r>
              <a:rPr sz="2000" spc="1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graph.  </a:t>
            </a:r>
            <a:r>
              <a:rPr sz="2000" b="1" spc="20" dirty="0">
                <a:latin typeface="Calibri"/>
                <a:cs typeface="Calibri"/>
              </a:rPr>
              <a:t>S</a:t>
            </a:r>
            <a:r>
              <a:rPr sz="2000" b="1" spc="-30" dirty="0">
                <a:latin typeface="Calibri"/>
                <a:cs typeface="Calibri"/>
              </a:rPr>
              <a:t>p</a:t>
            </a:r>
            <a:r>
              <a:rPr sz="2000" b="1" spc="-20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nn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30" dirty="0">
                <a:latin typeface="Calibri"/>
                <a:cs typeface="Calibri"/>
              </a:rPr>
              <a:t>n</a:t>
            </a:r>
            <a:r>
              <a:rPr sz="2000" b="1" spc="10" dirty="0">
                <a:latin typeface="Calibri"/>
                <a:cs typeface="Calibri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35" dirty="0">
                <a:latin typeface="Calibri"/>
                <a:cs typeface="Calibri"/>
              </a:rPr>
              <a:t>ree</a:t>
            </a:r>
            <a:r>
              <a:rPr sz="2000" b="1" spc="20" dirty="0">
                <a:latin typeface="Calibri"/>
                <a:cs typeface="Calibri"/>
              </a:rPr>
              <a:t>s</a:t>
            </a:r>
            <a:r>
              <a:rPr sz="2000" b="1" spc="5" dirty="0">
                <a:latin typeface="Calibri"/>
                <a:cs typeface="Calibri"/>
              </a:rPr>
              <a:t>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10" dirty="0">
                <a:latin typeface="Calibri"/>
                <a:cs typeface="Calibri"/>
              </a:rPr>
              <a:t>M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spc="45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20" dirty="0">
                <a:latin typeface="Calibri"/>
                <a:cs typeface="Calibri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p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nn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10" dirty="0">
                <a:latin typeface="Calibri"/>
                <a:cs typeface="Calibri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5" dirty="0">
                <a:latin typeface="Calibri"/>
                <a:cs typeface="Calibri"/>
              </a:rPr>
              <a:t>t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-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Kruskal’s	</a:t>
            </a:r>
            <a:r>
              <a:rPr sz="2000" spc="5" dirty="0">
                <a:latin typeface="Calibri"/>
                <a:cs typeface="Calibri"/>
              </a:rPr>
              <a:t>Algorithm, </a:t>
            </a:r>
            <a:r>
              <a:rPr sz="2000" spc="-20" dirty="0">
                <a:latin typeface="Calibri"/>
                <a:cs typeface="Calibri"/>
              </a:rPr>
              <a:t>Prim’s </a:t>
            </a:r>
            <a:r>
              <a:rPr sz="2000" dirty="0">
                <a:latin typeface="Calibri"/>
                <a:cs typeface="Calibri"/>
              </a:rPr>
              <a:t>Algorithm </a:t>
            </a:r>
            <a:r>
              <a:rPr sz="2000" spc="5" dirty="0">
                <a:latin typeface="Calibri"/>
                <a:cs typeface="Calibri"/>
              </a:rPr>
              <a:t>and  </a:t>
            </a:r>
            <a:r>
              <a:rPr sz="2000" spc="-20" dirty="0">
                <a:latin typeface="Calibri"/>
                <a:cs typeface="Calibri"/>
              </a:rPr>
              <a:t>Dijkstra’s </a:t>
            </a:r>
            <a:r>
              <a:rPr sz="2000" spc="-5" dirty="0">
                <a:latin typeface="Calibri"/>
                <a:cs typeface="Calibri"/>
              </a:rPr>
              <a:t>Shortest </a:t>
            </a:r>
            <a:r>
              <a:rPr sz="2000" spc="-10" dirty="0">
                <a:latin typeface="Calibri"/>
                <a:cs typeface="Calibri"/>
              </a:rPr>
              <a:t>Path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Algorithm.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94404" y="2561240"/>
            <a:ext cx="5440680" cy="3693795"/>
          </a:xfrm>
          <a:custGeom>
            <a:avLst/>
            <a:gdLst/>
            <a:ahLst/>
            <a:cxnLst/>
            <a:rect l="l" t="t" r="r" b="b"/>
            <a:pathLst>
              <a:path w="5440680" h="3693795">
                <a:moveTo>
                  <a:pt x="0" y="3693292"/>
                </a:moveTo>
                <a:lnTo>
                  <a:pt x="5440314" y="3693292"/>
                </a:lnTo>
                <a:lnTo>
                  <a:pt x="5440314" y="0"/>
                </a:lnTo>
                <a:lnTo>
                  <a:pt x="0" y="0"/>
                </a:lnTo>
                <a:lnTo>
                  <a:pt x="0" y="3693292"/>
                </a:lnTo>
                <a:close/>
              </a:path>
            </a:pathLst>
          </a:custGeom>
          <a:solidFill>
            <a:srgbClr val="EAB9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6020" y="1068313"/>
          <a:ext cx="11145515" cy="5144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6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3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41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55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4821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6225" marR="278765" indent="114300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 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67385" marR="55244" indent="-600710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Blooms</a:t>
                      </a:r>
                      <a:r>
                        <a:rPr sz="1800" b="1" spc="-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Taxonomy 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35990" marR="60325" indent="-867410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successful</a:t>
                      </a:r>
                      <a:r>
                        <a:rPr sz="1800" b="1" spc="11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completion</a:t>
                      </a:r>
                      <a:r>
                        <a:rPr sz="1800" b="1" spc="-1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b="1" spc="-1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able</a:t>
                      </a:r>
                      <a:r>
                        <a:rPr sz="1800" b="1" spc="-1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 marR="95250" indent="-47625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Mapping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  Syllabus</a:t>
                      </a: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MAPPING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CO204184.6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1550" dirty="0">
                          <a:latin typeface="Lucida Sans Unicode"/>
                          <a:cs typeface="Lucida Sans Unicode"/>
                        </a:rPr>
                        <a:t>4</a:t>
                      </a:r>
                      <a:endParaRPr sz="1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6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2030"/>
                        </a:lnSpc>
                      </a:pPr>
                      <a:r>
                        <a:rPr sz="1800" spc="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Apply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the knowledge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graph 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solving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8580" marR="720725">
                        <a:lnSpc>
                          <a:spcPct val="100800"/>
                        </a:lnSpc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spanning</a:t>
                      </a:r>
                      <a:r>
                        <a:rPr sz="18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and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shortest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path</a:t>
                      </a:r>
                      <a:r>
                        <a:rPr sz="18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algorithm.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1, 2, 3, 4, 5, 9,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433"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MAPPING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JUSTIFICATION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2" gridSpan="3">
                  <a:txBody>
                    <a:bodyPr/>
                    <a:lstStyle/>
                    <a:p>
                      <a:pPr marL="189865">
                        <a:lnSpc>
                          <a:spcPts val="2130"/>
                        </a:lnSpc>
                        <a:spcBef>
                          <a:spcPts val="850"/>
                        </a:spcBef>
                      </a:pPr>
                      <a:r>
                        <a:rPr sz="1800" b="1" u="heavy" spc="-10" dirty="0">
                          <a:solidFill>
                            <a:srgbClr val="222222"/>
                          </a:solidFill>
                          <a:uFill>
                            <a:solidFill>
                              <a:srgbClr val="222222"/>
                            </a:solidFill>
                          </a:uFill>
                          <a:latin typeface="Arial"/>
                          <a:cs typeface="Arial"/>
                        </a:rPr>
                        <a:t>Program </a:t>
                      </a:r>
                      <a:r>
                        <a:rPr sz="1800" b="1" u="heavy" spc="-15" dirty="0">
                          <a:solidFill>
                            <a:srgbClr val="222222"/>
                          </a:solidFill>
                          <a:uFill>
                            <a:solidFill>
                              <a:srgbClr val="222222"/>
                            </a:solidFill>
                          </a:uFill>
                          <a:latin typeface="Arial"/>
                          <a:cs typeface="Arial"/>
                        </a:rPr>
                        <a:t>Outcomes</a:t>
                      </a:r>
                      <a:r>
                        <a:rPr sz="1800" b="1" u="heavy" spc="70" dirty="0">
                          <a:solidFill>
                            <a:srgbClr val="222222"/>
                          </a:solidFill>
                          <a:uFill>
                            <a:solidFill>
                              <a:srgbClr val="222222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u="heavy" spc="-20" dirty="0">
                          <a:solidFill>
                            <a:srgbClr val="222222"/>
                          </a:solidFill>
                          <a:uFill>
                            <a:solidFill>
                              <a:srgbClr val="222222"/>
                            </a:solidFill>
                          </a:uFill>
                          <a:latin typeface="Arial"/>
                          <a:cs typeface="Arial"/>
                        </a:rPr>
                        <a:t>(POs)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18465" indent="-229235">
                        <a:lnSpc>
                          <a:spcPts val="2130"/>
                        </a:lnSpc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sz="18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knowledge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ct val="100000"/>
                        </a:lnSpc>
                        <a:spcBef>
                          <a:spcPts val="15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8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analysis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ct val="100000"/>
                        </a:lnSpc>
                        <a:spcBef>
                          <a:spcPts val="20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Design/development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solutions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ts val="2130"/>
                        </a:lnSpc>
                        <a:spcBef>
                          <a:spcPts val="20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Conduct</a:t>
                      </a:r>
                      <a:r>
                        <a:rPr sz="18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investigations</a:t>
                      </a:r>
                      <a:r>
                        <a:rPr sz="1800" spc="-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problems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7830" indent="-228600">
                        <a:lnSpc>
                          <a:spcPts val="2130"/>
                        </a:lnSpc>
                        <a:buAutoNum type="arabicPeriod"/>
                        <a:tabLst>
                          <a:tab pos="418465" algn="l"/>
                        </a:tabLst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Modern tool</a:t>
                      </a:r>
                      <a:r>
                        <a:rPr sz="1800" spc="-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usage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ct val="100000"/>
                        </a:lnSpc>
                        <a:spcBef>
                          <a:spcPts val="15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engineer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society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ct val="100000"/>
                        </a:lnSpc>
                        <a:spcBef>
                          <a:spcPts val="20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sustainability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ct val="100000"/>
                        </a:lnSpc>
                        <a:spcBef>
                          <a:spcPts val="15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Ethics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18465" indent="-229235">
                        <a:lnSpc>
                          <a:spcPts val="2130"/>
                        </a:lnSpc>
                        <a:spcBef>
                          <a:spcPts val="20"/>
                        </a:spcBef>
                        <a:buAutoNum type="arabicPeriod"/>
                        <a:tabLst>
                          <a:tab pos="419100" algn="l"/>
                        </a:tabLst>
                      </a:pPr>
                      <a:r>
                        <a:rPr sz="1800" u="heavy" spc="2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Individual</a:t>
                      </a:r>
                      <a:r>
                        <a:rPr sz="1800" u="heavy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heavy" spc="1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u="heavy" spc="-8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heavy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800" u="heavy" spc="-19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work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32765" indent="-343535">
                        <a:lnSpc>
                          <a:spcPts val="2130"/>
                        </a:lnSpc>
                        <a:buAutoNum type="arabicPeriod"/>
                        <a:tabLst>
                          <a:tab pos="533400" algn="l"/>
                        </a:tabLst>
                      </a:pPr>
                      <a:r>
                        <a:rPr sz="18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Communication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32765" indent="-343535">
                        <a:lnSpc>
                          <a:spcPct val="100000"/>
                        </a:lnSpc>
                        <a:spcBef>
                          <a:spcPts val="20"/>
                        </a:spcBef>
                        <a:buAutoNum type="arabicPeriod"/>
                        <a:tabLst>
                          <a:tab pos="53340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Project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management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finance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32765" indent="-343535">
                        <a:lnSpc>
                          <a:spcPct val="100000"/>
                        </a:lnSpc>
                        <a:spcBef>
                          <a:spcPts val="15"/>
                        </a:spcBef>
                        <a:buAutoNum type="arabicPeriod"/>
                        <a:tabLst>
                          <a:tab pos="53340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Life-long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learning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rowSpan="1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899">
                <a:tc gridSpan="2">
                  <a:txBody>
                    <a:bodyPr/>
                    <a:lstStyle/>
                    <a:p>
                      <a:pPr marL="68580">
                        <a:lnSpc>
                          <a:spcPts val="1660"/>
                        </a:lnSpc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–PO1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Every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Program 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14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0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ts val="16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3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mathematics,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science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1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2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fundamentals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186">
                <a:tc gridSpan="2">
                  <a:txBody>
                    <a:bodyPr/>
                    <a:lstStyle/>
                    <a:p>
                      <a:pPr marL="68580">
                        <a:lnSpc>
                          <a:spcPts val="1670"/>
                        </a:lnSpc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–PO2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Design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debug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program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proper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87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2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selection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types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control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structure to</a:t>
                      </a:r>
                      <a:r>
                        <a:rPr sz="14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be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carried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out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obtain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specified solution</a:t>
                      </a:r>
                      <a:r>
                        <a:rPr sz="14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07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appropriate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considerations.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171"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–PO3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Selection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proper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structure 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done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17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ts val="16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35"/>
                        </a:lnSpc>
                      </a:pP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given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problem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statement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formulating</a:t>
                      </a:r>
                      <a:r>
                        <a:rPr sz="14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25"/>
                        </a:lnSpc>
                      </a:pP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analysing</a:t>
                      </a:r>
                      <a:r>
                        <a:rPr sz="14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CEP.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520"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CO6–PO4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Selection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proper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structures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4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4927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1625"/>
                        </a:lnSpc>
                      </a:pPr>
                      <a:r>
                        <a:rPr sz="1400" spc="15" dirty="0">
                          <a:latin typeface="Times New Roman"/>
                          <a:cs typeface="Times New Roman"/>
                        </a:rPr>
                        <a:t>done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given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problem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formulating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analysing</a:t>
                      </a:r>
                      <a:r>
                        <a:rPr sz="14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CEP.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AB9A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041643" y="6582492"/>
            <a:ext cx="11874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603" y="254883"/>
            <a:ext cx="47859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u="none" spc="-70" dirty="0"/>
              <a:t>Data </a:t>
            </a:r>
            <a:r>
              <a:rPr sz="4250" u="none" spc="-50" dirty="0"/>
              <a:t>Structures:</a:t>
            </a:r>
            <a:r>
              <a:rPr sz="4250" u="none" spc="-445" dirty="0"/>
              <a:t> </a:t>
            </a:r>
            <a:r>
              <a:rPr sz="4250" u="none" spc="-35" dirty="0"/>
              <a:t>Books</a:t>
            </a:r>
            <a:endParaRPr sz="4250"/>
          </a:p>
        </p:txBody>
      </p:sp>
      <p:sp>
        <p:nvSpPr>
          <p:cNvPr id="5" name="object 5"/>
          <p:cNvSpPr txBox="1"/>
          <p:nvPr/>
        </p:nvSpPr>
        <p:spPr>
          <a:xfrm>
            <a:off x="11041643" y="6582492"/>
            <a:ext cx="11874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</a:t>
            </a:fld>
            <a:endParaRPr sz="1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2213" y="1297035"/>
          <a:ext cx="11399520" cy="4861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sz="2000" b="1" i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i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10" dirty="0">
                          <a:latin typeface="Calibri"/>
                          <a:cs typeface="Calibri"/>
                        </a:rPr>
                        <a:t>T1: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Ellis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Horowitz,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Sartaj Sahni,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“Fundamentals of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Structures”,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Galgotia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Books</a:t>
                      </a:r>
                      <a:r>
                        <a:rPr sz="20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Source.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atin typeface="Calibri"/>
                          <a:cs typeface="Calibri"/>
                        </a:rPr>
                        <a:t>T2: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Richard. </a:t>
                      </a:r>
                      <a:r>
                        <a:rPr sz="2000" spc="-125" dirty="0">
                          <a:latin typeface="Calibri"/>
                          <a:cs typeface="Calibri"/>
                        </a:rPr>
                        <a:t>F.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Gilberg, Behrouz 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A.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Forouzan,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“Data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Structures: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Pseudocode Approach with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C,”</a:t>
                      </a:r>
                      <a:r>
                        <a:rPr sz="2000" spc="-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Cengage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Learning, second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edition.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i="1" dirty="0">
                          <a:latin typeface="Calibri"/>
                          <a:cs typeface="Calibri"/>
                        </a:rPr>
                        <a:t>REFERENCE</a:t>
                      </a:r>
                      <a:r>
                        <a:rPr sz="2000" b="1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i="1" spc="10" dirty="0">
                          <a:latin typeface="Calibri"/>
                          <a:cs typeface="Calibri"/>
                        </a:rPr>
                        <a:t>BOOKS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455">
                <a:tc>
                  <a:txBody>
                    <a:bodyPr/>
                    <a:lstStyle/>
                    <a:p>
                      <a:pPr marL="91440" marR="25698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25" dirty="0">
                          <a:latin typeface="Calibri"/>
                          <a:cs typeface="Calibri"/>
                        </a:rPr>
                        <a:t>R1: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Seymour Lipschutz,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“Data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Structure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C, 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Schaum’s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Outlines”, 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Tata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McGrawHill.  </a:t>
                      </a:r>
                      <a:r>
                        <a:rPr sz="2000" spc="25" dirty="0">
                          <a:latin typeface="Calibri"/>
                          <a:cs typeface="Calibri"/>
                        </a:rPr>
                        <a:t>R2: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Balgurusamy, “Programming in ANSI 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C”, 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Tata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McGraw-Hill, Third</a:t>
                      </a:r>
                      <a:r>
                        <a:rPr sz="2000" spc="-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Edition.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spc="25" dirty="0">
                          <a:latin typeface="Calibri"/>
                          <a:cs typeface="Calibri"/>
                        </a:rPr>
                        <a:t>R3:</a:t>
                      </a:r>
                      <a:r>
                        <a:rPr sz="20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Yedidyah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Langsam,</a:t>
                      </a:r>
                      <a:r>
                        <a:rPr sz="20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Moshe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Augenstein,</a:t>
                      </a:r>
                      <a:r>
                        <a:rPr sz="2000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Aaron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Tenenbaum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“Data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structures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0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C++”</a:t>
                      </a:r>
                      <a:r>
                        <a:rPr sz="20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PHI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Publications,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2nd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Edition.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25" dirty="0">
                          <a:latin typeface="Calibri"/>
                          <a:cs typeface="Calibri"/>
                        </a:rPr>
                        <a:t>R4: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Reema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Thareja,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“Data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Structures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using 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C”,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Second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Edition,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Oxford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University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Press,</a:t>
                      </a:r>
                      <a:r>
                        <a:rPr sz="2000" spc="-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Calibri"/>
                          <a:cs typeface="Calibri"/>
                        </a:rPr>
                        <a:t>2014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i="1" dirty="0">
                          <a:latin typeface="Calibri"/>
                          <a:cs typeface="Calibri"/>
                        </a:rPr>
                        <a:t>ADDITIONAL</a:t>
                      </a:r>
                      <a:r>
                        <a:rPr sz="2000" b="1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i="1" spc="-20" dirty="0">
                          <a:latin typeface="Calibri"/>
                          <a:cs typeface="Calibri"/>
                        </a:rPr>
                        <a:t>MATERIAL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159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MOOC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0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NPTEL: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0209" indent="-3441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eriod"/>
                        <a:tabLst>
                          <a:tab pos="409575" algn="l"/>
                          <a:tab pos="410845" algn="l"/>
                          <a:tab pos="607695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NPTEL Course “Programming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2000" spc="-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Structure”	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https://nptel.ac.in/courses/106/105/106105085/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0209" indent="-344170">
                        <a:lnSpc>
                          <a:spcPct val="100000"/>
                        </a:lnSpc>
                        <a:spcBef>
                          <a:spcPts val="380"/>
                        </a:spcBef>
                        <a:buAutoNum type="arabicPeriod"/>
                        <a:tabLst>
                          <a:tab pos="409575" algn="l"/>
                          <a:tab pos="410845" algn="l"/>
                          <a:tab pos="609600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NPTEL Course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“Data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20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Algorithms”	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https://nptel.ac.in/courses/106/102/106102064/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1921" y="575305"/>
            <a:ext cx="983932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u="none" spc="-70" dirty="0"/>
              <a:t>Data</a:t>
            </a:r>
            <a:r>
              <a:rPr sz="4250" u="none" spc="-135" dirty="0"/>
              <a:t> </a:t>
            </a:r>
            <a:r>
              <a:rPr sz="4250" u="none" spc="-50" dirty="0"/>
              <a:t>Structures:</a:t>
            </a:r>
            <a:r>
              <a:rPr sz="4250" u="none" spc="-340" dirty="0"/>
              <a:t> </a:t>
            </a:r>
            <a:r>
              <a:rPr sz="4250" u="none" spc="-105" dirty="0"/>
              <a:t>Topic</a:t>
            </a:r>
            <a:r>
              <a:rPr sz="4250" u="none" spc="-225" dirty="0"/>
              <a:t> </a:t>
            </a:r>
            <a:r>
              <a:rPr sz="4250" b="1" u="none" spc="50" dirty="0">
                <a:latin typeface="Calibri Light"/>
                <a:cs typeface="Calibri Light"/>
              </a:rPr>
              <a:t>–</a:t>
            </a:r>
            <a:r>
              <a:rPr sz="4250" b="1" u="none" spc="-150" dirty="0">
                <a:latin typeface="Calibri Light"/>
                <a:cs typeface="Calibri Light"/>
              </a:rPr>
              <a:t> </a:t>
            </a:r>
            <a:r>
              <a:rPr sz="4250" u="none" spc="-25" dirty="0"/>
              <a:t>Book</a:t>
            </a:r>
            <a:r>
              <a:rPr sz="4250" u="none" spc="-220" dirty="0"/>
              <a:t> </a:t>
            </a:r>
            <a:r>
              <a:rPr sz="4250" b="1" u="none" spc="50" dirty="0">
                <a:latin typeface="Calibri Light"/>
                <a:cs typeface="Calibri Light"/>
              </a:rPr>
              <a:t>–</a:t>
            </a:r>
            <a:r>
              <a:rPr sz="4250" b="1" u="none" spc="-80" dirty="0">
                <a:latin typeface="Calibri Light"/>
                <a:cs typeface="Calibri Light"/>
              </a:rPr>
              <a:t> </a:t>
            </a:r>
            <a:r>
              <a:rPr sz="4250" u="none" spc="-45" dirty="0"/>
              <a:t>Pages</a:t>
            </a:r>
            <a:r>
              <a:rPr sz="4250" u="none" spc="-295" dirty="0"/>
              <a:t> </a:t>
            </a:r>
            <a:r>
              <a:rPr sz="4250" u="none" spc="-40" dirty="0"/>
              <a:t>Mapping</a:t>
            </a:r>
            <a:endParaRPr sz="425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1643" y="6582492"/>
            <a:ext cx="11874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4</a:t>
            </a:fld>
            <a:endParaRPr sz="1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9584" y="1550019"/>
          <a:ext cx="10015855" cy="4536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8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Sr.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No.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Topic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1037590" marR="93345" indent="-934085">
                        <a:lnSpc>
                          <a:spcPct val="118100"/>
                        </a:lnSpc>
                        <a:spcBef>
                          <a:spcPts val="179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Reference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/ text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book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with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page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no.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2273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99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UNIT VI: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 Graphs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054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73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b="1" spc="1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6.1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15" dirty="0">
                          <a:latin typeface="Book Antiqua"/>
                          <a:cs typeface="Book Antiqua"/>
                        </a:rPr>
                        <a:t>Basic </a:t>
                      </a:r>
                      <a:r>
                        <a:rPr sz="1550" spc="5" dirty="0">
                          <a:latin typeface="Book Antiqua"/>
                          <a:cs typeface="Book Antiqua"/>
                        </a:rPr>
                        <a:t>Concepts </a:t>
                      </a:r>
                      <a:r>
                        <a:rPr sz="1550" spc="20" dirty="0">
                          <a:latin typeface="Book Antiqua"/>
                          <a:cs typeface="Book Antiqua"/>
                        </a:rPr>
                        <a:t>&amp;</a:t>
                      </a:r>
                      <a:r>
                        <a:rPr sz="1550" spc="-2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dirty="0">
                          <a:latin typeface="Book Antiqua"/>
                          <a:cs typeface="Book Antiqua"/>
                        </a:rPr>
                        <a:t>terminology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10" dirty="0">
                          <a:latin typeface="Book Antiqua"/>
                          <a:cs typeface="Book Antiqua"/>
                        </a:rPr>
                        <a:t>Sequential </a:t>
                      </a:r>
                      <a:r>
                        <a:rPr sz="1550" spc="5" dirty="0">
                          <a:latin typeface="Book Antiqua"/>
                          <a:cs typeface="Book Antiqua"/>
                        </a:rPr>
                        <a:t>representation </a:t>
                      </a:r>
                      <a:r>
                        <a:rPr sz="1550" spc="-10" dirty="0">
                          <a:latin typeface="Book Antiqua"/>
                          <a:cs typeface="Book Antiqua"/>
                        </a:rPr>
                        <a:t>of </a:t>
                      </a:r>
                      <a:r>
                        <a:rPr sz="1550" spc="15" dirty="0">
                          <a:latin typeface="Book Antiqua"/>
                          <a:cs typeface="Book Antiqua"/>
                        </a:rPr>
                        <a:t>graphs</a:t>
                      </a:r>
                      <a:r>
                        <a:rPr sz="155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spc="5" dirty="0">
                          <a:latin typeface="Book Antiqua"/>
                          <a:cs typeface="Book Antiqua"/>
                        </a:rPr>
                        <a:t>: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7086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5" dirty="0">
                          <a:latin typeface="Book Antiqua"/>
                          <a:cs typeface="Book Antiqua"/>
                        </a:rPr>
                        <a:t>Adjacency </a:t>
                      </a:r>
                      <a:r>
                        <a:rPr sz="1550" spc="15" dirty="0">
                          <a:latin typeface="Book Antiqua"/>
                          <a:cs typeface="Book Antiqua"/>
                        </a:rPr>
                        <a:t>matrix, </a:t>
                      </a:r>
                      <a:r>
                        <a:rPr sz="1550" spc="10" dirty="0">
                          <a:latin typeface="Book Antiqua"/>
                          <a:cs typeface="Book Antiqua"/>
                        </a:rPr>
                        <a:t>Linked </a:t>
                      </a:r>
                      <a:r>
                        <a:rPr sz="1550" spc="5" dirty="0">
                          <a:latin typeface="Book Antiqua"/>
                          <a:cs typeface="Book Antiqua"/>
                        </a:rPr>
                        <a:t>representation </a:t>
                      </a:r>
                      <a:r>
                        <a:rPr sz="1550" spc="-10" dirty="0">
                          <a:latin typeface="Book Antiqua"/>
                          <a:cs typeface="Book Antiqua"/>
                        </a:rPr>
                        <a:t>of </a:t>
                      </a:r>
                      <a:r>
                        <a:rPr sz="1550" spc="1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1550" spc="-2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spc="20" dirty="0">
                          <a:latin typeface="Book Antiqua"/>
                          <a:cs typeface="Book Antiqua"/>
                        </a:rPr>
                        <a:t>graph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10" dirty="0">
                          <a:latin typeface="Book Antiqua"/>
                          <a:cs typeface="Book Antiqua"/>
                        </a:rPr>
                        <a:t>Operations </a:t>
                      </a:r>
                      <a:r>
                        <a:rPr sz="1550" spc="-5" dirty="0">
                          <a:latin typeface="Book Antiqua"/>
                          <a:cs typeface="Book Antiqua"/>
                        </a:rPr>
                        <a:t>on</a:t>
                      </a:r>
                      <a:r>
                        <a:rPr sz="1550" spc="-229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spc="20" dirty="0">
                          <a:latin typeface="Book Antiqua"/>
                          <a:cs typeface="Book Antiqua"/>
                        </a:rPr>
                        <a:t>graph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5" dirty="0">
                          <a:latin typeface="Book Antiqua"/>
                          <a:cs typeface="Book Antiqua"/>
                        </a:rPr>
                        <a:t>Traversing </a:t>
                      </a:r>
                      <a:r>
                        <a:rPr sz="1550" spc="1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1550" spc="-2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spc="20" dirty="0">
                          <a:latin typeface="Book Antiqua"/>
                          <a:cs typeface="Book Antiqua"/>
                        </a:rPr>
                        <a:t>graph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580390" marR="555625" indent="342900">
                        <a:lnSpc>
                          <a:spcPct val="125200"/>
                        </a:lnSpc>
                      </a:pPr>
                      <a:r>
                        <a:rPr sz="1550" spc="30" dirty="0">
                          <a:latin typeface="Book Antiqua"/>
                          <a:cs typeface="Book Antiqua"/>
                        </a:rPr>
                        <a:t>T2(481-490),  </a:t>
                      </a:r>
                      <a:r>
                        <a:rPr sz="1550" spc="20" dirty="0">
                          <a:latin typeface="Book Antiqua"/>
                          <a:cs typeface="Book Antiqua"/>
                        </a:rPr>
                        <a:t>R1(8.1-8.7,8.17-8.24)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0860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50" b="1" spc="15" dirty="0">
                          <a:solidFill>
                            <a:srgbClr val="FFFFFF"/>
                          </a:solidFill>
                          <a:latin typeface="Book Antiqua"/>
                          <a:cs typeface="Book Antiqua"/>
                        </a:rPr>
                        <a:t>6.2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50" spc="10" dirty="0">
                          <a:latin typeface="Book Antiqua"/>
                          <a:cs typeface="Book Antiqua"/>
                        </a:rPr>
                        <a:t>Spanning</a:t>
                      </a:r>
                      <a:r>
                        <a:rPr sz="1550" spc="7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spc="5" dirty="0">
                          <a:latin typeface="Book Antiqua"/>
                          <a:cs typeface="Book Antiqua"/>
                        </a:rPr>
                        <a:t>trees;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15" dirty="0">
                          <a:latin typeface="Book Antiqua"/>
                          <a:cs typeface="Book Antiqua"/>
                        </a:rPr>
                        <a:t>Minimum </a:t>
                      </a:r>
                      <a:r>
                        <a:rPr sz="1550" spc="10" dirty="0">
                          <a:latin typeface="Book Antiqua"/>
                          <a:cs typeface="Book Antiqua"/>
                        </a:rPr>
                        <a:t>Spanning</a:t>
                      </a:r>
                      <a:r>
                        <a:rPr sz="1550" spc="15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dirty="0">
                          <a:latin typeface="Book Antiqua"/>
                          <a:cs typeface="Book Antiqua"/>
                        </a:rPr>
                        <a:t>tree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465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15" dirty="0">
                          <a:latin typeface="Book Antiqua"/>
                          <a:cs typeface="Book Antiqua"/>
                        </a:rPr>
                        <a:t>Kruskal’s</a:t>
                      </a:r>
                      <a:r>
                        <a:rPr sz="1550" spc="6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dirty="0">
                          <a:latin typeface="Book Antiqua"/>
                          <a:cs typeface="Book Antiqua"/>
                        </a:rPr>
                        <a:t>Algorithm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470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15" dirty="0">
                          <a:latin typeface="Book Antiqua"/>
                          <a:cs typeface="Book Antiqua"/>
                        </a:rPr>
                        <a:t>Prim’s</a:t>
                      </a:r>
                      <a:r>
                        <a:rPr sz="1550" spc="6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dirty="0">
                          <a:latin typeface="Book Antiqua"/>
                          <a:cs typeface="Book Antiqua"/>
                        </a:rPr>
                        <a:t>Algorithm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  <a:p>
                      <a:pPr marL="413384" indent="-343535">
                        <a:lnSpc>
                          <a:spcPct val="100000"/>
                        </a:lnSpc>
                        <a:spcBef>
                          <a:spcPts val="470"/>
                        </a:spcBef>
                        <a:buFont typeface="Symbol"/>
                        <a:buChar char=""/>
                        <a:tabLst>
                          <a:tab pos="413384" algn="l"/>
                          <a:tab pos="414020" algn="l"/>
                        </a:tabLst>
                      </a:pPr>
                      <a:r>
                        <a:rPr sz="1550" spc="5" dirty="0">
                          <a:latin typeface="Book Antiqua"/>
                          <a:cs typeface="Book Antiqua"/>
                        </a:rPr>
                        <a:t>Dijkstra's </a:t>
                      </a:r>
                      <a:r>
                        <a:rPr sz="1550" dirty="0">
                          <a:latin typeface="Book Antiqua"/>
                          <a:cs typeface="Book Antiqua"/>
                        </a:rPr>
                        <a:t>Shortest </a:t>
                      </a:r>
                      <a:r>
                        <a:rPr sz="1550" spc="25" dirty="0">
                          <a:latin typeface="Book Antiqua"/>
                          <a:cs typeface="Book Antiqua"/>
                        </a:rPr>
                        <a:t>Path</a:t>
                      </a:r>
                      <a:r>
                        <a:rPr sz="1550" spc="-15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dirty="0">
                          <a:latin typeface="Book Antiqua"/>
                          <a:cs typeface="Book Antiqua"/>
                        </a:rPr>
                        <a:t>Algorithm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550" spc="20" dirty="0">
                          <a:latin typeface="Book Antiqua"/>
                          <a:cs typeface="Book Antiqua"/>
                        </a:rPr>
                        <a:t>R1(8.47-8.59)-Old</a:t>
                      </a:r>
                      <a:r>
                        <a:rPr sz="1550" spc="-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50" spc="5" dirty="0">
                          <a:latin typeface="Book Antiqua"/>
                          <a:cs typeface="Book Antiqua"/>
                        </a:rPr>
                        <a:t>Edition</a:t>
                      </a:r>
                      <a:endParaRPr sz="155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31850" y="901695"/>
            <a:ext cx="21380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0" spc="-100" dirty="0">
                <a:solidFill>
                  <a:srgbClr val="3F3F3F"/>
                </a:solidFill>
                <a:latin typeface="Calibri Light"/>
                <a:cs typeface="Calibri Light"/>
              </a:rPr>
              <a:t>C</a:t>
            </a:r>
            <a:r>
              <a:rPr sz="4800" b="0" spc="-110" dirty="0">
                <a:solidFill>
                  <a:srgbClr val="3F3F3F"/>
                </a:solidFill>
                <a:latin typeface="Calibri Light"/>
                <a:cs typeface="Calibri Light"/>
              </a:rPr>
              <a:t>o</a:t>
            </a:r>
            <a:r>
              <a:rPr sz="4800" b="0" spc="-175" dirty="0">
                <a:solidFill>
                  <a:srgbClr val="3F3F3F"/>
                </a:solidFill>
                <a:latin typeface="Calibri Light"/>
                <a:cs typeface="Calibri Light"/>
              </a:rPr>
              <a:t>n</a:t>
            </a:r>
            <a:r>
              <a:rPr sz="4800" b="0" spc="-155" dirty="0">
                <a:solidFill>
                  <a:srgbClr val="3F3F3F"/>
                </a:solidFill>
                <a:latin typeface="Calibri Light"/>
                <a:cs typeface="Calibri Light"/>
              </a:rPr>
              <a:t>t</a:t>
            </a:r>
            <a:r>
              <a:rPr sz="4800" b="0" spc="-50" dirty="0">
                <a:solidFill>
                  <a:srgbClr val="3F3F3F"/>
                </a:solidFill>
                <a:latin typeface="Calibri Light"/>
                <a:cs typeface="Calibri Light"/>
              </a:rPr>
              <a:t>e</a:t>
            </a:r>
            <a:r>
              <a:rPr sz="4800" b="0" spc="-175" dirty="0">
                <a:solidFill>
                  <a:srgbClr val="3F3F3F"/>
                </a:solidFill>
                <a:latin typeface="Calibri Light"/>
                <a:cs typeface="Calibri Light"/>
              </a:rPr>
              <a:t>n</a:t>
            </a:r>
            <a:r>
              <a:rPr sz="4800" b="0" spc="-80" dirty="0">
                <a:solidFill>
                  <a:srgbClr val="3F3F3F"/>
                </a:solidFill>
                <a:latin typeface="Calibri Light"/>
                <a:cs typeface="Calibri Light"/>
              </a:rPr>
              <a:t>t</a:t>
            </a:r>
            <a:r>
              <a:rPr sz="4800" b="0" dirty="0">
                <a:solidFill>
                  <a:srgbClr val="3F3F3F"/>
                </a:solidFill>
                <a:latin typeface="Calibri Light"/>
                <a:cs typeface="Calibri Light"/>
              </a:rPr>
              <a:t>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8350" y="1666761"/>
            <a:ext cx="5447665" cy="306768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195"/>
              </a:spcBef>
              <a:buClr>
                <a:srgbClr val="E48211"/>
              </a:buClr>
              <a:buSzPct val="95833"/>
              <a:buFont typeface="Wingdings"/>
              <a:buChar char=""/>
              <a:tabLst>
                <a:tab pos="289560" algn="l"/>
              </a:tabLst>
            </a:pPr>
            <a:r>
              <a:rPr sz="2400" u="heavy" spc="-3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Basic </a:t>
            </a:r>
            <a:r>
              <a:rPr sz="2400" u="heavy" spc="-2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concepts </a:t>
            </a:r>
            <a:r>
              <a:rPr sz="2400" u="heavy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&amp;</a:t>
            </a:r>
            <a:r>
              <a:rPr sz="2400" u="heavy" spc="229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2400" u="heavy" spc="-4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Terminology</a:t>
            </a:r>
            <a:endParaRPr sz="2400">
              <a:latin typeface="Times New Roman"/>
              <a:cs typeface="Times New Roman"/>
            </a:endParaRPr>
          </a:p>
          <a:p>
            <a:pPr marL="288925" indent="-276860">
              <a:lnSpc>
                <a:spcPct val="100000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"/>
              <a:tabLst>
                <a:tab pos="289560" algn="l"/>
              </a:tabLst>
            </a:pP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3" action="ppaction://hlinksldjump"/>
              </a:rPr>
              <a:t>Adjacency </a:t>
            </a:r>
            <a:r>
              <a:rPr sz="2400" u="heavy" spc="-3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3" action="ppaction://hlinksldjump"/>
              </a:rPr>
              <a:t>matrix, </a:t>
            </a: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3" action="ppaction://hlinksldjump"/>
              </a:rPr>
              <a:t>Adjacency</a:t>
            </a:r>
            <a:r>
              <a:rPr sz="2400" u="heavy" spc="-9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3" action="ppaction://hlinksldjump"/>
              </a:rPr>
              <a:t>lists</a:t>
            </a:r>
            <a:endParaRPr sz="2400">
              <a:latin typeface="Times New Roman"/>
              <a:cs typeface="Times New Roman"/>
            </a:endParaRPr>
          </a:p>
          <a:p>
            <a:pPr marL="288925" indent="-276860">
              <a:lnSpc>
                <a:spcPct val="100000"/>
              </a:lnSpc>
              <a:spcBef>
                <a:spcPts val="1175"/>
              </a:spcBef>
              <a:buClr>
                <a:srgbClr val="E48211"/>
              </a:buClr>
              <a:buSzPct val="95833"/>
              <a:buFont typeface="Wingdings"/>
              <a:buChar char=""/>
              <a:tabLst>
                <a:tab pos="289560" algn="l"/>
              </a:tabLst>
            </a:pPr>
            <a:r>
              <a:rPr sz="2400" u="heavy" spc="-1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Operations </a:t>
            </a:r>
            <a:r>
              <a:rPr sz="2400" u="heavy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on </a:t>
            </a: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graph, </a:t>
            </a:r>
            <a:r>
              <a:rPr sz="2400" u="heavy" spc="-4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Traversing </a:t>
            </a:r>
            <a:r>
              <a:rPr sz="2400" u="heavy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a</a:t>
            </a:r>
            <a:r>
              <a:rPr sz="2400" u="heavy" spc="-14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2400" u="heavy" spc="-1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graph</a:t>
            </a:r>
            <a:endParaRPr sz="2400">
              <a:latin typeface="Times New Roman"/>
              <a:cs typeface="Times New Roman"/>
            </a:endParaRPr>
          </a:p>
          <a:p>
            <a:pPr marL="288925" indent="-276860">
              <a:lnSpc>
                <a:spcPct val="100000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"/>
              <a:tabLst>
                <a:tab pos="289560" algn="l"/>
              </a:tabLst>
            </a:pPr>
            <a:r>
              <a:rPr sz="2400" u="heavy" spc="-3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Spanning </a:t>
            </a:r>
            <a:r>
              <a:rPr sz="2400" u="heavy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of </a:t>
            </a:r>
            <a:r>
              <a:rPr sz="2400" u="heavy" spc="-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tree, </a:t>
            </a:r>
            <a:r>
              <a:rPr sz="2400" u="heavy" spc="-3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Minimum </a:t>
            </a:r>
            <a:r>
              <a:rPr sz="2400" u="heavy" spc="-3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Spanning</a:t>
            </a:r>
            <a:r>
              <a:rPr sz="2400" u="heavy" spc="8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2400" u="heavy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tree</a:t>
            </a:r>
            <a:endParaRPr sz="2400">
              <a:latin typeface="Times New Roman"/>
              <a:cs typeface="Times New Roman"/>
            </a:endParaRPr>
          </a:p>
          <a:p>
            <a:pPr marL="288925" indent="-276860">
              <a:lnSpc>
                <a:spcPct val="100000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"/>
              <a:tabLst>
                <a:tab pos="289560" algn="l"/>
              </a:tabLst>
            </a:pPr>
            <a:r>
              <a:rPr sz="2400" u="heavy" spc="-4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6" action="ppaction://hlinksldjump"/>
              </a:rPr>
              <a:t>Kruskal’s </a:t>
            </a:r>
            <a:r>
              <a:rPr sz="2400" u="heavy" spc="-3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6" action="ppaction://hlinksldjump"/>
              </a:rPr>
              <a:t>and </a:t>
            </a:r>
            <a:r>
              <a:rPr sz="2400" u="heavy" spc="-4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6" action="ppaction://hlinksldjump"/>
              </a:rPr>
              <a:t>Prim’s</a:t>
            </a:r>
            <a:r>
              <a:rPr sz="2400" u="heavy" spc="-19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6" action="ppaction://hlinksldjump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288925" indent="-276860">
              <a:lnSpc>
                <a:spcPct val="100000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"/>
              <a:tabLst>
                <a:tab pos="289560" algn="l"/>
              </a:tabLst>
            </a:pP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7" action="ppaction://hlinksldjump"/>
              </a:rPr>
              <a:t>Dijkstra’s Shortest </a:t>
            </a:r>
            <a:r>
              <a:rPr sz="2400" u="heavy" spc="-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7" action="ppaction://hlinksldjump"/>
              </a:rPr>
              <a:t>Path</a:t>
            </a:r>
            <a:r>
              <a:rPr sz="2400" u="heavy" spc="90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2400" u="heavy" spc="-25" dirty="0">
                <a:solidFill>
                  <a:srgbClr val="2997E3"/>
                </a:solidFill>
                <a:uFill>
                  <a:solidFill>
                    <a:srgbClr val="2997E3"/>
                  </a:solidFill>
                </a:uFill>
                <a:latin typeface="Times New Roman"/>
                <a:cs typeface="Times New Roman"/>
                <a:hlinkClick r:id="rId7" action="ppaction://hlinksldjump"/>
              </a:rPr>
              <a:t>Algorithm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2687" y="492754"/>
            <a:ext cx="3197860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u="none" spc="-25" dirty="0"/>
              <a:t>Data</a:t>
            </a:r>
            <a:r>
              <a:rPr sz="2900" u="none" spc="-325" dirty="0"/>
              <a:t> </a:t>
            </a:r>
            <a:r>
              <a:rPr sz="2900" u="none" spc="-55" dirty="0"/>
              <a:t>Structures:</a:t>
            </a:r>
            <a:r>
              <a:rPr sz="2900" u="none" spc="-390" dirty="0"/>
              <a:t> </a:t>
            </a:r>
            <a:r>
              <a:rPr sz="2900" u="none" spc="-5" dirty="0"/>
              <a:t>Unit</a:t>
            </a:r>
            <a:r>
              <a:rPr sz="2900" u="none" spc="-355" dirty="0"/>
              <a:t> </a:t>
            </a:r>
            <a:r>
              <a:rPr sz="2900" u="none" spc="15" dirty="0"/>
              <a:t>6</a:t>
            </a:r>
            <a:endParaRPr sz="2900"/>
          </a:p>
        </p:txBody>
      </p:sp>
      <p:sp>
        <p:nvSpPr>
          <p:cNvPr id="9" name="object 9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5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0" dirty="0"/>
              <a:t>Basic</a:t>
            </a:r>
            <a:r>
              <a:rPr spc="-60" dirty="0"/>
              <a:t> </a:t>
            </a:r>
            <a:r>
              <a:rPr spc="-85" dirty="0"/>
              <a:t>concept</a:t>
            </a:r>
            <a:r>
              <a:rPr b="0" spc="-8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814445"/>
            <a:ext cx="9194800" cy="29102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07950" marR="5080" indent="-95250">
              <a:lnSpc>
                <a:spcPts val="3080"/>
              </a:lnSpc>
              <a:spcBef>
                <a:spcPts val="41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1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750" spc="-10" dirty="0">
                <a:solidFill>
                  <a:srgbClr val="3F3F3F"/>
                </a:solidFill>
                <a:latin typeface="Calibri"/>
                <a:cs typeface="Calibri"/>
              </a:rPr>
              <a:t>Graph </a:t>
            </a:r>
            <a:r>
              <a:rPr sz="2750" spc="-1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75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750" spc="-10" dirty="0">
                <a:solidFill>
                  <a:srgbClr val="3F3F3F"/>
                </a:solidFill>
                <a:latin typeface="Calibri"/>
                <a:cs typeface="Calibri"/>
              </a:rPr>
              <a:t>non-linear </a:t>
            </a:r>
            <a:r>
              <a:rPr sz="2750" spc="-5" dirty="0">
                <a:solidFill>
                  <a:srgbClr val="3F3F3F"/>
                </a:solidFill>
                <a:latin typeface="Calibri"/>
                <a:cs typeface="Calibri"/>
              </a:rPr>
              <a:t>data structure </a:t>
            </a:r>
            <a:r>
              <a:rPr sz="2750" spc="-10" dirty="0">
                <a:solidFill>
                  <a:srgbClr val="3F3F3F"/>
                </a:solidFill>
                <a:latin typeface="Calibri"/>
                <a:cs typeface="Calibri"/>
              </a:rPr>
              <a:t>consisting </a:t>
            </a:r>
            <a:r>
              <a:rPr sz="2750" spc="2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750" spc="-5" dirty="0">
                <a:solidFill>
                  <a:srgbClr val="3F3F3F"/>
                </a:solidFill>
                <a:latin typeface="Calibri"/>
                <a:cs typeface="Calibri"/>
              </a:rPr>
              <a:t>nodes </a:t>
            </a:r>
            <a:r>
              <a:rPr sz="2750" spc="5" dirty="0">
                <a:solidFill>
                  <a:srgbClr val="3F3F3F"/>
                </a:solidFill>
                <a:latin typeface="Calibri"/>
                <a:cs typeface="Calibri"/>
              </a:rPr>
              <a:t>and  </a:t>
            </a:r>
            <a:r>
              <a:rPr sz="2750" spc="-20" dirty="0">
                <a:solidFill>
                  <a:srgbClr val="3F3F3F"/>
                </a:solidFill>
                <a:latin typeface="Calibri"/>
                <a:cs typeface="Calibri"/>
              </a:rPr>
              <a:t>edges.</a:t>
            </a:r>
            <a:endParaRPr sz="2750">
              <a:latin typeface="Calibri"/>
              <a:cs typeface="Calibri"/>
            </a:endParaRPr>
          </a:p>
          <a:p>
            <a:pPr marL="1079500">
              <a:lnSpc>
                <a:spcPct val="100000"/>
              </a:lnSpc>
              <a:spcBef>
                <a:spcPts val="1065"/>
              </a:spcBef>
            </a:pPr>
            <a:r>
              <a:rPr sz="2750" i="1" spc="15" dirty="0">
                <a:solidFill>
                  <a:srgbClr val="3F3F3F"/>
                </a:solidFill>
                <a:latin typeface="Calibri"/>
                <a:cs typeface="Calibri"/>
              </a:rPr>
              <a:t>G </a:t>
            </a:r>
            <a:r>
              <a:rPr sz="2750" i="1" spc="10" dirty="0">
                <a:solidFill>
                  <a:srgbClr val="3F3F3F"/>
                </a:solidFill>
                <a:latin typeface="Calibri"/>
                <a:cs typeface="Calibri"/>
              </a:rPr>
              <a:t>= </a:t>
            </a:r>
            <a:r>
              <a:rPr sz="2750" i="1" spc="-75" dirty="0">
                <a:solidFill>
                  <a:srgbClr val="3F3F3F"/>
                </a:solidFill>
                <a:latin typeface="Calibri"/>
                <a:cs typeface="Calibri"/>
              </a:rPr>
              <a:t>(V,</a:t>
            </a:r>
            <a:r>
              <a:rPr sz="2750" i="1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E)</a:t>
            </a:r>
            <a:endParaRPr sz="275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  <a:spcBef>
                <a:spcPts val="1130"/>
              </a:spcBef>
              <a:tabLst>
                <a:tab pos="4547235" algn="l"/>
              </a:tabLst>
            </a:pPr>
            <a:r>
              <a:rPr sz="2750" i="1" spc="20" dirty="0">
                <a:solidFill>
                  <a:srgbClr val="3F3F3F"/>
                </a:solidFill>
                <a:latin typeface="Calibri"/>
                <a:cs typeface="Calibri"/>
              </a:rPr>
              <a:t>Where </a:t>
            </a:r>
            <a:r>
              <a:rPr sz="2750" spc="15" dirty="0">
                <a:solidFill>
                  <a:srgbClr val="3F3F3F"/>
                </a:solidFill>
                <a:latin typeface="Calibri"/>
                <a:cs typeface="Calibri"/>
              </a:rPr>
              <a:t>V </a:t>
            </a:r>
            <a:r>
              <a:rPr sz="2750" spc="10" dirty="0">
                <a:solidFill>
                  <a:srgbClr val="3F3F3F"/>
                </a:solidFill>
                <a:latin typeface="Calibri"/>
                <a:cs typeface="Calibri"/>
              </a:rPr>
              <a:t>= a </a:t>
            </a:r>
            <a:r>
              <a:rPr sz="2750" spc="-15" dirty="0">
                <a:solidFill>
                  <a:srgbClr val="3F3F3F"/>
                </a:solidFill>
                <a:latin typeface="Calibri"/>
                <a:cs typeface="Calibri"/>
              </a:rPr>
              <a:t>set</a:t>
            </a:r>
            <a:r>
              <a:rPr sz="2750" spc="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50" spc="2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75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3F3F3F"/>
                </a:solidFill>
                <a:latin typeface="Calibri"/>
                <a:cs typeface="Calibri"/>
              </a:rPr>
              <a:t>vertices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2750" b="1" spc="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750" spc="10" dirty="0">
                <a:solidFill>
                  <a:srgbClr val="3F3F3F"/>
                </a:solidFill>
                <a:latin typeface="Calibri"/>
                <a:cs typeface="Calibri"/>
              </a:rPr>
              <a:t>E = a </a:t>
            </a:r>
            <a:r>
              <a:rPr sz="2750" spc="-15" dirty="0">
                <a:solidFill>
                  <a:srgbClr val="3F3F3F"/>
                </a:solidFill>
                <a:latin typeface="Calibri"/>
                <a:cs typeface="Calibri"/>
              </a:rPr>
              <a:t>set </a:t>
            </a:r>
            <a:r>
              <a:rPr sz="2750" spc="2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750" spc="2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50" b="1" spc="25" dirty="0">
                <a:solidFill>
                  <a:srgbClr val="3F3F3F"/>
                </a:solidFill>
                <a:latin typeface="Calibri"/>
                <a:cs typeface="Calibri"/>
              </a:rPr>
              <a:t>edges</a:t>
            </a:r>
            <a:endParaRPr sz="2750">
              <a:latin typeface="Calibri"/>
              <a:cs typeface="Calibri"/>
            </a:endParaRPr>
          </a:p>
          <a:p>
            <a:pPr marL="107314" marR="35560" indent="-95250">
              <a:lnSpc>
                <a:spcPts val="3000"/>
              </a:lnSpc>
              <a:spcBef>
                <a:spcPts val="148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i="1" spc="1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Graph </a:t>
            </a:r>
            <a:r>
              <a:rPr sz="2750" i="1" spc="-15" dirty="0">
                <a:solidFill>
                  <a:srgbClr val="3F3F3F"/>
                </a:solidFill>
                <a:latin typeface="Calibri"/>
                <a:cs typeface="Calibri"/>
              </a:rPr>
              <a:t>consists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750" i="1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750" i="1" spc="-15" dirty="0">
                <a:solidFill>
                  <a:srgbClr val="3F3F3F"/>
                </a:solidFill>
                <a:latin typeface="Calibri"/>
                <a:cs typeface="Calibri"/>
              </a:rPr>
              <a:t>finite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set of </a:t>
            </a:r>
            <a:r>
              <a:rPr sz="2750" i="1" dirty="0">
                <a:solidFill>
                  <a:srgbClr val="3F3F3F"/>
                </a:solidFill>
                <a:latin typeface="Calibri"/>
                <a:cs typeface="Calibri"/>
              </a:rPr>
              <a:t>vertices(or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nodes) </a:t>
            </a:r>
            <a:r>
              <a:rPr sz="2750" i="1" spc="1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set of  </a:t>
            </a:r>
            <a:r>
              <a:rPr sz="2750" i="1" spc="-5" dirty="0">
                <a:solidFill>
                  <a:srgbClr val="3F3F3F"/>
                </a:solidFill>
                <a:latin typeface="Calibri"/>
                <a:cs typeface="Calibri"/>
              </a:rPr>
              <a:t>Edges </a:t>
            </a:r>
            <a:r>
              <a:rPr sz="2750" i="1" spc="-15" dirty="0">
                <a:solidFill>
                  <a:srgbClr val="3F3F3F"/>
                </a:solidFill>
                <a:latin typeface="Calibri"/>
                <a:cs typeface="Calibri"/>
              </a:rPr>
              <a:t>which </a:t>
            </a:r>
            <a:r>
              <a:rPr sz="2750" i="1" dirty="0">
                <a:solidFill>
                  <a:srgbClr val="3F3F3F"/>
                </a:solidFill>
                <a:latin typeface="Calibri"/>
                <a:cs typeface="Calibri"/>
              </a:rPr>
              <a:t>connect </a:t>
            </a:r>
            <a:r>
              <a:rPr sz="2750" i="1" spc="15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750" i="1" spc="-5" dirty="0">
                <a:solidFill>
                  <a:srgbClr val="3F3F3F"/>
                </a:solidFill>
                <a:latin typeface="Calibri"/>
                <a:cs typeface="Calibri"/>
              </a:rPr>
              <a:t>pair 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750" i="1" spc="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50" i="1" spc="10" dirty="0">
                <a:solidFill>
                  <a:srgbClr val="3F3F3F"/>
                </a:solidFill>
                <a:latin typeface="Calibri"/>
                <a:cs typeface="Calibri"/>
              </a:rPr>
              <a:t>node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8542" y="4376033"/>
            <a:ext cx="2228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35"/>
              </a:lnSpc>
            </a:pPr>
            <a:r>
              <a:rPr sz="2750" i="1" spc="-2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750" i="1" spc="5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32763" y="4463363"/>
            <a:ext cx="4388236" cy="18947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6</a:t>
            </a:fld>
            <a:endParaRPr sz="105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77A2F0-2134-4B90-999B-5E894256C6B5}"/>
                  </a:ext>
                </a:extLst>
              </p14:cNvPr>
              <p14:cNvContentPartPr/>
              <p14:nvPr/>
            </p14:nvContentPartPr>
            <p14:xfrm>
              <a:off x="7020360" y="4374720"/>
              <a:ext cx="2947320" cy="73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77A2F0-2134-4B90-999B-5E894256C6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1000" y="4365360"/>
                <a:ext cx="2966040" cy="75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14" dirty="0"/>
              <a:t>Terminology</a:t>
            </a:r>
            <a:r>
              <a:rPr b="0" spc="-114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7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5533" y="1693967"/>
            <a:ext cx="9613900" cy="41846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9715" indent="-247650">
              <a:lnSpc>
                <a:spcPct val="100000"/>
              </a:lnSpc>
              <a:spcBef>
                <a:spcPts val="12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45" dirty="0">
                <a:solidFill>
                  <a:srgbClr val="3F3F3F"/>
                </a:solidFill>
                <a:latin typeface="Times New Roman"/>
                <a:cs typeface="Times New Roman"/>
              </a:rPr>
              <a:t>Vertex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−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Each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node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represented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as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400" spc="-1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vertex.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−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represents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between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two</a:t>
            </a:r>
            <a:r>
              <a:rPr sz="2400" spc="-3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vertices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ts val="2715"/>
              </a:lnSpc>
              <a:spcBef>
                <a:spcPts val="117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Adjacency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− </a:t>
            </a:r>
            <a:r>
              <a:rPr sz="2400" spc="-70" dirty="0">
                <a:solidFill>
                  <a:srgbClr val="3F3F3F"/>
                </a:solidFill>
                <a:latin typeface="Times New Roman"/>
                <a:cs typeface="Times New Roman"/>
              </a:rPr>
              <a:t>Two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node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or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are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adjacent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they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are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connected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to</a:t>
            </a:r>
            <a:r>
              <a:rPr sz="2400" spc="5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each</a:t>
            </a:r>
            <a:endParaRPr sz="2400">
              <a:latin typeface="Times New Roman"/>
              <a:cs typeface="Times New Roman"/>
            </a:endParaRPr>
          </a:p>
          <a:p>
            <a:pPr marL="107950">
              <a:lnSpc>
                <a:spcPts val="2715"/>
              </a:lnSpc>
            </a:pP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other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through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an</a:t>
            </a:r>
            <a:r>
              <a:rPr sz="2400" spc="-2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edge.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−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represents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sequence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between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two</a:t>
            </a:r>
            <a:r>
              <a:rPr sz="2400" spc="1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vertices.</a:t>
            </a:r>
            <a:endParaRPr sz="2400">
              <a:latin typeface="Times New Roman"/>
              <a:cs typeface="Times New Roman"/>
            </a:endParaRPr>
          </a:p>
          <a:p>
            <a:pPr marL="260350" marR="1125220" indent="-260350">
              <a:lnSpc>
                <a:spcPct val="138200"/>
              </a:lnSpc>
              <a:spcBef>
                <a:spcPts val="7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25" dirty="0">
                <a:solidFill>
                  <a:srgbClr val="3F3F3F"/>
                </a:solidFill>
                <a:latin typeface="Times New Roman"/>
                <a:cs typeface="Times New Roman"/>
              </a:rPr>
              <a:t>Degree </a:t>
            </a:r>
            <a:r>
              <a:rPr sz="2400" b="1" dirty="0">
                <a:solidFill>
                  <a:srgbClr val="3F3F3F"/>
                </a:solidFill>
                <a:latin typeface="Times New Roman"/>
                <a:cs typeface="Times New Roman"/>
              </a:rPr>
              <a:t>of a </a:t>
            </a: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Node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the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node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used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define 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Can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also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define </a:t>
            </a:r>
            <a:r>
              <a:rPr sz="24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in-degree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and</a:t>
            </a:r>
            <a:r>
              <a:rPr sz="2400" spc="-1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out-degree</a:t>
            </a:r>
            <a:endParaRPr sz="2400">
              <a:latin typeface="Times New Roman"/>
              <a:cs typeface="Times New Roman"/>
            </a:endParaRPr>
          </a:p>
          <a:p>
            <a:pPr marL="393700" lvl="1" indent="-182245">
              <a:lnSpc>
                <a:spcPct val="100000"/>
              </a:lnSpc>
              <a:spcBef>
                <a:spcPts val="125"/>
              </a:spcBef>
              <a:buClr>
                <a:srgbClr val="E48211"/>
              </a:buClr>
              <a:buFont typeface="Wingdings"/>
              <a:buChar char=""/>
              <a:tabLst>
                <a:tab pos="394335" algn="l"/>
              </a:tabLst>
            </a:pP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In-degree: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pointing </a:t>
            </a:r>
            <a:r>
              <a:rPr sz="240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400" spc="-4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node</a:t>
            </a:r>
            <a:endParaRPr sz="2400">
              <a:latin typeface="Times New Roman"/>
              <a:cs typeface="Times New Roman"/>
            </a:endParaRPr>
          </a:p>
          <a:p>
            <a:pPr marL="393700" lvl="1" indent="-182245">
              <a:lnSpc>
                <a:spcPct val="100000"/>
              </a:lnSpc>
              <a:spcBef>
                <a:spcPts val="270"/>
              </a:spcBef>
              <a:buClr>
                <a:srgbClr val="E48211"/>
              </a:buClr>
              <a:buFont typeface="Wingdings"/>
              <a:buChar char=""/>
              <a:tabLst>
                <a:tab pos="394335" algn="l"/>
              </a:tabLst>
            </a:pP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Out-degree: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pointing </a:t>
            </a:r>
            <a:r>
              <a:rPr sz="2400" b="1" dirty="0">
                <a:solidFill>
                  <a:srgbClr val="3F3F3F"/>
                </a:solidFill>
                <a:latin typeface="Times New Roman"/>
                <a:cs typeface="Times New Roman"/>
              </a:rPr>
              <a:t>from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400" spc="-3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node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14" dirty="0"/>
              <a:t>Terminology</a:t>
            </a:r>
            <a:r>
              <a:rPr b="0" spc="-114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8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5533" y="1693967"/>
            <a:ext cx="9989820" cy="289687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9715" indent="-247650">
              <a:lnSpc>
                <a:spcPct val="100000"/>
              </a:lnSpc>
              <a:spcBef>
                <a:spcPts val="12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Cycle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that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starts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ends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on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70" dirty="0">
                <a:solidFill>
                  <a:srgbClr val="3F3F3F"/>
                </a:solidFill>
                <a:latin typeface="Times New Roman"/>
                <a:cs typeface="Times New Roman"/>
              </a:rPr>
              <a:t>same</a:t>
            </a:r>
            <a:r>
              <a:rPr sz="2400" spc="2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vertex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Simple </a:t>
            </a:r>
            <a:r>
              <a:rPr sz="240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path</a:t>
            </a:r>
            <a:r>
              <a:rPr sz="2400" spc="10" dirty="0">
                <a:solidFill>
                  <a:srgbClr val="3F3F3F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that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does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cross</a:t>
            </a:r>
            <a:r>
              <a:rPr sz="2400" spc="1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itself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7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Length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a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path: </a:t>
            </a:r>
            <a:r>
              <a:rPr sz="2400" spc="-40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An </a:t>
            </a:r>
            <a:r>
              <a:rPr sz="2400" i="1" spc="-15" dirty="0">
                <a:solidFill>
                  <a:srgbClr val="3F3F3F"/>
                </a:solidFill>
                <a:latin typeface="Times New Roman"/>
                <a:cs typeface="Times New Roman"/>
              </a:rPr>
              <a:t>undirected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connected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if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every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pair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has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400" spc="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between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it</a:t>
            </a:r>
            <a:endParaRPr sz="2400">
              <a:latin typeface="Times New Roman"/>
              <a:cs typeface="Times New Roman"/>
            </a:endParaRPr>
          </a:p>
          <a:p>
            <a:pPr marL="107950" marR="682625" indent="-95250">
              <a:lnSpc>
                <a:spcPts val="2630"/>
              </a:lnSpc>
              <a:spcBef>
                <a:spcPts val="139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i="1" spc="-20" dirty="0">
                <a:solidFill>
                  <a:srgbClr val="3F3F3F"/>
                </a:solidFill>
                <a:latin typeface="Times New Roman"/>
                <a:cs typeface="Times New Roman"/>
              </a:rPr>
              <a:t>directed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400" b="1" spc="-15" dirty="0">
                <a:solidFill>
                  <a:srgbClr val="3F3F3F"/>
                </a:solidFill>
                <a:latin typeface="Times New Roman"/>
                <a:cs typeface="Times New Roman"/>
              </a:rPr>
              <a:t>strongly </a:t>
            </a: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connected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if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every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pair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has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path 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between </a:t>
            </a:r>
            <a:r>
              <a:rPr sz="2400" spc="-50" dirty="0">
                <a:solidFill>
                  <a:srgbClr val="3F3F3F"/>
                </a:solidFill>
                <a:latin typeface="Times New Roman"/>
                <a:cs typeface="Times New Roman"/>
              </a:rPr>
              <a:t>them,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40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both</a:t>
            </a:r>
            <a:r>
              <a:rPr sz="2400" b="1" spc="-3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directions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10" dirty="0"/>
              <a:t>Types </a:t>
            </a:r>
            <a:r>
              <a:rPr spc="-50" dirty="0"/>
              <a:t>of</a:t>
            </a:r>
            <a:r>
              <a:rPr spc="-30" dirty="0"/>
              <a:t> </a:t>
            </a:r>
            <a:r>
              <a:rPr spc="-85" dirty="0"/>
              <a:t>Graphs:</a:t>
            </a:r>
            <a:r>
              <a:rPr b="0" spc="-8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694429"/>
            <a:ext cx="3980815" cy="1713864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50" dirty="0">
                <a:solidFill>
                  <a:srgbClr val="3F3F3F"/>
                </a:solidFill>
                <a:latin typeface="Times New Roman"/>
                <a:cs typeface="Times New Roman"/>
              </a:rPr>
              <a:t>Weighted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or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unweighted</a:t>
            </a:r>
            <a:r>
              <a:rPr sz="275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Directed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or</a:t>
            </a:r>
            <a:r>
              <a:rPr sz="2750" spc="-30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undirected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Cyclic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or</a:t>
            </a:r>
            <a:r>
              <a:rPr sz="2750" spc="-1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acyclic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84535" y="2041118"/>
            <a:ext cx="1743161" cy="1612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72905" y="2038846"/>
            <a:ext cx="1777317" cy="1715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6016" y="3683800"/>
            <a:ext cx="2373729" cy="22105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93293" y="3987698"/>
            <a:ext cx="2067566" cy="20675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8510" y="4121113"/>
            <a:ext cx="1902746" cy="2104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98814" y="4083822"/>
            <a:ext cx="1834534" cy="21135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9</a:t>
            </a:fld>
            <a:endParaRPr sz="105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E98F5A5-78E8-4DD2-84D6-E0E59BE8E9DB}"/>
                  </a:ext>
                </a:extLst>
              </p14:cNvPr>
              <p14:cNvContentPartPr/>
              <p14:nvPr/>
            </p14:nvContentPartPr>
            <p14:xfrm>
              <a:off x="5518080" y="4071600"/>
              <a:ext cx="3366360" cy="1602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E98F5A5-78E8-4DD2-84D6-E0E59BE8E9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08720" y="4062240"/>
                <a:ext cx="3385080" cy="162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10" dirty="0"/>
              <a:t>Types </a:t>
            </a:r>
            <a:r>
              <a:rPr spc="-50" dirty="0"/>
              <a:t>of</a:t>
            </a:r>
            <a:r>
              <a:rPr spc="-55" dirty="0"/>
              <a:t> </a:t>
            </a:r>
            <a:r>
              <a:rPr spc="-85" dirty="0"/>
              <a:t>Graphs</a:t>
            </a:r>
            <a:r>
              <a:rPr b="0" spc="-8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5533" y="1833495"/>
            <a:ext cx="9502775" cy="374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9715" indent="-247650">
              <a:lnSpc>
                <a:spcPct val="100000"/>
              </a:lnSpc>
              <a:spcBef>
                <a:spcPts val="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Weighted </a:t>
            </a:r>
            <a:r>
              <a:rPr sz="2400" b="1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: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400" spc="-2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181610" marR="4093845" lvl="1" indent="-181610" algn="r">
              <a:lnSpc>
                <a:spcPct val="100000"/>
              </a:lnSpc>
              <a:spcBef>
                <a:spcPts val="120"/>
              </a:spcBef>
              <a:buClr>
                <a:srgbClr val="E48211"/>
              </a:buClr>
              <a:buFont typeface="Wingdings"/>
              <a:buChar char=""/>
              <a:tabLst>
                <a:tab pos="181610" algn="l"/>
              </a:tabLst>
            </a:pPr>
            <a:r>
              <a:rPr sz="2400" spc="-85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typically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shows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cost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400" spc="-3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traversing</a:t>
            </a:r>
            <a:endParaRPr sz="2400">
              <a:latin typeface="Times New Roman"/>
              <a:cs typeface="Times New Roman"/>
            </a:endParaRPr>
          </a:p>
          <a:p>
            <a:pPr marL="259715" marR="4053840" indent="-260350" algn="r">
              <a:lnSpc>
                <a:spcPct val="100000"/>
              </a:lnSpc>
              <a:spcBef>
                <a:spcPts val="133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5" dirty="0">
                <a:solidFill>
                  <a:srgbClr val="3F3F3F"/>
                </a:solidFill>
                <a:latin typeface="Times New Roman"/>
                <a:cs typeface="Times New Roman"/>
              </a:rPr>
              <a:t>Unweighted </a:t>
            </a:r>
            <a:r>
              <a:rPr sz="240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r>
              <a:rPr sz="2400" spc="5" dirty="0">
                <a:solidFill>
                  <a:srgbClr val="3F3F3F"/>
                </a:solidFill>
                <a:latin typeface="Times New Roman"/>
                <a:cs typeface="Times New Roman"/>
              </a:rPr>
              <a:t>: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400" spc="-40" dirty="0">
                <a:solidFill>
                  <a:srgbClr val="3F3F3F"/>
                </a:solidFill>
                <a:latin typeface="Times New Roman"/>
                <a:cs typeface="Times New Roman"/>
              </a:rPr>
              <a:t>no</a:t>
            </a:r>
            <a:r>
              <a:rPr sz="2400" spc="-25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393700" lvl="1" indent="-182245">
              <a:lnSpc>
                <a:spcPct val="100000"/>
              </a:lnSpc>
              <a:spcBef>
                <a:spcPts val="120"/>
              </a:spcBef>
              <a:buClr>
                <a:srgbClr val="E48211"/>
              </a:buClr>
              <a:buFont typeface="Wingdings"/>
              <a:buChar char=""/>
              <a:tabLst>
                <a:tab pos="394335" algn="l"/>
              </a:tabLst>
            </a:pP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simply </a:t>
            </a:r>
            <a:r>
              <a:rPr sz="2400" spc="-50" dirty="0">
                <a:solidFill>
                  <a:srgbClr val="3F3F3F"/>
                </a:solidFill>
                <a:latin typeface="Times New Roman"/>
                <a:cs typeface="Times New Roman"/>
              </a:rPr>
              <a:t>show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connections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32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15" dirty="0">
                <a:solidFill>
                  <a:srgbClr val="3F3F3F"/>
                </a:solidFill>
                <a:latin typeface="Times New Roman"/>
                <a:cs typeface="Times New Roman"/>
              </a:rPr>
              <a:t>Undirected Graphs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: each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can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be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traversed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400" b="1" dirty="0">
                <a:solidFill>
                  <a:srgbClr val="3F3F3F"/>
                </a:solidFill>
                <a:latin typeface="Times New Roman"/>
                <a:cs typeface="Times New Roman"/>
              </a:rPr>
              <a:t>either</a:t>
            </a:r>
            <a:r>
              <a:rPr sz="2400" b="1" spc="48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direction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Directed </a:t>
            </a:r>
            <a:r>
              <a:rPr sz="2400" b="1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Graphs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: each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can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be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traversed </a:t>
            </a:r>
            <a:r>
              <a:rPr sz="2400" b="1" dirty="0">
                <a:solidFill>
                  <a:srgbClr val="3F3F3F"/>
                </a:solidFill>
                <a:latin typeface="Times New Roman"/>
                <a:cs typeface="Times New Roman"/>
              </a:rPr>
              <a:t>only in a specified</a:t>
            </a:r>
            <a:r>
              <a:rPr sz="2400" b="1" spc="-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direction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b="1" spc="-20" dirty="0">
                <a:solidFill>
                  <a:srgbClr val="3F3F3F"/>
                </a:solidFill>
                <a:latin typeface="Times New Roman"/>
                <a:cs typeface="Times New Roman"/>
              </a:rPr>
              <a:t>Cyclic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contains</a:t>
            </a:r>
            <a:r>
              <a:rPr sz="2400" spc="1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cycles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An </a:t>
            </a:r>
            <a:r>
              <a:rPr sz="2400" b="1" spc="-15" dirty="0">
                <a:solidFill>
                  <a:srgbClr val="3F3F3F"/>
                </a:solidFill>
                <a:latin typeface="Times New Roman"/>
                <a:cs typeface="Times New Roman"/>
              </a:rPr>
              <a:t>acyclic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contains </a:t>
            </a:r>
            <a:r>
              <a:rPr sz="2400" spc="-40" dirty="0">
                <a:solidFill>
                  <a:srgbClr val="3F3F3F"/>
                </a:solidFill>
                <a:latin typeface="Times New Roman"/>
                <a:cs typeface="Times New Roman"/>
              </a:rPr>
              <a:t>no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cycles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1245" y="1730307"/>
            <a:ext cx="9994265" cy="396875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07950" marR="5080" indent="-95885">
              <a:lnSpc>
                <a:spcPts val="2110"/>
              </a:lnSpc>
              <a:spcBef>
                <a:spcPts val="439"/>
              </a:spcBef>
              <a:buClr>
                <a:srgbClr val="E48211"/>
              </a:buClr>
              <a:buSzPct val="95000"/>
              <a:buFont typeface="Wingdings"/>
              <a:buChar char=""/>
              <a:tabLst>
                <a:tab pos="218440" algn="l"/>
              </a:tabLst>
            </a:pPr>
            <a:r>
              <a:rPr sz="2000" spc="-80" dirty="0">
                <a:solidFill>
                  <a:srgbClr val="3F3F3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represent</a:t>
            </a:r>
            <a:r>
              <a:rPr sz="2000" spc="-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networks.</a:t>
            </a:r>
            <a:r>
              <a:rPr sz="2000" spc="-1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networks</a:t>
            </a:r>
            <a:r>
              <a:rPr sz="20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may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include</a:t>
            </a:r>
            <a:r>
              <a:rPr sz="2000" spc="-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paths</a:t>
            </a:r>
            <a:r>
              <a:rPr sz="2000" spc="-1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Times New Roman"/>
                <a:cs typeface="Times New Roman"/>
              </a:rPr>
              <a:t>city</a:t>
            </a:r>
            <a:r>
              <a:rPr sz="20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or</a:t>
            </a:r>
            <a:r>
              <a:rPr sz="20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telephone</a:t>
            </a:r>
            <a:r>
              <a:rPr sz="2000" spc="-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network</a:t>
            </a:r>
            <a:r>
              <a:rPr sz="2000" spc="-229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or</a:t>
            </a:r>
            <a:r>
              <a:rPr sz="20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circuit 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107950" marR="33655" indent="-95885">
              <a:lnSpc>
                <a:spcPct val="89200"/>
              </a:lnSpc>
              <a:spcBef>
                <a:spcPts val="1435"/>
              </a:spcBef>
              <a:buClr>
                <a:srgbClr val="E48211"/>
              </a:buClr>
              <a:buSzPct val="95000"/>
              <a:buFont typeface="Wingdings"/>
              <a:buChar char=""/>
              <a:tabLst>
                <a:tab pos="218440" algn="l"/>
              </a:tabLst>
            </a:pPr>
            <a:r>
              <a:rPr sz="2000" spc="-3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social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networks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like </a:t>
            </a:r>
            <a:r>
              <a:rPr sz="2000" spc="5" dirty="0">
                <a:solidFill>
                  <a:srgbClr val="3F3F3F"/>
                </a:solidFill>
                <a:latin typeface="Times New Roman"/>
                <a:cs typeface="Times New Roman"/>
              </a:rPr>
              <a:t>linkedIn,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Facebook.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For </a:t>
            </a:r>
            <a:r>
              <a:rPr sz="2000" spc="5" dirty="0">
                <a:solidFill>
                  <a:srgbClr val="3F3F3F"/>
                </a:solidFill>
                <a:latin typeface="Times New Roman"/>
                <a:cs typeface="Times New Roman"/>
              </a:rPr>
              <a:t>example,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Facebook,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each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person 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is 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represented</a:t>
            </a:r>
            <a:r>
              <a:rPr sz="2000" spc="-1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with</a:t>
            </a:r>
            <a:r>
              <a:rPr sz="2000" spc="-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vertex(or</a:t>
            </a:r>
            <a:r>
              <a:rPr sz="2000" spc="-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node).</a:t>
            </a:r>
            <a:r>
              <a:rPr sz="2000" spc="-1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Each</a:t>
            </a:r>
            <a:r>
              <a:rPr sz="2000" spc="-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3F3F3F"/>
                </a:solidFill>
                <a:latin typeface="Times New Roman"/>
                <a:cs typeface="Times New Roman"/>
              </a:rPr>
              <a:t>node</a:t>
            </a:r>
            <a:r>
              <a:rPr sz="2000" spc="-1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is</a:t>
            </a:r>
            <a:r>
              <a:rPr sz="20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structure</a:t>
            </a:r>
            <a:r>
              <a:rPr sz="2000" spc="-1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and</a:t>
            </a:r>
            <a:r>
              <a:rPr sz="2000" spc="-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contains</a:t>
            </a:r>
            <a:r>
              <a:rPr sz="2000" spc="-229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information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 like</a:t>
            </a:r>
            <a:r>
              <a:rPr sz="2000" spc="-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person  </a:t>
            </a:r>
            <a:r>
              <a:rPr sz="2000" spc="5" dirty="0">
                <a:solidFill>
                  <a:srgbClr val="3F3F3F"/>
                </a:solidFill>
                <a:latin typeface="Times New Roman"/>
                <a:cs typeface="Times New Roman"/>
              </a:rPr>
              <a:t>id, name,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gender,</a:t>
            </a:r>
            <a:r>
              <a:rPr sz="2000" spc="-1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217804" indent="-205740">
              <a:lnSpc>
                <a:spcPct val="100000"/>
              </a:lnSpc>
              <a:spcBef>
                <a:spcPts val="1205"/>
              </a:spcBef>
              <a:buClr>
                <a:srgbClr val="E48211"/>
              </a:buClr>
              <a:buSzPct val="95000"/>
              <a:buFont typeface="Wingdings"/>
              <a:buChar char=""/>
              <a:tabLst>
                <a:tab pos="218440" algn="l"/>
              </a:tabLst>
            </a:pPr>
            <a:r>
              <a:rPr sz="2000" b="1" spc="20" dirty="0">
                <a:solidFill>
                  <a:srgbClr val="3F3F3F"/>
                </a:solidFill>
                <a:latin typeface="Times New Roman"/>
                <a:cs typeface="Times New Roman"/>
              </a:rPr>
              <a:t>Electrical</a:t>
            </a:r>
            <a:r>
              <a:rPr sz="2000" b="1" spc="-2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1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2000" spc="-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extensively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used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 in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designing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circuit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connections.</a:t>
            </a:r>
            <a:endParaRPr sz="2000">
              <a:latin typeface="Times New Roman"/>
              <a:cs typeface="Times New Roman"/>
            </a:endParaRPr>
          </a:p>
          <a:p>
            <a:pPr marL="217804" indent="-205740">
              <a:lnSpc>
                <a:spcPts val="2290"/>
              </a:lnSpc>
              <a:spcBef>
                <a:spcPts val="1130"/>
              </a:spcBef>
              <a:buClr>
                <a:srgbClr val="E48211"/>
              </a:buClr>
              <a:buSzPct val="95000"/>
              <a:buFont typeface="Wingdings"/>
              <a:buChar char=""/>
              <a:tabLst>
                <a:tab pos="218440" algn="l"/>
              </a:tabLst>
            </a:pPr>
            <a:r>
              <a:rPr sz="200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Computer</a:t>
            </a:r>
            <a:r>
              <a:rPr sz="2000" b="1" spc="-1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Network</a:t>
            </a:r>
            <a:r>
              <a:rPr sz="2000" b="1" spc="-1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2000" spc="-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relationships</a:t>
            </a:r>
            <a:r>
              <a:rPr sz="2000" spc="-2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among</a:t>
            </a:r>
            <a:r>
              <a:rPr sz="20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interconnected</a:t>
            </a:r>
            <a:r>
              <a:rPr sz="2000" spc="-229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computers</a:t>
            </a:r>
            <a:r>
              <a:rPr sz="2000" spc="-229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07950">
              <a:lnSpc>
                <a:spcPts val="2290"/>
              </a:lnSpc>
            </a:pP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follows</a:t>
            </a:r>
            <a:r>
              <a:rPr sz="2000" spc="-1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principles</a:t>
            </a:r>
            <a:r>
              <a:rPr sz="2000" spc="-2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0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theory.</a:t>
            </a:r>
            <a:endParaRPr sz="2000">
              <a:latin typeface="Times New Roman"/>
              <a:cs typeface="Times New Roman"/>
            </a:endParaRPr>
          </a:p>
          <a:p>
            <a:pPr marL="217804" indent="-205740">
              <a:lnSpc>
                <a:spcPts val="2250"/>
              </a:lnSpc>
              <a:spcBef>
                <a:spcPts val="1205"/>
              </a:spcBef>
              <a:buClr>
                <a:srgbClr val="E48211"/>
              </a:buClr>
              <a:buSzPct val="95000"/>
              <a:buFont typeface="Wingdings"/>
              <a:buChar char=""/>
              <a:tabLst>
                <a:tab pos="218440" algn="l"/>
              </a:tabLst>
            </a:pPr>
            <a:r>
              <a:rPr sz="200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Science</a:t>
            </a:r>
            <a:r>
              <a:rPr sz="2000" b="1" spc="-1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2000" spc="-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molecular</a:t>
            </a:r>
            <a:r>
              <a:rPr sz="2000" spc="-2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structure</a:t>
            </a:r>
            <a:r>
              <a:rPr sz="2000" spc="-1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and</a:t>
            </a:r>
            <a:r>
              <a:rPr sz="20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chemical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structure</a:t>
            </a:r>
            <a:r>
              <a:rPr sz="2000" spc="-1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000" spc="-1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substance,</a:t>
            </a:r>
            <a:r>
              <a:rPr sz="2000" spc="-1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1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DNA</a:t>
            </a:r>
            <a:r>
              <a:rPr sz="20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structure</a:t>
            </a:r>
            <a:r>
              <a:rPr sz="2000" spc="-1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07950">
              <a:lnSpc>
                <a:spcPts val="2250"/>
              </a:lnSpc>
            </a:pP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an</a:t>
            </a:r>
            <a:r>
              <a:rPr sz="2000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imes New Roman"/>
                <a:cs typeface="Times New Roman"/>
              </a:rPr>
              <a:t>organism,</a:t>
            </a:r>
            <a:r>
              <a:rPr sz="2000" spc="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etc.,</a:t>
            </a:r>
            <a:r>
              <a:rPr sz="2000" spc="-1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are</a:t>
            </a:r>
            <a:r>
              <a:rPr sz="20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represented</a:t>
            </a:r>
            <a:r>
              <a:rPr sz="2000" spc="-1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by</a:t>
            </a:r>
            <a:r>
              <a:rPr sz="2000" spc="-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graphs.</a:t>
            </a:r>
            <a:endParaRPr sz="2000">
              <a:latin typeface="Times New Roman"/>
              <a:cs typeface="Times New Roman"/>
            </a:endParaRPr>
          </a:p>
          <a:p>
            <a:pPr marL="217804" indent="-205740">
              <a:lnSpc>
                <a:spcPct val="100000"/>
              </a:lnSpc>
              <a:spcBef>
                <a:spcPts val="1205"/>
              </a:spcBef>
              <a:buClr>
                <a:srgbClr val="E48211"/>
              </a:buClr>
              <a:buSzPct val="95000"/>
              <a:buFont typeface="Wingdings"/>
              <a:buChar char=""/>
              <a:tabLst>
                <a:tab pos="218440" algn="l"/>
              </a:tabLst>
            </a:pPr>
            <a:r>
              <a:rPr sz="2000" b="1" spc="20" dirty="0">
                <a:solidFill>
                  <a:srgbClr val="3F3F3F"/>
                </a:solidFill>
                <a:latin typeface="Times New Roman"/>
                <a:cs typeface="Times New Roman"/>
              </a:rPr>
              <a:t>Linguistics</a:t>
            </a:r>
            <a:r>
              <a:rPr sz="2000" b="1" spc="-2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−</a:t>
            </a:r>
            <a:r>
              <a:rPr sz="2000" spc="-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parsing</a:t>
            </a:r>
            <a:r>
              <a:rPr sz="2000" spc="-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Times New Roman"/>
                <a:cs typeface="Times New Roman"/>
              </a:rPr>
              <a:t>tree</a:t>
            </a:r>
            <a:r>
              <a:rPr sz="20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0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language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and</a:t>
            </a:r>
            <a:r>
              <a:rPr sz="2000" spc="-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Times New Roman"/>
                <a:cs typeface="Times New Roman"/>
              </a:rPr>
              <a:t>grammar</a:t>
            </a:r>
            <a:r>
              <a:rPr sz="2000" spc="1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0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language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uses</a:t>
            </a:r>
            <a:r>
              <a:rPr sz="2000" spc="-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imes New Roman"/>
                <a:cs typeface="Times New Roman"/>
              </a:rPr>
              <a:t>graphs.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11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3656" y="628327"/>
            <a:ext cx="528574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80" dirty="0"/>
              <a:t>Applications </a:t>
            </a:r>
            <a:r>
              <a:rPr u="none" spc="-50" dirty="0"/>
              <a:t>of</a:t>
            </a:r>
            <a:r>
              <a:rPr u="none" spc="210" dirty="0"/>
              <a:t> </a:t>
            </a:r>
            <a:r>
              <a:rPr u="none" spc="-85" dirty="0"/>
              <a:t>graphs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68350" y="1781552"/>
            <a:ext cx="244856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50" indent="-248285">
              <a:lnSpc>
                <a:spcPct val="100000"/>
              </a:lnSpc>
              <a:spcBef>
                <a:spcPts val="105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985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Electronic</a:t>
            </a:r>
            <a:r>
              <a:rPr sz="2400" spc="-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circuits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8350" y="4099621"/>
            <a:ext cx="55098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" indent="-248285">
              <a:lnSpc>
                <a:spcPct val="100000"/>
              </a:lnSpc>
              <a:spcBef>
                <a:spcPts val="1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985" algn="l"/>
              </a:tabLst>
            </a:pPr>
            <a:r>
              <a:rPr sz="2400" spc="5" dirty="0">
                <a:latin typeface="Calibri"/>
                <a:cs typeface="Calibri"/>
              </a:rPr>
              <a:t>Networks </a:t>
            </a:r>
            <a:r>
              <a:rPr sz="2400" spc="-10" dirty="0">
                <a:latin typeface="Calibri"/>
                <a:cs typeface="Calibri"/>
              </a:rPr>
              <a:t>(roads, </a:t>
            </a:r>
            <a:r>
              <a:rPr sz="2400" dirty="0">
                <a:latin typeface="Calibri"/>
                <a:cs typeface="Calibri"/>
              </a:rPr>
              <a:t>flights,</a:t>
            </a:r>
            <a:r>
              <a:rPr sz="2400" spc="-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communications)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17626" y="943541"/>
            <a:ext cx="528891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80" dirty="0"/>
              <a:t>Applications </a:t>
            </a:r>
            <a:r>
              <a:rPr u="none" spc="-50" dirty="0"/>
              <a:t>of</a:t>
            </a:r>
            <a:r>
              <a:rPr u="none" spc="-770" dirty="0"/>
              <a:t> </a:t>
            </a:r>
            <a:r>
              <a:rPr u="none" spc="-85" dirty="0"/>
              <a:t>graphs</a:t>
            </a:r>
          </a:p>
        </p:txBody>
      </p:sp>
      <p:sp>
        <p:nvSpPr>
          <p:cNvPr id="6" name="object 6"/>
          <p:cNvSpPr/>
          <p:nvPr/>
        </p:nvSpPr>
        <p:spPr>
          <a:xfrm>
            <a:off x="3447409" y="2842275"/>
            <a:ext cx="1786255" cy="829310"/>
          </a:xfrm>
          <a:custGeom>
            <a:avLst/>
            <a:gdLst/>
            <a:ahLst/>
            <a:cxnLst/>
            <a:rect l="l" t="t" r="r" b="b"/>
            <a:pathLst>
              <a:path w="1786254" h="829310">
                <a:moveTo>
                  <a:pt x="0" y="829162"/>
                </a:moveTo>
                <a:lnTo>
                  <a:pt x="1785865" y="829162"/>
                </a:lnTo>
                <a:lnTo>
                  <a:pt x="1785865" y="0"/>
                </a:lnTo>
                <a:lnTo>
                  <a:pt x="0" y="0"/>
                </a:lnTo>
                <a:lnTo>
                  <a:pt x="0" y="829162"/>
                </a:lnTo>
                <a:close/>
              </a:path>
            </a:pathLst>
          </a:custGeom>
          <a:ln w="380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41192" y="3239652"/>
            <a:ext cx="25400" cy="34925"/>
          </a:xfrm>
          <a:custGeom>
            <a:avLst/>
            <a:gdLst/>
            <a:ahLst/>
            <a:cxnLst/>
            <a:rect l="l" t="t" r="r" b="b"/>
            <a:pathLst>
              <a:path w="25400" h="34925">
                <a:moveTo>
                  <a:pt x="0" y="34539"/>
                </a:moveTo>
                <a:lnTo>
                  <a:pt x="24800" y="34539"/>
                </a:lnTo>
                <a:lnTo>
                  <a:pt x="24800" y="0"/>
                </a:lnTo>
                <a:lnTo>
                  <a:pt x="0" y="0"/>
                </a:lnTo>
                <a:lnTo>
                  <a:pt x="0" y="3453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2336" y="3239652"/>
            <a:ext cx="12700" cy="34925"/>
          </a:xfrm>
          <a:custGeom>
            <a:avLst/>
            <a:gdLst/>
            <a:ahLst/>
            <a:cxnLst/>
            <a:rect l="l" t="t" r="r" b="b"/>
            <a:pathLst>
              <a:path w="12700" h="34925">
                <a:moveTo>
                  <a:pt x="0" y="34539"/>
                </a:moveTo>
                <a:lnTo>
                  <a:pt x="12406" y="34539"/>
                </a:lnTo>
                <a:lnTo>
                  <a:pt x="12406" y="0"/>
                </a:lnTo>
                <a:lnTo>
                  <a:pt x="0" y="0"/>
                </a:lnTo>
                <a:lnTo>
                  <a:pt x="0" y="3453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4791" y="3256922"/>
            <a:ext cx="447040" cy="0"/>
          </a:xfrm>
          <a:custGeom>
            <a:avLst/>
            <a:gdLst/>
            <a:ahLst/>
            <a:cxnLst/>
            <a:rect l="l" t="t" r="r" b="b"/>
            <a:pathLst>
              <a:path w="447039">
                <a:moveTo>
                  <a:pt x="0" y="0"/>
                </a:moveTo>
                <a:lnTo>
                  <a:pt x="446471" y="0"/>
                </a:lnTo>
              </a:path>
            </a:pathLst>
          </a:custGeom>
          <a:ln w="3453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14762" y="2824990"/>
            <a:ext cx="12700" cy="34925"/>
          </a:xfrm>
          <a:custGeom>
            <a:avLst/>
            <a:gdLst/>
            <a:ahLst/>
            <a:cxnLst/>
            <a:rect l="l" t="t" r="r" b="b"/>
            <a:pathLst>
              <a:path w="12700" h="34925">
                <a:moveTo>
                  <a:pt x="0" y="34551"/>
                </a:moveTo>
                <a:lnTo>
                  <a:pt x="12406" y="34551"/>
                </a:lnTo>
                <a:lnTo>
                  <a:pt x="12406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73608" y="2824990"/>
            <a:ext cx="25400" cy="34925"/>
          </a:xfrm>
          <a:custGeom>
            <a:avLst/>
            <a:gdLst/>
            <a:ahLst/>
            <a:cxnLst/>
            <a:rect l="l" t="t" r="r" b="b"/>
            <a:pathLst>
              <a:path w="25400" h="34925">
                <a:moveTo>
                  <a:pt x="0" y="34551"/>
                </a:moveTo>
                <a:lnTo>
                  <a:pt x="24800" y="34551"/>
                </a:lnTo>
                <a:lnTo>
                  <a:pt x="24800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27198" y="2842266"/>
            <a:ext cx="447040" cy="0"/>
          </a:xfrm>
          <a:custGeom>
            <a:avLst/>
            <a:gdLst/>
            <a:ahLst/>
            <a:cxnLst/>
            <a:rect l="l" t="t" r="r" b="b"/>
            <a:pathLst>
              <a:path w="447039">
                <a:moveTo>
                  <a:pt x="0" y="0"/>
                </a:moveTo>
                <a:lnTo>
                  <a:pt x="446483" y="0"/>
                </a:lnTo>
              </a:path>
            </a:pathLst>
          </a:custGeom>
          <a:ln w="345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79897" y="2617752"/>
            <a:ext cx="0" cy="449580"/>
          </a:xfrm>
          <a:custGeom>
            <a:avLst/>
            <a:gdLst/>
            <a:ahLst/>
            <a:cxnLst/>
            <a:rect l="l" t="t" r="r" b="b"/>
            <a:pathLst>
              <a:path h="449580">
                <a:moveTo>
                  <a:pt x="0" y="0"/>
                </a:moveTo>
                <a:lnTo>
                  <a:pt x="0" y="449053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91515" y="2617752"/>
            <a:ext cx="0" cy="449580"/>
          </a:xfrm>
          <a:custGeom>
            <a:avLst/>
            <a:gdLst/>
            <a:ahLst/>
            <a:cxnLst/>
            <a:rect l="l" t="t" r="r" b="b"/>
            <a:pathLst>
              <a:path h="449580">
                <a:moveTo>
                  <a:pt x="0" y="0"/>
                </a:moveTo>
                <a:lnTo>
                  <a:pt x="0" y="449053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72912" y="2824990"/>
            <a:ext cx="12700" cy="34925"/>
          </a:xfrm>
          <a:custGeom>
            <a:avLst/>
            <a:gdLst/>
            <a:ahLst/>
            <a:cxnLst/>
            <a:rect l="l" t="t" r="r" b="b"/>
            <a:pathLst>
              <a:path w="12700" h="34925">
                <a:moveTo>
                  <a:pt x="0" y="34551"/>
                </a:moveTo>
                <a:lnTo>
                  <a:pt x="12406" y="34551"/>
                </a:lnTo>
                <a:lnTo>
                  <a:pt x="12406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20140" y="2824990"/>
            <a:ext cx="25400" cy="34925"/>
          </a:xfrm>
          <a:custGeom>
            <a:avLst/>
            <a:gdLst/>
            <a:ahLst/>
            <a:cxnLst/>
            <a:rect l="l" t="t" r="r" b="b"/>
            <a:pathLst>
              <a:path w="25400" h="34925">
                <a:moveTo>
                  <a:pt x="0" y="34551"/>
                </a:moveTo>
                <a:lnTo>
                  <a:pt x="24800" y="34551"/>
                </a:lnTo>
                <a:lnTo>
                  <a:pt x="24800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85225" y="2842266"/>
            <a:ext cx="335280" cy="0"/>
          </a:xfrm>
          <a:custGeom>
            <a:avLst/>
            <a:gdLst/>
            <a:ahLst/>
            <a:cxnLst/>
            <a:rect l="l" t="t" r="r" b="b"/>
            <a:pathLst>
              <a:path w="335279">
                <a:moveTo>
                  <a:pt x="0" y="0"/>
                </a:moveTo>
                <a:lnTo>
                  <a:pt x="334850" y="0"/>
                </a:lnTo>
              </a:path>
            </a:pathLst>
          </a:custGeom>
          <a:ln w="345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01434" y="3654180"/>
            <a:ext cx="25400" cy="34925"/>
          </a:xfrm>
          <a:custGeom>
            <a:avLst/>
            <a:gdLst/>
            <a:ahLst/>
            <a:cxnLst/>
            <a:rect l="l" t="t" r="r" b="b"/>
            <a:pathLst>
              <a:path w="25400" h="34925">
                <a:moveTo>
                  <a:pt x="0" y="34539"/>
                </a:moveTo>
                <a:lnTo>
                  <a:pt x="24800" y="34539"/>
                </a:lnTo>
                <a:lnTo>
                  <a:pt x="24800" y="0"/>
                </a:lnTo>
                <a:lnTo>
                  <a:pt x="0" y="0"/>
                </a:lnTo>
                <a:lnTo>
                  <a:pt x="0" y="3453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27198" y="3671449"/>
            <a:ext cx="1674495" cy="0"/>
          </a:xfrm>
          <a:custGeom>
            <a:avLst/>
            <a:gdLst/>
            <a:ahLst/>
            <a:cxnLst/>
            <a:rect l="l" t="t" r="r" b="b"/>
            <a:pathLst>
              <a:path w="1674495">
                <a:moveTo>
                  <a:pt x="0" y="0"/>
                </a:moveTo>
                <a:lnTo>
                  <a:pt x="1674376" y="0"/>
                </a:lnTo>
              </a:path>
            </a:pathLst>
          </a:custGeom>
          <a:ln w="3453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07724" y="3239544"/>
            <a:ext cx="0" cy="449580"/>
          </a:xfrm>
          <a:custGeom>
            <a:avLst/>
            <a:gdLst/>
            <a:ahLst/>
            <a:cxnLst/>
            <a:rect l="l" t="t" r="r" b="b"/>
            <a:pathLst>
              <a:path h="449579">
                <a:moveTo>
                  <a:pt x="0" y="0"/>
                </a:moveTo>
                <a:lnTo>
                  <a:pt x="0" y="449175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07674" y="2306734"/>
            <a:ext cx="37465" cy="12065"/>
          </a:xfrm>
          <a:custGeom>
            <a:avLst/>
            <a:gdLst/>
            <a:ahLst/>
            <a:cxnLst/>
            <a:rect l="l" t="t" r="r" b="b"/>
            <a:pathLst>
              <a:path w="37464" h="12064">
                <a:moveTo>
                  <a:pt x="0" y="11513"/>
                </a:moveTo>
                <a:lnTo>
                  <a:pt x="37206" y="11513"/>
                </a:lnTo>
                <a:lnTo>
                  <a:pt x="37206" y="0"/>
                </a:lnTo>
                <a:lnTo>
                  <a:pt x="0" y="0"/>
                </a:lnTo>
                <a:lnTo>
                  <a:pt x="0" y="1151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26277" y="2318308"/>
            <a:ext cx="0" cy="541655"/>
          </a:xfrm>
          <a:custGeom>
            <a:avLst/>
            <a:gdLst/>
            <a:ahLst/>
            <a:cxnLst/>
            <a:rect l="l" t="t" r="r" b="b"/>
            <a:pathLst>
              <a:path h="541655">
                <a:moveTo>
                  <a:pt x="0" y="0"/>
                </a:moveTo>
                <a:lnTo>
                  <a:pt x="0" y="541233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89120" y="2306734"/>
            <a:ext cx="37465" cy="12065"/>
          </a:xfrm>
          <a:custGeom>
            <a:avLst/>
            <a:gdLst/>
            <a:ahLst/>
            <a:cxnLst/>
            <a:rect l="l" t="t" r="r" b="b"/>
            <a:pathLst>
              <a:path w="37465" h="12064">
                <a:moveTo>
                  <a:pt x="0" y="11513"/>
                </a:moveTo>
                <a:lnTo>
                  <a:pt x="37206" y="11513"/>
                </a:lnTo>
                <a:lnTo>
                  <a:pt x="37206" y="0"/>
                </a:lnTo>
                <a:lnTo>
                  <a:pt x="0" y="0"/>
                </a:lnTo>
                <a:lnTo>
                  <a:pt x="0" y="1151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07724" y="2318320"/>
            <a:ext cx="0" cy="438150"/>
          </a:xfrm>
          <a:custGeom>
            <a:avLst/>
            <a:gdLst/>
            <a:ahLst/>
            <a:cxnLst/>
            <a:rect l="l" t="t" r="r" b="b"/>
            <a:pathLst>
              <a:path h="438150">
                <a:moveTo>
                  <a:pt x="0" y="0"/>
                </a:moveTo>
                <a:lnTo>
                  <a:pt x="0" y="437589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91443" y="1702237"/>
            <a:ext cx="1339850" cy="622300"/>
          </a:xfrm>
          <a:custGeom>
            <a:avLst/>
            <a:gdLst/>
            <a:ahLst/>
            <a:cxnLst/>
            <a:rect l="l" t="t" r="r" b="b"/>
            <a:pathLst>
              <a:path w="1339850" h="622300">
                <a:moveTo>
                  <a:pt x="0" y="621862"/>
                </a:moveTo>
                <a:lnTo>
                  <a:pt x="1339477" y="621862"/>
                </a:lnTo>
                <a:lnTo>
                  <a:pt x="1339477" y="0"/>
                </a:lnTo>
                <a:lnTo>
                  <a:pt x="0" y="0"/>
                </a:lnTo>
                <a:lnTo>
                  <a:pt x="0" y="621862"/>
                </a:lnTo>
                <a:close/>
              </a:path>
            </a:pathLst>
          </a:custGeom>
          <a:ln w="380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10529" y="1872674"/>
            <a:ext cx="1301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"/>
                <a:cs typeface="Arial"/>
              </a:rPr>
              <a:t>CS16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28775" y="3446948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8789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28775" y="2825016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8157"/>
                </a:lnTo>
              </a:path>
            </a:pathLst>
          </a:custGeom>
          <a:ln w="3720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15505" y="2732897"/>
            <a:ext cx="335280" cy="518159"/>
          </a:xfrm>
          <a:custGeom>
            <a:avLst/>
            <a:gdLst/>
            <a:ahLst/>
            <a:cxnLst/>
            <a:rect l="l" t="t" r="r" b="b"/>
            <a:pathLst>
              <a:path w="335279" h="518160">
                <a:moveTo>
                  <a:pt x="185927" y="0"/>
                </a:moveTo>
                <a:lnTo>
                  <a:pt x="0" y="57546"/>
                </a:lnTo>
                <a:lnTo>
                  <a:pt x="334761" y="115214"/>
                </a:lnTo>
                <a:lnTo>
                  <a:pt x="0" y="161178"/>
                </a:lnTo>
                <a:lnTo>
                  <a:pt x="322447" y="207263"/>
                </a:lnTo>
                <a:lnTo>
                  <a:pt x="0" y="264810"/>
                </a:lnTo>
                <a:lnTo>
                  <a:pt x="322447" y="310895"/>
                </a:lnTo>
                <a:lnTo>
                  <a:pt x="12313" y="368442"/>
                </a:lnTo>
                <a:lnTo>
                  <a:pt x="322447" y="403097"/>
                </a:lnTo>
                <a:lnTo>
                  <a:pt x="12313" y="472196"/>
                </a:lnTo>
                <a:lnTo>
                  <a:pt x="185927" y="51815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61338" y="2940161"/>
            <a:ext cx="335280" cy="518795"/>
          </a:xfrm>
          <a:custGeom>
            <a:avLst/>
            <a:gdLst/>
            <a:ahLst/>
            <a:cxnLst/>
            <a:rect l="l" t="t" r="r" b="b"/>
            <a:pathLst>
              <a:path w="335279" h="518795">
                <a:moveTo>
                  <a:pt x="186049" y="0"/>
                </a:moveTo>
                <a:lnTo>
                  <a:pt x="0" y="57546"/>
                </a:lnTo>
                <a:lnTo>
                  <a:pt x="334883" y="115214"/>
                </a:lnTo>
                <a:lnTo>
                  <a:pt x="0" y="161178"/>
                </a:lnTo>
                <a:lnTo>
                  <a:pt x="322447" y="207263"/>
                </a:lnTo>
                <a:lnTo>
                  <a:pt x="0" y="264932"/>
                </a:lnTo>
                <a:lnTo>
                  <a:pt x="322447" y="310895"/>
                </a:lnTo>
                <a:lnTo>
                  <a:pt x="12435" y="368564"/>
                </a:lnTo>
                <a:lnTo>
                  <a:pt x="322447" y="403097"/>
                </a:lnTo>
                <a:lnTo>
                  <a:pt x="12435" y="472196"/>
                </a:lnTo>
                <a:lnTo>
                  <a:pt x="186049" y="51831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60387" y="2778363"/>
            <a:ext cx="111881" cy="104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4978" y="2801376"/>
            <a:ext cx="112003" cy="1049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79094" y="3192891"/>
            <a:ext cx="111881" cy="104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03932" y="3193530"/>
            <a:ext cx="447040" cy="104139"/>
          </a:xfrm>
          <a:custGeom>
            <a:avLst/>
            <a:gdLst/>
            <a:ahLst/>
            <a:cxnLst/>
            <a:rect l="l" t="t" r="r" b="b"/>
            <a:pathLst>
              <a:path w="447039" h="104139">
                <a:moveTo>
                  <a:pt x="0" y="103643"/>
                </a:moveTo>
                <a:lnTo>
                  <a:pt x="446483" y="103643"/>
                </a:lnTo>
                <a:lnTo>
                  <a:pt x="446483" y="0"/>
                </a:lnTo>
                <a:lnTo>
                  <a:pt x="0" y="0"/>
                </a:lnTo>
                <a:lnTo>
                  <a:pt x="0" y="103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50464" y="3285604"/>
            <a:ext cx="25400" cy="34925"/>
          </a:xfrm>
          <a:custGeom>
            <a:avLst/>
            <a:gdLst/>
            <a:ahLst/>
            <a:cxnLst/>
            <a:rect l="l" t="t" r="r" b="b"/>
            <a:pathLst>
              <a:path w="25400" h="34925">
                <a:moveTo>
                  <a:pt x="0" y="34551"/>
                </a:moveTo>
                <a:lnTo>
                  <a:pt x="24812" y="34551"/>
                </a:lnTo>
                <a:lnTo>
                  <a:pt x="24812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91496" y="3285604"/>
            <a:ext cx="12700" cy="34925"/>
          </a:xfrm>
          <a:custGeom>
            <a:avLst/>
            <a:gdLst/>
            <a:ahLst/>
            <a:cxnLst/>
            <a:rect l="l" t="t" r="r" b="b"/>
            <a:pathLst>
              <a:path w="12700" h="34925">
                <a:moveTo>
                  <a:pt x="0" y="34551"/>
                </a:moveTo>
                <a:lnTo>
                  <a:pt x="12406" y="34551"/>
                </a:lnTo>
                <a:lnTo>
                  <a:pt x="12406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003932" y="3285604"/>
            <a:ext cx="447040" cy="34925"/>
          </a:xfrm>
          <a:custGeom>
            <a:avLst/>
            <a:gdLst/>
            <a:ahLst/>
            <a:cxnLst/>
            <a:rect l="l" t="t" r="r" b="b"/>
            <a:pathLst>
              <a:path w="447039" h="34925">
                <a:moveTo>
                  <a:pt x="0" y="34551"/>
                </a:moveTo>
                <a:lnTo>
                  <a:pt x="446483" y="34551"/>
                </a:lnTo>
                <a:lnTo>
                  <a:pt x="446483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50464" y="3181972"/>
            <a:ext cx="25400" cy="34925"/>
          </a:xfrm>
          <a:custGeom>
            <a:avLst/>
            <a:gdLst/>
            <a:ahLst/>
            <a:cxnLst/>
            <a:rect l="l" t="t" r="r" b="b"/>
            <a:pathLst>
              <a:path w="25400" h="34925">
                <a:moveTo>
                  <a:pt x="0" y="34551"/>
                </a:moveTo>
                <a:lnTo>
                  <a:pt x="24812" y="34551"/>
                </a:lnTo>
                <a:lnTo>
                  <a:pt x="24812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91496" y="3181972"/>
            <a:ext cx="12700" cy="34925"/>
          </a:xfrm>
          <a:custGeom>
            <a:avLst/>
            <a:gdLst/>
            <a:ahLst/>
            <a:cxnLst/>
            <a:rect l="l" t="t" r="r" b="b"/>
            <a:pathLst>
              <a:path w="12700" h="34925">
                <a:moveTo>
                  <a:pt x="0" y="34551"/>
                </a:moveTo>
                <a:lnTo>
                  <a:pt x="12406" y="34551"/>
                </a:lnTo>
                <a:lnTo>
                  <a:pt x="12406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03932" y="3181972"/>
            <a:ext cx="447040" cy="34925"/>
          </a:xfrm>
          <a:custGeom>
            <a:avLst/>
            <a:gdLst/>
            <a:ahLst/>
            <a:cxnLst/>
            <a:rect l="l" t="t" r="r" b="b"/>
            <a:pathLst>
              <a:path w="447039" h="34925">
                <a:moveTo>
                  <a:pt x="0" y="34551"/>
                </a:moveTo>
                <a:lnTo>
                  <a:pt x="446483" y="34551"/>
                </a:lnTo>
                <a:lnTo>
                  <a:pt x="446483" y="0"/>
                </a:lnTo>
                <a:lnTo>
                  <a:pt x="0" y="0"/>
                </a:lnTo>
                <a:lnTo>
                  <a:pt x="0" y="345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684002" y="3840837"/>
            <a:ext cx="8890" cy="24765"/>
          </a:xfrm>
          <a:custGeom>
            <a:avLst/>
            <a:gdLst/>
            <a:ahLst/>
            <a:cxnLst/>
            <a:rect l="l" t="t" r="r" b="b"/>
            <a:pathLst>
              <a:path w="8890" h="24764">
                <a:moveTo>
                  <a:pt x="0" y="24407"/>
                </a:moveTo>
                <a:lnTo>
                  <a:pt x="8262" y="24407"/>
                </a:lnTo>
                <a:lnTo>
                  <a:pt x="8262" y="0"/>
                </a:lnTo>
                <a:lnTo>
                  <a:pt x="0" y="0"/>
                </a:lnTo>
                <a:lnTo>
                  <a:pt x="0" y="2440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014448" y="3848968"/>
            <a:ext cx="25400" cy="16510"/>
          </a:xfrm>
          <a:custGeom>
            <a:avLst/>
            <a:gdLst/>
            <a:ahLst/>
            <a:cxnLst/>
            <a:rect l="l" t="t" r="r" b="b"/>
            <a:pathLst>
              <a:path w="25400" h="16510">
                <a:moveTo>
                  <a:pt x="0" y="16275"/>
                </a:moveTo>
                <a:lnTo>
                  <a:pt x="24800" y="16275"/>
                </a:lnTo>
                <a:lnTo>
                  <a:pt x="24800" y="0"/>
                </a:lnTo>
                <a:lnTo>
                  <a:pt x="0" y="0"/>
                </a:lnTo>
                <a:lnTo>
                  <a:pt x="0" y="162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663428" y="3812285"/>
            <a:ext cx="66675" cy="65405"/>
          </a:xfrm>
          <a:custGeom>
            <a:avLst/>
            <a:gdLst/>
            <a:ahLst/>
            <a:cxnLst/>
            <a:rect l="l" t="t" r="r" b="b"/>
            <a:pathLst>
              <a:path w="66675" h="65404">
                <a:moveTo>
                  <a:pt x="33009" y="0"/>
                </a:moveTo>
                <a:lnTo>
                  <a:pt x="20136" y="2564"/>
                </a:lnTo>
                <a:lnTo>
                  <a:pt x="9646" y="9557"/>
                </a:lnTo>
                <a:lnTo>
                  <a:pt x="2586" y="19931"/>
                </a:lnTo>
                <a:lnTo>
                  <a:pt x="0" y="32634"/>
                </a:lnTo>
                <a:lnTo>
                  <a:pt x="2586" y="45270"/>
                </a:lnTo>
                <a:lnTo>
                  <a:pt x="9646" y="55608"/>
                </a:lnTo>
                <a:lnTo>
                  <a:pt x="20136" y="62588"/>
                </a:lnTo>
                <a:lnTo>
                  <a:pt x="33009" y="65151"/>
                </a:lnTo>
                <a:lnTo>
                  <a:pt x="45887" y="62588"/>
                </a:lnTo>
                <a:lnTo>
                  <a:pt x="56388" y="55608"/>
                </a:lnTo>
                <a:lnTo>
                  <a:pt x="63459" y="45270"/>
                </a:lnTo>
                <a:lnTo>
                  <a:pt x="66050" y="32634"/>
                </a:lnTo>
                <a:lnTo>
                  <a:pt x="63459" y="19931"/>
                </a:lnTo>
                <a:lnTo>
                  <a:pt x="56388" y="9557"/>
                </a:lnTo>
                <a:lnTo>
                  <a:pt x="45887" y="2564"/>
                </a:lnTo>
                <a:lnTo>
                  <a:pt x="330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663427" y="3812285"/>
            <a:ext cx="66675" cy="65405"/>
          </a:xfrm>
          <a:custGeom>
            <a:avLst/>
            <a:gdLst/>
            <a:ahLst/>
            <a:cxnLst/>
            <a:rect l="l" t="t" r="r" b="b"/>
            <a:pathLst>
              <a:path w="66675" h="65404">
                <a:moveTo>
                  <a:pt x="0" y="32634"/>
                </a:moveTo>
                <a:lnTo>
                  <a:pt x="2586" y="19931"/>
                </a:lnTo>
                <a:lnTo>
                  <a:pt x="9646" y="9557"/>
                </a:lnTo>
                <a:lnTo>
                  <a:pt x="20136" y="2564"/>
                </a:lnTo>
                <a:lnTo>
                  <a:pt x="33009" y="0"/>
                </a:lnTo>
                <a:lnTo>
                  <a:pt x="45887" y="2564"/>
                </a:lnTo>
                <a:lnTo>
                  <a:pt x="56387" y="9557"/>
                </a:lnTo>
                <a:lnTo>
                  <a:pt x="63459" y="19931"/>
                </a:lnTo>
                <a:lnTo>
                  <a:pt x="66050" y="32634"/>
                </a:lnTo>
                <a:lnTo>
                  <a:pt x="63459" y="45270"/>
                </a:lnTo>
                <a:lnTo>
                  <a:pt x="56387" y="55608"/>
                </a:lnTo>
                <a:lnTo>
                  <a:pt x="45887" y="62588"/>
                </a:lnTo>
                <a:lnTo>
                  <a:pt x="33009" y="65150"/>
                </a:lnTo>
                <a:lnTo>
                  <a:pt x="20136" y="62588"/>
                </a:lnTo>
                <a:lnTo>
                  <a:pt x="9646" y="55608"/>
                </a:lnTo>
                <a:lnTo>
                  <a:pt x="2586" y="45270"/>
                </a:lnTo>
                <a:lnTo>
                  <a:pt x="0" y="3263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985492" y="3812285"/>
            <a:ext cx="66675" cy="65405"/>
          </a:xfrm>
          <a:custGeom>
            <a:avLst/>
            <a:gdLst/>
            <a:ahLst/>
            <a:cxnLst/>
            <a:rect l="l" t="t" r="r" b="b"/>
            <a:pathLst>
              <a:path w="66675" h="65404">
                <a:moveTo>
                  <a:pt x="33162" y="0"/>
                </a:moveTo>
                <a:lnTo>
                  <a:pt x="20265" y="2564"/>
                </a:lnTo>
                <a:lnTo>
                  <a:pt x="9723" y="9557"/>
                </a:lnTo>
                <a:lnTo>
                  <a:pt x="2609" y="19931"/>
                </a:lnTo>
                <a:lnTo>
                  <a:pt x="0" y="32634"/>
                </a:lnTo>
                <a:lnTo>
                  <a:pt x="2609" y="45270"/>
                </a:lnTo>
                <a:lnTo>
                  <a:pt x="9723" y="55608"/>
                </a:lnTo>
                <a:lnTo>
                  <a:pt x="20265" y="62588"/>
                </a:lnTo>
                <a:lnTo>
                  <a:pt x="33162" y="65151"/>
                </a:lnTo>
                <a:lnTo>
                  <a:pt x="46035" y="62588"/>
                </a:lnTo>
                <a:lnTo>
                  <a:pt x="56525" y="55608"/>
                </a:lnTo>
                <a:lnTo>
                  <a:pt x="63586" y="45270"/>
                </a:lnTo>
                <a:lnTo>
                  <a:pt x="66172" y="32634"/>
                </a:lnTo>
                <a:lnTo>
                  <a:pt x="63586" y="19931"/>
                </a:lnTo>
                <a:lnTo>
                  <a:pt x="56525" y="9557"/>
                </a:lnTo>
                <a:lnTo>
                  <a:pt x="46035" y="2564"/>
                </a:lnTo>
                <a:lnTo>
                  <a:pt x="33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985491" y="3812285"/>
            <a:ext cx="66675" cy="65405"/>
          </a:xfrm>
          <a:custGeom>
            <a:avLst/>
            <a:gdLst/>
            <a:ahLst/>
            <a:cxnLst/>
            <a:rect l="l" t="t" r="r" b="b"/>
            <a:pathLst>
              <a:path w="66675" h="65404">
                <a:moveTo>
                  <a:pt x="0" y="32634"/>
                </a:moveTo>
                <a:lnTo>
                  <a:pt x="2609" y="19931"/>
                </a:lnTo>
                <a:lnTo>
                  <a:pt x="9723" y="9557"/>
                </a:lnTo>
                <a:lnTo>
                  <a:pt x="20265" y="2564"/>
                </a:lnTo>
                <a:lnTo>
                  <a:pt x="33162" y="0"/>
                </a:lnTo>
                <a:lnTo>
                  <a:pt x="46035" y="2564"/>
                </a:lnTo>
                <a:lnTo>
                  <a:pt x="56525" y="9557"/>
                </a:lnTo>
                <a:lnTo>
                  <a:pt x="63586" y="19931"/>
                </a:lnTo>
                <a:lnTo>
                  <a:pt x="66172" y="32634"/>
                </a:lnTo>
                <a:lnTo>
                  <a:pt x="63586" y="45270"/>
                </a:lnTo>
                <a:lnTo>
                  <a:pt x="56525" y="55608"/>
                </a:lnTo>
                <a:lnTo>
                  <a:pt x="46035" y="62588"/>
                </a:lnTo>
                <a:lnTo>
                  <a:pt x="33162" y="65150"/>
                </a:lnTo>
                <a:lnTo>
                  <a:pt x="20265" y="62588"/>
                </a:lnTo>
                <a:lnTo>
                  <a:pt x="9723" y="55608"/>
                </a:lnTo>
                <a:lnTo>
                  <a:pt x="2609" y="45270"/>
                </a:lnTo>
                <a:lnTo>
                  <a:pt x="0" y="3263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24644" y="3998440"/>
            <a:ext cx="3401487" cy="1935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08863" y="4543674"/>
            <a:ext cx="2495550" cy="617855"/>
          </a:xfrm>
          <a:custGeom>
            <a:avLst/>
            <a:gdLst/>
            <a:ahLst/>
            <a:cxnLst/>
            <a:rect l="l" t="t" r="r" b="b"/>
            <a:pathLst>
              <a:path w="2495550" h="617854">
                <a:moveTo>
                  <a:pt x="2486040" y="0"/>
                </a:moveTo>
                <a:lnTo>
                  <a:pt x="0" y="567571"/>
                </a:lnTo>
                <a:lnTo>
                  <a:pt x="9296" y="617351"/>
                </a:lnTo>
                <a:lnTo>
                  <a:pt x="2495428" y="48768"/>
                </a:lnTo>
                <a:lnTo>
                  <a:pt x="24860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83108" y="5100959"/>
            <a:ext cx="35560" cy="60325"/>
          </a:xfrm>
          <a:custGeom>
            <a:avLst/>
            <a:gdLst/>
            <a:ahLst/>
            <a:cxnLst/>
            <a:rect l="l" t="t" r="r" b="b"/>
            <a:pathLst>
              <a:path w="35559" h="60325">
                <a:moveTo>
                  <a:pt x="17526" y="0"/>
                </a:moveTo>
                <a:lnTo>
                  <a:pt x="0" y="49911"/>
                </a:lnTo>
                <a:lnTo>
                  <a:pt x="17526" y="60066"/>
                </a:lnTo>
                <a:lnTo>
                  <a:pt x="35052" y="10287"/>
                </a:lnTo>
                <a:lnTo>
                  <a:pt x="175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208526" y="5539358"/>
            <a:ext cx="35560" cy="50165"/>
          </a:xfrm>
          <a:custGeom>
            <a:avLst/>
            <a:gdLst/>
            <a:ahLst/>
            <a:cxnLst/>
            <a:rect l="l" t="t" r="r" b="b"/>
            <a:pathLst>
              <a:path w="35559" h="50164">
                <a:moveTo>
                  <a:pt x="17526" y="0"/>
                </a:moveTo>
                <a:lnTo>
                  <a:pt x="0" y="49862"/>
                </a:lnTo>
                <a:lnTo>
                  <a:pt x="25786" y="49862"/>
                </a:lnTo>
                <a:lnTo>
                  <a:pt x="35173" y="9144"/>
                </a:lnTo>
                <a:lnTo>
                  <a:pt x="175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00634" y="5111246"/>
            <a:ext cx="1225550" cy="478155"/>
          </a:xfrm>
          <a:custGeom>
            <a:avLst/>
            <a:gdLst/>
            <a:ahLst/>
            <a:cxnLst/>
            <a:rect l="l" t="t" r="r" b="b"/>
            <a:pathLst>
              <a:path w="1225550" h="478154">
                <a:moveTo>
                  <a:pt x="17526" y="0"/>
                </a:moveTo>
                <a:lnTo>
                  <a:pt x="0" y="49779"/>
                </a:lnTo>
                <a:lnTo>
                  <a:pt x="1207891" y="477975"/>
                </a:lnTo>
                <a:lnTo>
                  <a:pt x="1225417" y="428112"/>
                </a:lnTo>
                <a:lnTo>
                  <a:pt x="175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248016" y="4394072"/>
            <a:ext cx="485775" cy="328930"/>
          </a:xfrm>
          <a:custGeom>
            <a:avLst/>
            <a:gdLst/>
            <a:ahLst/>
            <a:cxnLst/>
            <a:rect l="l" t="t" r="r" b="b"/>
            <a:pathLst>
              <a:path w="485775" h="328929">
                <a:moveTo>
                  <a:pt x="242834" y="0"/>
                </a:moveTo>
                <a:lnTo>
                  <a:pt x="187155" y="4338"/>
                </a:lnTo>
                <a:lnTo>
                  <a:pt x="136042" y="16695"/>
                </a:lnTo>
                <a:lnTo>
                  <a:pt x="90954" y="36089"/>
                </a:lnTo>
                <a:lnTo>
                  <a:pt x="53348" y="61535"/>
                </a:lnTo>
                <a:lnTo>
                  <a:pt x="24682" y="92048"/>
                </a:lnTo>
                <a:lnTo>
                  <a:pt x="6413" y="126645"/>
                </a:lnTo>
                <a:lnTo>
                  <a:pt x="0" y="164342"/>
                </a:lnTo>
                <a:lnTo>
                  <a:pt x="6413" y="201989"/>
                </a:lnTo>
                <a:lnTo>
                  <a:pt x="24682" y="236552"/>
                </a:lnTo>
                <a:lnTo>
                  <a:pt x="53348" y="267042"/>
                </a:lnTo>
                <a:lnTo>
                  <a:pt x="90954" y="292473"/>
                </a:lnTo>
                <a:lnTo>
                  <a:pt x="136042" y="311860"/>
                </a:lnTo>
                <a:lnTo>
                  <a:pt x="187155" y="324215"/>
                </a:lnTo>
                <a:lnTo>
                  <a:pt x="242834" y="328553"/>
                </a:lnTo>
                <a:lnTo>
                  <a:pt x="298511" y="324215"/>
                </a:lnTo>
                <a:lnTo>
                  <a:pt x="349619" y="311860"/>
                </a:lnTo>
                <a:lnTo>
                  <a:pt x="394701" y="292473"/>
                </a:lnTo>
                <a:lnTo>
                  <a:pt x="432301" y="267042"/>
                </a:lnTo>
                <a:lnTo>
                  <a:pt x="460961" y="236552"/>
                </a:lnTo>
                <a:lnTo>
                  <a:pt x="479226" y="201989"/>
                </a:lnTo>
                <a:lnTo>
                  <a:pt x="485637" y="164342"/>
                </a:lnTo>
                <a:lnTo>
                  <a:pt x="479226" y="126645"/>
                </a:lnTo>
                <a:lnTo>
                  <a:pt x="460961" y="92048"/>
                </a:lnTo>
                <a:lnTo>
                  <a:pt x="432301" y="61535"/>
                </a:lnTo>
                <a:lnTo>
                  <a:pt x="394701" y="36089"/>
                </a:lnTo>
                <a:lnTo>
                  <a:pt x="349619" y="16695"/>
                </a:lnTo>
                <a:lnTo>
                  <a:pt x="298511" y="4338"/>
                </a:lnTo>
                <a:lnTo>
                  <a:pt x="242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248015" y="4392036"/>
            <a:ext cx="485775" cy="332740"/>
          </a:xfrm>
          <a:custGeom>
            <a:avLst/>
            <a:gdLst/>
            <a:ahLst/>
            <a:cxnLst/>
            <a:rect l="l" t="t" r="r" b="b"/>
            <a:pathLst>
              <a:path w="485775" h="332739">
                <a:moveTo>
                  <a:pt x="0" y="166378"/>
                </a:moveTo>
                <a:lnTo>
                  <a:pt x="6413" y="128250"/>
                </a:lnTo>
                <a:lnTo>
                  <a:pt x="24682" y="93238"/>
                </a:lnTo>
                <a:lnTo>
                  <a:pt x="53348" y="62345"/>
                </a:lnTo>
                <a:lnTo>
                  <a:pt x="90954" y="36572"/>
                </a:lnTo>
                <a:lnTo>
                  <a:pt x="136042" y="16922"/>
                </a:lnTo>
                <a:lnTo>
                  <a:pt x="187155" y="4397"/>
                </a:lnTo>
                <a:lnTo>
                  <a:pt x="242834" y="0"/>
                </a:lnTo>
                <a:lnTo>
                  <a:pt x="298511" y="4397"/>
                </a:lnTo>
                <a:lnTo>
                  <a:pt x="349619" y="16922"/>
                </a:lnTo>
                <a:lnTo>
                  <a:pt x="394701" y="36572"/>
                </a:lnTo>
                <a:lnTo>
                  <a:pt x="432301" y="62345"/>
                </a:lnTo>
                <a:lnTo>
                  <a:pt x="460961" y="93238"/>
                </a:lnTo>
                <a:lnTo>
                  <a:pt x="479226" y="128250"/>
                </a:lnTo>
                <a:lnTo>
                  <a:pt x="485637" y="166378"/>
                </a:lnTo>
                <a:lnTo>
                  <a:pt x="479226" y="204498"/>
                </a:lnTo>
                <a:lnTo>
                  <a:pt x="460961" y="239489"/>
                </a:lnTo>
                <a:lnTo>
                  <a:pt x="432301" y="270354"/>
                </a:lnTo>
                <a:lnTo>
                  <a:pt x="394701" y="296096"/>
                </a:lnTo>
                <a:lnTo>
                  <a:pt x="349619" y="315718"/>
                </a:lnTo>
                <a:lnTo>
                  <a:pt x="298511" y="328223"/>
                </a:lnTo>
                <a:lnTo>
                  <a:pt x="242834" y="332612"/>
                </a:lnTo>
                <a:lnTo>
                  <a:pt x="187155" y="328223"/>
                </a:lnTo>
                <a:lnTo>
                  <a:pt x="136042" y="315718"/>
                </a:lnTo>
                <a:lnTo>
                  <a:pt x="90954" y="296096"/>
                </a:lnTo>
                <a:lnTo>
                  <a:pt x="53348" y="270354"/>
                </a:lnTo>
                <a:lnTo>
                  <a:pt x="24682" y="239489"/>
                </a:lnTo>
                <a:lnTo>
                  <a:pt x="6413" y="204498"/>
                </a:lnTo>
                <a:lnTo>
                  <a:pt x="0" y="166378"/>
                </a:lnTo>
                <a:close/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0332093" y="4405627"/>
            <a:ext cx="40830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5" dirty="0">
                <a:latin typeface="Calibri"/>
                <a:cs typeface="Calibri"/>
              </a:rPr>
              <a:t>J</a:t>
            </a:r>
            <a:r>
              <a:rPr sz="2300" spc="-5" dirty="0">
                <a:latin typeface="Calibri"/>
                <a:cs typeface="Calibri"/>
              </a:rPr>
              <a:t>F</a:t>
            </a:r>
            <a:r>
              <a:rPr sz="2300" spc="15" dirty="0">
                <a:latin typeface="Calibri"/>
                <a:cs typeface="Calibri"/>
              </a:rPr>
              <a:t>K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969898" y="5379720"/>
            <a:ext cx="485775" cy="328930"/>
          </a:xfrm>
          <a:custGeom>
            <a:avLst/>
            <a:gdLst/>
            <a:ahLst/>
            <a:cxnLst/>
            <a:rect l="l" t="t" r="r" b="b"/>
            <a:pathLst>
              <a:path w="485775" h="328929">
                <a:moveTo>
                  <a:pt x="242803" y="0"/>
                </a:moveTo>
                <a:lnTo>
                  <a:pt x="187126" y="4337"/>
                </a:lnTo>
                <a:lnTo>
                  <a:pt x="136018" y="16692"/>
                </a:lnTo>
                <a:lnTo>
                  <a:pt x="90935" y="36079"/>
                </a:lnTo>
                <a:lnTo>
                  <a:pt x="53336" y="61510"/>
                </a:lnTo>
                <a:lnTo>
                  <a:pt x="24676" y="92000"/>
                </a:lnTo>
                <a:lnTo>
                  <a:pt x="6411" y="126563"/>
                </a:lnTo>
                <a:lnTo>
                  <a:pt x="0" y="164211"/>
                </a:lnTo>
                <a:lnTo>
                  <a:pt x="6411" y="201881"/>
                </a:lnTo>
                <a:lnTo>
                  <a:pt x="24676" y="236461"/>
                </a:lnTo>
                <a:lnTo>
                  <a:pt x="53336" y="266964"/>
                </a:lnTo>
                <a:lnTo>
                  <a:pt x="90935" y="292404"/>
                </a:lnTo>
                <a:lnTo>
                  <a:pt x="136018" y="311795"/>
                </a:lnTo>
                <a:lnTo>
                  <a:pt x="187126" y="324153"/>
                </a:lnTo>
                <a:lnTo>
                  <a:pt x="242803" y="328492"/>
                </a:lnTo>
                <a:lnTo>
                  <a:pt x="298482" y="324153"/>
                </a:lnTo>
                <a:lnTo>
                  <a:pt x="349595" y="311795"/>
                </a:lnTo>
                <a:lnTo>
                  <a:pt x="394683" y="292404"/>
                </a:lnTo>
                <a:lnTo>
                  <a:pt x="432289" y="266964"/>
                </a:lnTo>
                <a:lnTo>
                  <a:pt x="460955" y="236461"/>
                </a:lnTo>
                <a:lnTo>
                  <a:pt x="479224" y="201881"/>
                </a:lnTo>
                <a:lnTo>
                  <a:pt x="485637" y="164211"/>
                </a:lnTo>
                <a:lnTo>
                  <a:pt x="479224" y="126563"/>
                </a:lnTo>
                <a:lnTo>
                  <a:pt x="460955" y="92000"/>
                </a:lnTo>
                <a:lnTo>
                  <a:pt x="432289" y="61510"/>
                </a:lnTo>
                <a:lnTo>
                  <a:pt x="394683" y="36079"/>
                </a:lnTo>
                <a:lnTo>
                  <a:pt x="349595" y="16692"/>
                </a:lnTo>
                <a:lnTo>
                  <a:pt x="298482" y="4337"/>
                </a:lnTo>
                <a:lnTo>
                  <a:pt x="242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969898" y="5377684"/>
            <a:ext cx="485775" cy="332740"/>
          </a:xfrm>
          <a:custGeom>
            <a:avLst/>
            <a:gdLst/>
            <a:ahLst/>
            <a:cxnLst/>
            <a:rect l="l" t="t" r="r" b="b"/>
            <a:pathLst>
              <a:path w="485775" h="332739">
                <a:moveTo>
                  <a:pt x="0" y="166247"/>
                </a:moveTo>
                <a:lnTo>
                  <a:pt x="6411" y="128126"/>
                </a:lnTo>
                <a:lnTo>
                  <a:pt x="24676" y="93133"/>
                </a:lnTo>
                <a:lnTo>
                  <a:pt x="53336" y="62265"/>
                </a:lnTo>
                <a:lnTo>
                  <a:pt x="90935" y="36520"/>
                </a:lnTo>
                <a:lnTo>
                  <a:pt x="136018" y="16896"/>
                </a:lnTo>
                <a:lnTo>
                  <a:pt x="187126" y="4390"/>
                </a:lnTo>
                <a:lnTo>
                  <a:pt x="242803" y="0"/>
                </a:lnTo>
                <a:lnTo>
                  <a:pt x="298482" y="4390"/>
                </a:lnTo>
                <a:lnTo>
                  <a:pt x="349595" y="16896"/>
                </a:lnTo>
                <a:lnTo>
                  <a:pt x="394683" y="36520"/>
                </a:lnTo>
                <a:lnTo>
                  <a:pt x="432289" y="62265"/>
                </a:lnTo>
                <a:lnTo>
                  <a:pt x="460955" y="93133"/>
                </a:lnTo>
                <a:lnTo>
                  <a:pt x="479224" y="128126"/>
                </a:lnTo>
                <a:lnTo>
                  <a:pt x="485637" y="166247"/>
                </a:lnTo>
                <a:lnTo>
                  <a:pt x="479224" y="204386"/>
                </a:lnTo>
                <a:lnTo>
                  <a:pt x="460955" y="239395"/>
                </a:lnTo>
                <a:lnTo>
                  <a:pt x="432289" y="270276"/>
                </a:lnTo>
                <a:lnTo>
                  <a:pt x="394683" y="296031"/>
                </a:lnTo>
                <a:lnTo>
                  <a:pt x="349595" y="315662"/>
                </a:lnTo>
                <a:lnTo>
                  <a:pt x="298482" y="328172"/>
                </a:lnTo>
                <a:lnTo>
                  <a:pt x="242803" y="332564"/>
                </a:lnTo>
                <a:lnTo>
                  <a:pt x="187126" y="328172"/>
                </a:lnTo>
                <a:lnTo>
                  <a:pt x="136018" y="315662"/>
                </a:lnTo>
                <a:lnTo>
                  <a:pt x="90935" y="296031"/>
                </a:lnTo>
                <a:lnTo>
                  <a:pt x="53336" y="270276"/>
                </a:lnTo>
                <a:lnTo>
                  <a:pt x="24676" y="239395"/>
                </a:lnTo>
                <a:lnTo>
                  <a:pt x="6411" y="204386"/>
                </a:lnTo>
                <a:lnTo>
                  <a:pt x="0" y="166247"/>
                </a:lnTo>
                <a:close/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975220" y="5648206"/>
            <a:ext cx="485140" cy="328930"/>
          </a:xfrm>
          <a:custGeom>
            <a:avLst/>
            <a:gdLst/>
            <a:ahLst/>
            <a:cxnLst/>
            <a:rect l="l" t="t" r="r" b="b"/>
            <a:pathLst>
              <a:path w="485140" h="328929">
                <a:moveTo>
                  <a:pt x="242316" y="0"/>
                </a:moveTo>
                <a:lnTo>
                  <a:pt x="186742" y="4338"/>
                </a:lnTo>
                <a:lnTo>
                  <a:pt x="135733" y="16696"/>
                </a:lnTo>
                <a:lnTo>
                  <a:pt x="90742" y="36087"/>
                </a:lnTo>
                <a:lnTo>
                  <a:pt x="53221" y="61526"/>
                </a:lnTo>
                <a:lnTo>
                  <a:pt x="24622" y="92027"/>
                </a:lnTo>
                <a:lnTo>
                  <a:pt x="6397" y="126603"/>
                </a:lnTo>
                <a:lnTo>
                  <a:pt x="0" y="164268"/>
                </a:lnTo>
                <a:lnTo>
                  <a:pt x="6397" y="201931"/>
                </a:lnTo>
                <a:lnTo>
                  <a:pt x="24622" y="236504"/>
                </a:lnTo>
                <a:lnTo>
                  <a:pt x="53221" y="267003"/>
                </a:lnTo>
                <a:lnTo>
                  <a:pt x="90742" y="292441"/>
                </a:lnTo>
                <a:lnTo>
                  <a:pt x="135733" y="311832"/>
                </a:lnTo>
                <a:lnTo>
                  <a:pt x="186742" y="324190"/>
                </a:lnTo>
                <a:lnTo>
                  <a:pt x="242316" y="328528"/>
                </a:lnTo>
                <a:lnTo>
                  <a:pt x="297889" y="324190"/>
                </a:lnTo>
                <a:lnTo>
                  <a:pt x="348898" y="311832"/>
                </a:lnTo>
                <a:lnTo>
                  <a:pt x="393889" y="292441"/>
                </a:lnTo>
                <a:lnTo>
                  <a:pt x="431410" y="267003"/>
                </a:lnTo>
                <a:lnTo>
                  <a:pt x="460009" y="236504"/>
                </a:lnTo>
                <a:lnTo>
                  <a:pt x="478234" y="201931"/>
                </a:lnTo>
                <a:lnTo>
                  <a:pt x="484632" y="164268"/>
                </a:lnTo>
                <a:lnTo>
                  <a:pt x="478234" y="126603"/>
                </a:lnTo>
                <a:lnTo>
                  <a:pt x="460009" y="92027"/>
                </a:lnTo>
                <a:lnTo>
                  <a:pt x="431410" y="61526"/>
                </a:lnTo>
                <a:lnTo>
                  <a:pt x="393889" y="36087"/>
                </a:lnTo>
                <a:lnTo>
                  <a:pt x="348898" y="16696"/>
                </a:lnTo>
                <a:lnTo>
                  <a:pt x="297889" y="4338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974213" y="5647194"/>
            <a:ext cx="487045" cy="332105"/>
          </a:xfrm>
          <a:custGeom>
            <a:avLst/>
            <a:gdLst/>
            <a:ahLst/>
            <a:cxnLst/>
            <a:rect l="l" t="t" r="r" b="b"/>
            <a:pathLst>
              <a:path w="487045" h="332104">
                <a:moveTo>
                  <a:pt x="0" y="165783"/>
                </a:moveTo>
                <a:lnTo>
                  <a:pt x="6427" y="127770"/>
                </a:lnTo>
                <a:lnTo>
                  <a:pt x="24736" y="92875"/>
                </a:lnTo>
                <a:lnTo>
                  <a:pt x="53463" y="62093"/>
                </a:lnTo>
                <a:lnTo>
                  <a:pt x="91147" y="36420"/>
                </a:lnTo>
                <a:lnTo>
                  <a:pt x="136326" y="16850"/>
                </a:lnTo>
                <a:lnTo>
                  <a:pt x="187538" y="4378"/>
                </a:lnTo>
                <a:lnTo>
                  <a:pt x="243321" y="0"/>
                </a:lnTo>
                <a:lnTo>
                  <a:pt x="299104" y="4378"/>
                </a:lnTo>
                <a:lnTo>
                  <a:pt x="350316" y="16850"/>
                </a:lnTo>
                <a:lnTo>
                  <a:pt x="395495" y="36420"/>
                </a:lnTo>
                <a:lnTo>
                  <a:pt x="433180" y="62093"/>
                </a:lnTo>
                <a:lnTo>
                  <a:pt x="461907" y="92875"/>
                </a:lnTo>
                <a:lnTo>
                  <a:pt x="480215" y="127770"/>
                </a:lnTo>
                <a:lnTo>
                  <a:pt x="486643" y="165783"/>
                </a:lnTo>
                <a:lnTo>
                  <a:pt x="480215" y="203799"/>
                </a:lnTo>
                <a:lnTo>
                  <a:pt x="461907" y="238696"/>
                </a:lnTo>
                <a:lnTo>
                  <a:pt x="433180" y="269480"/>
                </a:lnTo>
                <a:lnTo>
                  <a:pt x="395495" y="295154"/>
                </a:lnTo>
                <a:lnTo>
                  <a:pt x="350316" y="314725"/>
                </a:lnTo>
                <a:lnTo>
                  <a:pt x="299104" y="327198"/>
                </a:lnTo>
                <a:lnTo>
                  <a:pt x="243321" y="331576"/>
                </a:lnTo>
                <a:lnTo>
                  <a:pt x="187538" y="327198"/>
                </a:lnTo>
                <a:lnTo>
                  <a:pt x="136326" y="314725"/>
                </a:lnTo>
                <a:lnTo>
                  <a:pt x="91147" y="295154"/>
                </a:lnTo>
                <a:lnTo>
                  <a:pt x="53463" y="269480"/>
                </a:lnTo>
                <a:lnTo>
                  <a:pt x="24736" y="238696"/>
                </a:lnTo>
                <a:lnTo>
                  <a:pt x="6427" y="203799"/>
                </a:lnTo>
                <a:lnTo>
                  <a:pt x="0" y="165783"/>
                </a:lnTo>
                <a:close/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401678" y="4961632"/>
            <a:ext cx="485775" cy="328930"/>
          </a:xfrm>
          <a:custGeom>
            <a:avLst/>
            <a:gdLst/>
            <a:ahLst/>
            <a:cxnLst/>
            <a:rect l="l" t="t" r="r" b="b"/>
            <a:pathLst>
              <a:path w="485775" h="328929">
                <a:moveTo>
                  <a:pt x="242834" y="0"/>
                </a:moveTo>
                <a:lnTo>
                  <a:pt x="187155" y="4338"/>
                </a:lnTo>
                <a:lnTo>
                  <a:pt x="136042" y="16695"/>
                </a:lnTo>
                <a:lnTo>
                  <a:pt x="90954" y="36089"/>
                </a:lnTo>
                <a:lnTo>
                  <a:pt x="53348" y="61535"/>
                </a:lnTo>
                <a:lnTo>
                  <a:pt x="24682" y="92048"/>
                </a:lnTo>
                <a:lnTo>
                  <a:pt x="6413" y="126645"/>
                </a:lnTo>
                <a:lnTo>
                  <a:pt x="0" y="164342"/>
                </a:lnTo>
                <a:lnTo>
                  <a:pt x="6413" y="201989"/>
                </a:lnTo>
                <a:lnTo>
                  <a:pt x="24682" y="236552"/>
                </a:lnTo>
                <a:lnTo>
                  <a:pt x="53348" y="267042"/>
                </a:lnTo>
                <a:lnTo>
                  <a:pt x="90954" y="292473"/>
                </a:lnTo>
                <a:lnTo>
                  <a:pt x="136042" y="311860"/>
                </a:lnTo>
                <a:lnTo>
                  <a:pt x="187155" y="324215"/>
                </a:lnTo>
                <a:lnTo>
                  <a:pt x="242834" y="328553"/>
                </a:lnTo>
                <a:lnTo>
                  <a:pt x="298513" y="324215"/>
                </a:lnTo>
                <a:lnTo>
                  <a:pt x="349625" y="311860"/>
                </a:lnTo>
                <a:lnTo>
                  <a:pt x="394713" y="292473"/>
                </a:lnTo>
                <a:lnTo>
                  <a:pt x="432319" y="267042"/>
                </a:lnTo>
                <a:lnTo>
                  <a:pt x="460986" y="236552"/>
                </a:lnTo>
                <a:lnTo>
                  <a:pt x="479254" y="201989"/>
                </a:lnTo>
                <a:lnTo>
                  <a:pt x="485668" y="164342"/>
                </a:lnTo>
                <a:lnTo>
                  <a:pt x="479254" y="126645"/>
                </a:lnTo>
                <a:lnTo>
                  <a:pt x="460986" y="92048"/>
                </a:lnTo>
                <a:lnTo>
                  <a:pt x="432319" y="61535"/>
                </a:lnTo>
                <a:lnTo>
                  <a:pt x="394713" y="36089"/>
                </a:lnTo>
                <a:lnTo>
                  <a:pt x="349625" y="16695"/>
                </a:lnTo>
                <a:lnTo>
                  <a:pt x="298513" y="4338"/>
                </a:lnTo>
                <a:lnTo>
                  <a:pt x="242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01678" y="4959608"/>
            <a:ext cx="485775" cy="332740"/>
          </a:xfrm>
          <a:custGeom>
            <a:avLst/>
            <a:gdLst/>
            <a:ahLst/>
            <a:cxnLst/>
            <a:rect l="l" t="t" r="r" b="b"/>
            <a:pathLst>
              <a:path w="485775" h="332739">
                <a:moveTo>
                  <a:pt x="0" y="166365"/>
                </a:moveTo>
                <a:lnTo>
                  <a:pt x="6413" y="128197"/>
                </a:lnTo>
                <a:lnTo>
                  <a:pt x="24682" y="93171"/>
                </a:lnTo>
                <a:lnTo>
                  <a:pt x="53348" y="62282"/>
                </a:lnTo>
                <a:lnTo>
                  <a:pt x="90954" y="36526"/>
                </a:lnTo>
                <a:lnTo>
                  <a:pt x="136042" y="16897"/>
                </a:lnTo>
                <a:lnTo>
                  <a:pt x="187155" y="4390"/>
                </a:lnTo>
                <a:lnTo>
                  <a:pt x="242834" y="0"/>
                </a:lnTo>
                <a:lnTo>
                  <a:pt x="298513" y="4390"/>
                </a:lnTo>
                <a:lnTo>
                  <a:pt x="349625" y="16897"/>
                </a:lnTo>
                <a:lnTo>
                  <a:pt x="394713" y="36526"/>
                </a:lnTo>
                <a:lnTo>
                  <a:pt x="432319" y="62282"/>
                </a:lnTo>
                <a:lnTo>
                  <a:pt x="460986" y="93171"/>
                </a:lnTo>
                <a:lnTo>
                  <a:pt x="479254" y="128197"/>
                </a:lnTo>
                <a:lnTo>
                  <a:pt x="485668" y="166365"/>
                </a:lnTo>
                <a:lnTo>
                  <a:pt x="479254" y="204486"/>
                </a:lnTo>
                <a:lnTo>
                  <a:pt x="460986" y="239479"/>
                </a:lnTo>
                <a:lnTo>
                  <a:pt x="432319" y="270347"/>
                </a:lnTo>
                <a:lnTo>
                  <a:pt x="394713" y="296092"/>
                </a:lnTo>
                <a:lnTo>
                  <a:pt x="349625" y="315716"/>
                </a:lnTo>
                <a:lnTo>
                  <a:pt x="298513" y="328222"/>
                </a:lnTo>
                <a:lnTo>
                  <a:pt x="242834" y="332612"/>
                </a:lnTo>
                <a:lnTo>
                  <a:pt x="187155" y="328222"/>
                </a:lnTo>
                <a:lnTo>
                  <a:pt x="136042" y="315716"/>
                </a:lnTo>
                <a:lnTo>
                  <a:pt x="90954" y="296092"/>
                </a:lnTo>
                <a:lnTo>
                  <a:pt x="53348" y="270347"/>
                </a:lnTo>
                <a:lnTo>
                  <a:pt x="24682" y="239479"/>
                </a:lnTo>
                <a:lnTo>
                  <a:pt x="6413" y="204486"/>
                </a:lnTo>
                <a:lnTo>
                  <a:pt x="0" y="166365"/>
                </a:lnTo>
                <a:close/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53594" y="4951476"/>
            <a:ext cx="485140" cy="328930"/>
          </a:xfrm>
          <a:custGeom>
            <a:avLst/>
            <a:gdLst/>
            <a:ahLst/>
            <a:cxnLst/>
            <a:rect l="l" t="t" r="r" b="b"/>
            <a:pathLst>
              <a:path w="485140" h="328929">
                <a:moveTo>
                  <a:pt x="242316" y="0"/>
                </a:moveTo>
                <a:lnTo>
                  <a:pt x="186790" y="4338"/>
                </a:lnTo>
                <a:lnTo>
                  <a:pt x="135800" y="16695"/>
                </a:lnTo>
                <a:lnTo>
                  <a:pt x="90806" y="36089"/>
                </a:lnTo>
                <a:lnTo>
                  <a:pt x="53269" y="61535"/>
                </a:lnTo>
                <a:lnTo>
                  <a:pt x="24648" y="92048"/>
                </a:lnTo>
                <a:lnTo>
                  <a:pt x="6405" y="126645"/>
                </a:lnTo>
                <a:lnTo>
                  <a:pt x="0" y="164342"/>
                </a:lnTo>
                <a:lnTo>
                  <a:pt x="6405" y="201989"/>
                </a:lnTo>
                <a:lnTo>
                  <a:pt x="24648" y="236552"/>
                </a:lnTo>
                <a:lnTo>
                  <a:pt x="53269" y="267042"/>
                </a:lnTo>
                <a:lnTo>
                  <a:pt x="90806" y="292473"/>
                </a:lnTo>
                <a:lnTo>
                  <a:pt x="135800" y="311860"/>
                </a:lnTo>
                <a:lnTo>
                  <a:pt x="186790" y="324215"/>
                </a:lnTo>
                <a:lnTo>
                  <a:pt x="242316" y="328553"/>
                </a:lnTo>
                <a:lnTo>
                  <a:pt x="297889" y="324215"/>
                </a:lnTo>
                <a:lnTo>
                  <a:pt x="348898" y="311860"/>
                </a:lnTo>
                <a:lnTo>
                  <a:pt x="393889" y="292473"/>
                </a:lnTo>
                <a:lnTo>
                  <a:pt x="431410" y="267042"/>
                </a:lnTo>
                <a:lnTo>
                  <a:pt x="460009" y="236552"/>
                </a:lnTo>
                <a:lnTo>
                  <a:pt x="478234" y="201989"/>
                </a:lnTo>
                <a:lnTo>
                  <a:pt x="484632" y="164342"/>
                </a:lnTo>
                <a:lnTo>
                  <a:pt x="478234" y="126645"/>
                </a:lnTo>
                <a:lnTo>
                  <a:pt x="460009" y="92048"/>
                </a:lnTo>
                <a:lnTo>
                  <a:pt x="431410" y="61535"/>
                </a:lnTo>
                <a:lnTo>
                  <a:pt x="393889" y="36089"/>
                </a:lnTo>
                <a:lnTo>
                  <a:pt x="348898" y="16695"/>
                </a:lnTo>
                <a:lnTo>
                  <a:pt x="297889" y="4338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753593" y="4949440"/>
            <a:ext cx="485775" cy="332740"/>
          </a:xfrm>
          <a:custGeom>
            <a:avLst/>
            <a:gdLst/>
            <a:ahLst/>
            <a:cxnLst/>
            <a:rect l="l" t="t" r="r" b="b"/>
            <a:pathLst>
              <a:path w="485775" h="332739">
                <a:moveTo>
                  <a:pt x="0" y="166378"/>
                </a:moveTo>
                <a:lnTo>
                  <a:pt x="6413" y="128209"/>
                </a:lnTo>
                <a:lnTo>
                  <a:pt x="24682" y="93181"/>
                </a:lnTo>
                <a:lnTo>
                  <a:pt x="53348" y="62290"/>
                </a:lnTo>
                <a:lnTo>
                  <a:pt x="90954" y="36531"/>
                </a:lnTo>
                <a:lnTo>
                  <a:pt x="136042" y="16899"/>
                </a:lnTo>
                <a:lnTo>
                  <a:pt x="187155" y="4390"/>
                </a:lnTo>
                <a:lnTo>
                  <a:pt x="242834" y="0"/>
                </a:lnTo>
                <a:lnTo>
                  <a:pt x="298513" y="4390"/>
                </a:lnTo>
                <a:lnTo>
                  <a:pt x="349625" y="16899"/>
                </a:lnTo>
                <a:lnTo>
                  <a:pt x="394713" y="36531"/>
                </a:lnTo>
                <a:lnTo>
                  <a:pt x="432319" y="62290"/>
                </a:lnTo>
                <a:lnTo>
                  <a:pt x="460986" y="93181"/>
                </a:lnTo>
                <a:lnTo>
                  <a:pt x="479254" y="128209"/>
                </a:lnTo>
                <a:lnTo>
                  <a:pt x="485668" y="166378"/>
                </a:lnTo>
                <a:lnTo>
                  <a:pt x="479254" y="204498"/>
                </a:lnTo>
                <a:lnTo>
                  <a:pt x="460986" y="239489"/>
                </a:lnTo>
                <a:lnTo>
                  <a:pt x="432319" y="270354"/>
                </a:lnTo>
                <a:lnTo>
                  <a:pt x="394713" y="296096"/>
                </a:lnTo>
                <a:lnTo>
                  <a:pt x="349625" y="315718"/>
                </a:lnTo>
                <a:lnTo>
                  <a:pt x="298513" y="328223"/>
                </a:lnTo>
                <a:lnTo>
                  <a:pt x="242834" y="332612"/>
                </a:lnTo>
                <a:lnTo>
                  <a:pt x="187155" y="328223"/>
                </a:lnTo>
                <a:lnTo>
                  <a:pt x="136042" y="315718"/>
                </a:lnTo>
                <a:lnTo>
                  <a:pt x="90954" y="296096"/>
                </a:lnTo>
                <a:lnTo>
                  <a:pt x="53348" y="270354"/>
                </a:lnTo>
                <a:lnTo>
                  <a:pt x="24682" y="239489"/>
                </a:lnTo>
                <a:lnTo>
                  <a:pt x="6413" y="204498"/>
                </a:lnTo>
                <a:lnTo>
                  <a:pt x="0" y="166378"/>
                </a:lnTo>
                <a:close/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048896" y="5240404"/>
            <a:ext cx="485140" cy="328930"/>
          </a:xfrm>
          <a:custGeom>
            <a:avLst/>
            <a:gdLst/>
            <a:ahLst/>
            <a:cxnLst/>
            <a:rect l="l" t="t" r="r" b="b"/>
            <a:pathLst>
              <a:path w="485140" h="328929">
                <a:moveTo>
                  <a:pt x="242316" y="0"/>
                </a:moveTo>
                <a:lnTo>
                  <a:pt x="186780" y="4337"/>
                </a:lnTo>
                <a:lnTo>
                  <a:pt x="135787" y="16692"/>
                </a:lnTo>
                <a:lnTo>
                  <a:pt x="90793" y="36079"/>
                </a:lnTo>
                <a:lnTo>
                  <a:pt x="53259" y="61510"/>
                </a:lnTo>
                <a:lnTo>
                  <a:pt x="24643" y="92000"/>
                </a:lnTo>
                <a:lnTo>
                  <a:pt x="6403" y="126563"/>
                </a:lnTo>
                <a:lnTo>
                  <a:pt x="0" y="164211"/>
                </a:lnTo>
                <a:lnTo>
                  <a:pt x="6403" y="201858"/>
                </a:lnTo>
                <a:lnTo>
                  <a:pt x="24643" y="236421"/>
                </a:lnTo>
                <a:lnTo>
                  <a:pt x="53259" y="266911"/>
                </a:lnTo>
                <a:lnTo>
                  <a:pt x="90793" y="292342"/>
                </a:lnTo>
                <a:lnTo>
                  <a:pt x="135787" y="311729"/>
                </a:lnTo>
                <a:lnTo>
                  <a:pt x="186780" y="324084"/>
                </a:lnTo>
                <a:lnTo>
                  <a:pt x="242316" y="328422"/>
                </a:lnTo>
                <a:lnTo>
                  <a:pt x="297880" y="324084"/>
                </a:lnTo>
                <a:lnTo>
                  <a:pt x="348884" y="311729"/>
                </a:lnTo>
                <a:lnTo>
                  <a:pt x="393876" y="292342"/>
                </a:lnTo>
                <a:lnTo>
                  <a:pt x="431401" y="266911"/>
                </a:lnTo>
                <a:lnTo>
                  <a:pt x="460004" y="236421"/>
                </a:lnTo>
                <a:lnTo>
                  <a:pt x="478232" y="201858"/>
                </a:lnTo>
                <a:lnTo>
                  <a:pt x="484632" y="164211"/>
                </a:lnTo>
                <a:lnTo>
                  <a:pt x="478232" y="126563"/>
                </a:lnTo>
                <a:lnTo>
                  <a:pt x="460004" y="92000"/>
                </a:lnTo>
                <a:lnTo>
                  <a:pt x="431401" y="61510"/>
                </a:lnTo>
                <a:lnTo>
                  <a:pt x="393876" y="36079"/>
                </a:lnTo>
                <a:lnTo>
                  <a:pt x="348884" y="16692"/>
                </a:lnTo>
                <a:lnTo>
                  <a:pt x="297880" y="4337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047859" y="5238369"/>
            <a:ext cx="485775" cy="332740"/>
          </a:xfrm>
          <a:custGeom>
            <a:avLst/>
            <a:gdLst/>
            <a:ahLst/>
            <a:cxnLst/>
            <a:rect l="l" t="t" r="r" b="b"/>
            <a:pathLst>
              <a:path w="485775" h="332739">
                <a:moveTo>
                  <a:pt x="0" y="166247"/>
                </a:moveTo>
                <a:lnTo>
                  <a:pt x="6413" y="128126"/>
                </a:lnTo>
                <a:lnTo>
                  <a:pt x="24682" y="93133"/>
                </a:lnTo>
                <a:lnTo>
                  <a:pt x="53348" y="62265"/>
                </a:lnTo>
                <a:lnTo>
                  <a:pt x="90954" y="36520"/>
                </a:lnTo>
                <a:lnTo>
                  <a:pt x="136042" y="16896"/>
                </a:lnTo>
                <a:lnTo>
                  <a:pt x="187155" y="4390"/>
                </a:lnTo>
                <a:lnTo>
                  <a:pt x="242834" y="0"/>
                </a:lnTo>
                <a:lnTo>
                  <a:pt x="298513" y="4390"/>
                </a:lnTo>
                <a:lnTo>
                  <a:pt x="349625" y="16896"/>
                </a:lnTo>
                <a:lnTo>
                  <a:pt x="394713" y="36520"/>
                </a:lnTo>
                <a:lnTo>
                  <a:pt x="432319" y="62265"/>
                </a:lnTo>
                <a:lnTo>
                  <a:pt x="460986" y="93133"/>
                </a:lnTo>
                <a:lnTo>
                  <a:pt x="479254" y="128126"/>
                </a:lnTo>
                <a:lnTo>
                  <a:pt x="485668" y="166247"/>
                </a:lnTo>
                <a:lnTo>
                  <a:pt x="479254" y="204366"/>
                </a:lnTo>
                <a:lnTo>
                  <a:pt x="460986" y="239358"/>
                </a:lnTo>
                <a:lnTo>
                  <a:pt x="432319" y="270223"/>
                </a:lnTo>
                <a:lnTo>
                  <a:pt x="394713" y="295965"/>
                </a:lnTo>
                <a:lnTo>
                  <a:pt x="349625" y="315587"/>
                </a:lnTo>
                <a:lnTo>
                  <a:pt x="298513" y="328092"/>
                </a:lnTo>
                <a:lnTo>
                  <a:pt x="242834" y="332481"/>
                </a:lnTo>
                <a:lnTo>
                  <a:pt x="187155" y="328092"/>
                </a:lnTo>
                <a:lnTo>
                  <a:pt x="136042" y="315587"/>
                </a:lnTo>
                <a:lnTo>
                  <a:pt x="90954" y="295965"/>
                </a:lnTo>
                <a:lnTo>
                  <a:pt x="53348" y="270223"/>
                </a:lnTo>
                <a:lnTo>
                  <a:pt x="24682" y="239358"/>
                </a:lnTo>
                <a:lnTo>
                  <a:pt x="6413" y="204366"/>
                </a:lnTo>
                <a:lnTo>
                  <a:pt x="0" y="166247"/>
                </a:lnTo>
                <a:close/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786757" y="4959983"/>
            <a:ext cx="53975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300" spc="-560" dirty="0">
                <a:latin typeface="Calibri"/>
                <a:cs typeface="Calibri"/>
              </a:rPr>
              <a:t>L</a:t>
            </a:r>
            <a:r>
              <a:rPr sz="3450" spc="-839" baseline="-7246" dirty="0">
                <a:latin typeface="Calibri"/>
                <a:cs typeface="Calibri"/>
              </a:rPr>
              <a:t>L</a:t>
            </a:r>
            <a:r>
              <a:rPr sz="2300" spc="-560" dirty="0">
                <a:latin typeface="Calibri"/>
                <a:cs typeface="Calibri"/>
              </a:rPr>
              <a:t>A</a:t>
            </a:r>
            <a:r>
              <a:rPr sz="3450" spc="-839" baseline="-7246" dirty="0">
                <a:latin typeface="Calibri"/>
                <a:cs typeface="Calibri"/>
              </a:rPr>
              <a:t>A</a:t>
            </a:r>
            <a:r>
              <a:rPr sz="2300" spc="-560" dirty="0">
                <a:latin typeface="Calibri"/>
                <a:cs typeface="Calibri"/>
              </a:rPr>
              <a:t>X</a:t>
            </a:r>
            <a:r>
              <a:rPr sz="3450" spc="-839" baseline="-7246" dirty="0">
                <a:latin typeface="Calibri"/>
                <a:cs typeface="Calibri"/>
              </a:rPr>
              <a:t>X</a:t>
            </a:r>
            <a:endParaRPr sz="3450" baseline="-7246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011677" y="4872099"/>
            <a:ext cx="916940" cy="85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90855">
              <a:lnSpc>
                <a:spcPct val="118200"/>
              </a:lnSpc>
              <a:spcBef>
                <a:spcPts val="95"/>
              </a:spcBef>
            </a:pPr>
            <a:r>
              <a:rPr sz="2300" spc="-10" dirty="0">
                <a:latin typeface="Calibri"/>
                <a:cs typeface="Calibri"/>
              </a:rPr>
              <a:t>S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5" dirty="0">
                <a:latin typeface="Calibri"/>
                <a:cs typeface="Calibri"/>
              </a:rPr>
              <a:t>L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Calibri"/>
                <a:cs typeface="Calibri"/>
              </a:rPr>
              <a:t>DFW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77719" y="5243253"/>
            <a:ext cx="521970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10" dirty="0">
                <a:latin typeface="Calibri"/>
                <a:cs typeface="Calibri"/>
              </a:rPr>
              <a:t>H</a:t>
            </a:r>
            <a:r>
              <a:rPr sz="2300" spc="10" dirty="0">
                <a:latin typeface="Calibri"/>
                <a:cs typeface="Calibri"/>
              </a:rPr>
              <a:t>NL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984125" y="5617205"/>
            <a:ext cx="42735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10" dirty="0">
                <a:latin typeface="Calibri"/>
                <a:cs typeface="Calibri"/>
              </a:rPr>
              <a:t>F</a:t>
            </a:r>
            <a:r>
              <a:rPr sz="2300" spc="5" dirty="0">
                <a:latin typeface="Calibri"/>
                <a:cs typeface="Calibri"/>
              </a:rPr>
              <a:t>TL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0958718" y="5697413"/>
            <a:ext cx="713105" cy="534670"/>
          </a:xfrm>
          <a:custGeom>
            <a:avLst/>
            <a:gdLst/>
            <a:ahLst/>
            <a:cxnLst/>
            <a:rect l="l" t="t" r="r" b="b"/>
            <a:pathLst>
              <a:path w="713104" h="534670">
                <a:moveTo>
                  <a:pt x="267309" y="0"/>
                </a:moveTo>
                <a:lnTo>
                  <a:pt x="0" y="267297"/>
                </a:lnTo>
                <a:lnTo>
                  <a:pt x="267309" y="534579"/>
                </a:lnTo>
                <a:lnTo>
                  <a:pt x="267309" y="400933"/>
                </a:lnTo>
                <a:lnTo>
                  <a:pt x="712835" y="400933"/>
                </a:lnTo>
                <a:lnTo>
                  <a:pt x="712835" y="133636"/>
                </a:lnTo>
                <a:lnTo>
                  <a:pt x="267309" y="133636"/>
                </a:lnTo>
                <a:lnTo>
                  <a:pt x="267309" y="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958717" y="5697413"/>
            <a:ext cx="713105" cy="534670"/>
          </a:xfrm>
          <a:custGeom>
            <a:avLst/>
            <a:gdLst/>
            <a:ahLst/>
            <a:cxnLst/>
            <a:rect l="l" t="t" r="r" b="b"/>
            <a:pathLst>
              <a:path w="713104" h="534670">
                <a:moveTo>
                  <a:pt x="0" y="267297"/>
                </a:moveTo>
                <a:lnTo>
                  <a:pt x="267309" y="0"/>
                </a:lnTo>
                <a:lnTo>
                  <a:pt x="267309" y="133636"/>
                </a:lnTo>
                <a:lnTo>
                  <a:pt x="712835" y="133636"/>
                </a:lnTo>
                <a:lnTo>
                  <a:pt x="712835" y="400933"/>
                </a:lnTo>
                <a:lnTo>
                  <a:pt x="267309" y="400933"/>
                </a:lnTo>
                <a:lnTo>
                  <a:pt x="267309" y="534579"/>
                </a:lnTo>
                <a:lnTo>
                  <a:pt x="0" y="267297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12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70231-A4DD-4846-A3AE-C2854342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533400"/>
            <a:ext cx="10155556" cy="758189"/>
          </a:xfrm>
        </p:spPr>
        <p:txBody>
          <a:bodyPr/>
          <a:lstStyle/>
          <a:p>
            <a:r>
              <a:rPr lang="en-US" dirty="0"/>
              <a:t>Representation of Graph in Computer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31FFD-B69A-48D4-8141-3B05969D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9584055" cy="984885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sz="3200" dirty="0"/>
              <a:t>Adjacency Matrix</a:t>
            </a:r>
          </a:p>
          <a:p>
            <a:pPr marL="514350" indent="-514350">
              <a:buAutoNum type="arabicParenR"/>
            </a:pPr>
            <a:r>
              <a:rPr lang="en-US" sz="3200" dirty="0"/>
              <a:t>Adjacency List</a:t>
            </a:r>
          </a:p>
        </p:txBody>
      </p:sp>
    </p:spTree>
    <p:extLst>
      <p:ext uri="{BB962C8B-B14F-4D97-AF65-F5344CB8AC3E}">
        <p14:creationId xmlns:p14="http://schemas.microsoft.com/office/powerpoint/2010/main" val="224386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82F-2E4E-4DEC-B3DD-8CCF0232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04800"/>
            <a:ext cx="10155556" cy="758189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820DD-CB54-44C7-9878-2619530D0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9584055" cy="2539157"/>
          </a:xfrm>
        </p:spPr>
        <p:txBody>
          <a:bodyPr/>
          <a:lstStyle/>
          <a:p>
            <a:r>
              <a:rPr lang="en-US" dirty="0"/>
              <a:t>It is a matrix A[n][n]</a:t>
            </a:r>
          </a:p>
          <a:p>
            <a:endParaRPr lang="en-US" dirty="0"/>
          </a:p>
          <a:p>
            <a:r>
              <a:rPr lang="en-US" dirty="0"/>
              <a:t>Where n is no of vertices </a:t>
            </a:r>
          </a:p>
          <a:p>
            <a:endParaRPr lang="en-US" dirty="0"/>
          </a:p>
          <a:p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][j] = 1  if </a:t>
            </a:r>
            <a:r>
              <a:rPr lang="en-US" dirty="0" err="1"/>
              <a:t>i</a:t>
            </a:r>
            <a:r>
              <a:rPr lang="en-US" dirty="0"/>
              <a:t> and j are adjacent</a:t>
            </a:r>
          </a:p>
          <a:p>
            <a:r>
              <a:rPr lang="en-US" dirty="0"/>
              <a:t>           = 0  otherwise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3A5746-4E04-432E-9E0D-051C54CA786E}"/>
              </a:ext>
            </a:extLst>
          </p:cNvPr>
          <p:cNvSpPr/>
          <p:nvPr/>
        </p:nvSpPr>
        <p:spPr>
          <a:xfrm>
            <a:off x="8037512" y="53292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730CBD-8822-4DED-94B9-4DA2D6D1A350}"/>
              </a:ext>
            </a:extLst>
          </p:cNvPr>
          <p:cNvSpPr/>
          <p:nvPr/>
        </p:nvSpPr>
        <p:spPr>
          <a:xfrm>
            <a:off x="8037512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B0EBC8-B86A-421C-B334-CF10A0BD29E2}"/>
              </a:ext>
            </a:extLst>
          </p:cNvPr>
          <p:cNvSpPr/>
          <p:nvPr/>
        </p:nvSpPr>
        <p:spPr>
          <a:xfrm>
            <a:off x="7113587" y="1147284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6EF5A-ACF2-4A7A-A3E8-D19D20FE8C6E}"/>
              </a:ext>
            </a:extLst>
          </p:cNvPr>
          <p:cNvSpPr/>
          <p:nvPr/>
        </p:nvSpPr>
        <p:spPr>
          <a:xfrm>
            <a:off x="9525000" y="51863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D58432-D379-4A88-AF02-2AC739E736E7}"/>
              </a:ext>
            </a:extLst>
          </p:cNvPr>
          <p:cNvSpPr/>
          <p:nvPr/>
        </p:nvSpPr>
        <p:spPr>
          <a:xfrm>
            <a:off x="9525000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6C40-0691-4673-AD55-B7506C21BE5C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7633913" y="936303"/>
            <a:ext cx="437730" cy="28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D8001-D1D8-4C9F-8161-8FCC912D572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647112" y="213693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4679A9-15FC-45C3-A696-576BE2E13A9E}"/>
              </a:ext>
            </a:extLst>
          </p:cNvPr>
          <p:cNvCxnSpPr>
            <a:cxnSpLocks/>
          </p:cNvCxnSpPr>
          <p:nvPr/>
        </p:nvCxnSpPr>
        <p:spPr>
          <a:xfrm>
            <a:off x="7504322" y="1683550"/>
            <a:ext cx="533190" cy="3438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4EE204-E71B-4CD9-80E7-C5CCFA972151}"/>
              </a:ext>
            </a:extLst>
          </p:cNvPr>
          <p:cNvCxnSpPr>
            <a:cxnSpLocks/>
          </p:cNvCxnSpPr>
          <p:nvPr/>
        </p:nvCxnSpPr>
        <p:spPr>
          <a:xfrm flipV="1">
            <a:off x="8338343" y="108085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0B8A18-9802-4686-9B6E-96C7F188BBA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628062" y="78128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72C20-02B0-4512-9798-7472E33F545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829800" y="106226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13CFBD-730A-454A-857D-4850F2877EAF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557838" y="97297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674131B6-AEAC-4B66-B9EB-AA75BD888EDC}"/>
              </a:ext>
            </a:extLst>
          </p:cNvPr>
          <p:cNvSpPr/>
          <p:nvPr/>
        </p:nvSpPr>
        <p:spPr>
          <a:xfrm>
            <a:off x="7239000" y="3539967"/>
            <a:ext cx="3965576" cy="253674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019288-5C96-4CEC-96DA-9516B95639CF}"/>
              </a:ext>
            </a:extLst>
          </p:cNvPr>
          <p:cNvSpPr txBox="1"/>
          <p:nvPr/>
        </p:nvSpPr>
        <p:spPr>
          <a:xfrm>
            <a:off x="6722852" y="3733800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B260AB-706F-4074-A266-554F7C619528}"/>
              </a:ext>
            </a:extLst>
          </p:cNvPr>
          <p:cNvSpPr txBox="1"/>
          <p:nvPr/>
        </p:nvSpPr>
        <p:spPr>
          <a:xfrm>
            <a:off x="6722851" y="4189736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C00FB9-E90B-492B-B7D0-C8563CABF4DB}"/>
              </a:ext>
            </a:extLst>
          </p:cNvPr>
          <p:cNvSpPr txBox="1"/>
          <p:nvPr/>
        </p:nvSpPr>
        <p:spPr>
          <a:xfrm>
            <a:off x="6722851" y="466655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BDD66-242E-4329-B25B-74327A29AB8A}"/>
              </a:ext>
            </a:extLst>
          </p:cNvPr>
          <p:cNvSpPr txBox="1"/>
          <p:nvPr/>
        </p:nvSpPr>
        <p:spPr>
          <a:xfrm>
            <a:off x="6722850" y="5143380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1D03D9-D384-4A0F-9E5D-DD396003CBD3}"/>
              </a:ext>
            </a:extLst>
          </p:cNvPr>
          <p:cNvSpPr txBox="1"/>
          <p:nvPr/>
        </p:nvSpPr>
        <p:spPr>
          <a:xfrm>
            <a:off x="6722849" y="5620202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3D5961-4E7A-457E-8C4F-BE75A0DC739E}"/>
              </a:ext>
            </a:extLst>
          </p:cNvPr>
          <p:cNvSpPr txBox="1"/>
          <p:nvPr/>
        </p:nvSpPr>
        <p:spPr>
          <a:xfrm>
            <a:off x="7688224" y="314241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1D549-1E20-438B-9837-EBA73431BA51}"/>
              </a:ext>
            </a:extLst>
          </p:cNvPr>
          <p:cNvSpPr txBox="1"/>
          <p:nvPr/>
        </p:nvSpPr>
        <p:spPr>
          <a:xfrm>
            <a:off x="8256377" y="3147642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47E73C-C23C-4ACE-8B6D-3F43C526D1F4}"/>
              </a:ext>
            </a:extLst>
          </p:cNvPr>
          <p:cNvSpPr txBox="1"/>
          <p:nvPr/>
        </p:nvSpPr>
        <p:spPr>
          <a:xfrm>
            <a:off x="8913659" y="312956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ADFCBC-F5C9-4DC3-B27D-44029BFA5B2C}"/>
              </a:ext>
            </a:extLst>
          </p:cNvPr>
          <p:cNvSpPr txBox="1"/>
          <p:nvPr/>
        </p:nvSpPr>
        <p:spPr>
          <a:xfrm>
            <a:off x="9615332" y="3129801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2AFEEB-81A4-46A1-BB44-5A3ECDF037B6}"/>
              </a:ext>
            </a:extLst>
          </p:cNvPr>
          <p:cNvSpPr txBox="1"/>
          <p:nvPr/>
        </p:nvSpPr>
        <p:spPr>
          <a:xfrm>
            <a:off x="10328105" y="314241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67CE63-DC1F-4687-A013-025BE91B932C}"/>
                  </a:ext>
                </a:extLst>
              </p14:cNvPr>
              <p14:cNvContentPartPr/>
              <p14:nvPr/>
            </p14:nvContentPartPr>
            <p14:xfrm>
              <a:off x="3784680" y="924120"/>
              <a:ext cx="8147520" cy="5558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467CE63-DC1F-4687-A013-025BE91B9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914760"/>
                <a:ext cx="8166240" cy="557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036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82F-2E4E-4DEC-B3DD-8CCF0232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04800"/>
            <a:ext cx="10155556" cy="758189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820DD-CB54-44C7-9878-2619530D0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9584055" cy="2539157"/>
          </a:xfrm>
        </p:spPr>
        <p:txBody>
          <a:bodyPr/>
          <a:lstStyle/>
          <a:p>
            <a:r>
              <a:rPr lang="en-US" dirty="0"/>
              <a:t>It is a matrix A[n][n]</a:t>
            </a:r>
          </a:p>
          <a:p>
            <a:endParaRPr lang="en-US" dirty="0"/>
          </a:p>
          <a:p>
            <a:r>
              <a:rPr lang="en-US" dirty="0"/>
              <a:t>Where n is no of vertices </a:t>
            </a:r>
          </a:p>
          <a:p>
            <a:endParaRPr lang="en-US" dirty="0"/>
          </a:p>
          <a:p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][j] = 1  if </a:t>
            </a:r>
            <a:r>
              <a:rPr lang="en-US" dirty="0" err="1"/>
              <a:t>i</a:t>
            </a:r>
            <a:r>
              <a:rPr lang="en-US" dirty="0"/>
              <a:t> and j are adjacent</a:t>
            </a:r>
          </a:p>
          <a:p>
            <a:r>
              <a:rPr lang="en-US" dirty="0"/>
              <a:t>           = 0  otherwise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3A5746-4E04-432E-9E0D-051C54CA786E}"/>
              </a:ext>
            </a:extLst>
          </p:cNvPr>
          <p:cNvSpPr/>
          <p:nvPr/>
        </p:nvSpPr>
        <p:spPr>
          <a:xfrm>
            <a:off x="8037512" y="53292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730CBD-8822-4DED-94B9-4DA2D6D1A350}"/>
              </a:ext>
            </a:extLst>
          </p:cNvPr>
          <p:cNvSpPr/>
          <p:nvPr/>
        </p:nvSpPr>
        <p:spPr>
          <a:xfrm>
            <a:off x="8037512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B0EBC8-B86A-421C-B334-CF10A0BD29E2}"/>
              </a:ext>
            </a:extLst>
          </p:cNvPr>
          <p:cNvSpPr/>
          <p:nvPr/>
        </p:nvSpPr>
        <p:spPr>
          <a:xfrm>
            <a:off x="7113587" y="1147284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6EF5A-ACF2-4A7A-A3E8-D19D20FE8C6E}"/>
              </a:ext>
            </a:extLst>
          </p:cNvPr>
          <p:cNvSpPr/>
          <p:nvPr/>
        </p:nvSpPr>
        <p:spPr>
          <a:xfrm>
            <a:off x="9525000" y="51863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D58432-D379-4A88-AF02-2AC739E736E7}"/>
              </a:ext>
            </a:extLst>
          </p:cNvPr>
          <p:cNvSpPr/>
          <p:nvPr/>
        </p:nvSpPr>
        <p:spPr>
          <a:xfrm>
            <a:off x="9525000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6C40-0691-4673-AD55-B7506C21BE5C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7633913" y="936303"/>
            <a:ext cx="437730" cy="28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D8001-D1D8-4C9F-8161-8FCC912D572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647112" y="213693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4679A9-15FC-45C3-A696-576BE2E13A9E}"/>
              </a:ext>
            </a:extLst>
          </p:cNvPr>
          <p:cNvCxnSpPr>
            <a:cxnSpLocks/>
          </p:cNvCxnSpPr>
          <p:nvPr/>
        </p:nvCxnSpPr>
        <p:spPr>
          <a:xfrm>
            <a:off x="7504322" y="1683550"/>
            <a:ext cx="533190" cy="3438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4EE204-E71B-4CD9-80E7-C5CCFA972151}"/>
              </a:ext>
            </a:extLst>
          </p:cNvPr>
          <p:cNvCxnSpPr>
            <a:cxnSpLocks/>
          </p:cNvCxnSpPr>
          <p:nvPr/>
        </p:nvCxnSpPr>
        <p:spPr>
          <a:xfrm flipV="1">
            <a:off x="8338343" y="108085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0B8A18-9802-4686-9B6E-96C7F188BBA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628062" y="78128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72C20-02B0-4512-9798-7472E33F545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829800" y="106226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13CFBD-730A-454A-857D-4850F2877EAF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557838" y="97297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674131B6-AEAC-4B66-B9EB-AA75BD888EDC}"/>
              </a:ext>
            </a:extLst>
          </p:cNvPr>
          <p:cNvSpPr/>
          <p:nvPr/>
        </p:nvSpPr>
        <p:spPr>
          <a:xfrm>
            <a:off x="7239000" y="3539967"/>
            <a:ext cx="3965576" cy="253674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019288-5C96-4CEC-96DA-9516B95639CF}"/>
              </a:ext>
            </a:extLst>
          </p:cNvPr>
          <p:cNvSpPr txBox="1"/>
          <p:nvPr/>
        </p:nvSpPr>
        <p:spPr>
          <a:xfrm>
            <a:off x="6722852" y="3733800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B260AB-706F-4074-A266-554F7C619528}"/>
              </a:ext>
            </a:extLst>
          </p:cNvPr>
          <p:cNvSpPr txBox="1"/>
          <p:nvPr/>
        </p:nvSpPr>
        <p:spPr>
          <a:xfrm>
            <a:off x="6722851" y="4189736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C00FB9-E90B-492B-B7D0-C8563CABF4DB}"/>
              </a:ext>
            </a:extLst>
          </p:cNvPr>
          <p:cNvSpPr txBox="1"/>
          <p:nvPr/>
        </p:nvSpPr>
        <p:spPr>
          <a:xfrm>
            <a:off x="6722851" y="466655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BDD66-242E-4329-B25B-74327A29AB8A}"/>
              </a:ext>
            </a:extLst>
          </p:cNvPr>
          <p:cNvSpPr txBox="1"/>
          <p:nvPr/>
        </p:nvSpPr>
        <p:spPr>
          <a:xfrm>
            <a:off x="6722850" y="5143380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1D03D9-D384-4A0F-9E5D-DD396003CBD3}"/>
              </a:ext>
            </a:extLst>
          </p:cNvPr>
          <p:cNvSpPr txBox="1"/>
          <p:nvPr/>
        </p:nvSpPr>
        <p:spPr>
          <a:xfrm>
            <a:off x="6722849" y="5620202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3D5961-4E7A-457E-8C4F-BE75A0DC739E}"/>
              </a:ext>
            </a:extLst>
          </p:cNvPr>
          <p:cNvSpPr txBox="1"/>
          <p:nvPr/>
        </p:nvSpPr>
        <p:spPr>
          <a:xfrm>
            <a:off x="7688224" y="314241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1D549-1E20-438B-9837-EBA73431BA51}"/>
              </a:ext>
            </a:extLst>
          </p:cNvPr>
          <p:cNvSpPr txBox="1"/>
          <p:nvPr/>
        </p:nvSpPr>
        <p:spPr>
          <a:xfrm>
            <a:off x="8256377" y="3147642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47E73C-C23C-4ACE-8B6D-3F43C526D1F4}"/>
              </a:ext>
            </a:extLst>
          </p:cNvPr>
          <p:cNvSpPr txBox="1"/>
          <p:nvPr/>
        </p:nvSpPr>
        <p:spPr>
          <a:xfrm>
            <a:off x="8913659" y="312956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ADFCBC-F5C9-4DC3-B27D-44029BFA5B2C}"/>
              </a:ext>
            </a:extLst>
          </p:cNvPr>
          <p:cNvSpPr txBox="1"/>
          <p:nvPr/>
        </p:nvSpPr>
        <p:spPr>
          <a:xfrm>
            <a:off x="9615332" y="3129801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2AFEEB-81A4-46A1-BB44-5A3ECDF037B6}"/>
              </a:ext>
            </a:extLst>
          </p:cNvPr>
          <p:cNvSpPr txBox="1"/>
          <p:nvPr/>
        </p:nvSpPr>
        <p:spPr>
          <a:xfrm>
            <a:off x="10328105" y="314241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0C47D9-217B-4FF9-B1B3-B5066D2064BA}"/>
                  </a:ext>
                </a:extLst>
              </p14:cNvPr>
              <p14:cNvContentPartPr/>
              <p14:nvPr/>
            </p14:nvContentPartPr>
            <p14:xfrm>
              <a:off x="616320" y="875160"/>
              <a:ext cx="11171160" cy="5402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0C47D9-217B-4FF9-B1B3-B5066D2064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960" y="865800"/>
                <a:ext cx="11189880" cy="54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503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82F-2E4E-4DEC-B3DD-8CCF0232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04800"/>
            <a:ext cx="10155556" cy="758189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820DD-CB54-44C7-9878-2619530D0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9584055" cy="2539157"/>
          </a:xfrm>
        </p:spPr>
        <p:txBody>
          <a:bodyPr/>
          <a:lstStyle/>
          <a:p>
            <a:r>
              <a:rPr lang="en-US" dirty="0"/>
              <a:t>It is a matrix A[n][n]</a:t>
            </a:r>
          </a:p>
          <a:p>
            <a:endParaRPr lang="en-US" dirty="0"/>
          </a:p>
          <a:p>
            <a:r>
              <a:rPr lang="en-US" dirty="0"/>
              <a:t>Where n is no of vertices </a:t>
            </a:r>
          </a:p>
          <a:p>
            <a:endParaRPr lang="en-US" dirty="0"/>
          </a:p>
          <a:p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][j] = 1  if </a:t>
            </a:r>
            <a:r>
              <a:rPr lang="en-US" dirty="0" err="1"/>
              <a:t>i</a:t>
            </a:r>
            <a:r>
              <a:rPr lang="en-US" dirty="0"/>
              <a:t> and j are adjacent</a:t>
            </a:r>
          </a:p>
          <a:p>
            <a:r>
              <a:rPr lang="en-US" dirty="0"/>
              <a:t>           = 0  otherwise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3A5746-4E04-432E-9E0D-051C54CA786E}"/>
              </a:ext>
            </a:extLst>
          </p:cNvPr>
          <p:cNvSpPr/>
          <p:nvPr/>
        </p:nvSpPr>
        <p:spPr>
          <a:xfrm>
            <a:off x="8037512" y="53292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730CBD-8822-4DED-94B9-4DA2D6D1A350}"/>
              </a:ext>
            </a:extLst>
          </p:cNvPr>
          <p:cNvSpPr/>
          <p:nvPr/>
        </p:nvSpPr>
        <p:spPr>
          <a:xfrm>
            <a:off x="8037512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B0EBC8-B86A-421C-B334-CF10A0BD29E2}"/>
              </a:ext>
            </a:extLst>
          </p:cNvPr>
          <p:cNvSpPr/>
          <p:nvPr/>
        </p:nvSpPr>
        <p:spPr>
          <a:xfrm>
            <a:off x="7113587" y="1147284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6EF5A-ACF2-4A7A-A3E8-D19D20FE8C6E}"/>
              </a:ext>
            </a:extLst>
          </p:cNvPr>
          <p:cNvSpPr/>
          <p:nvPr/>
        </p:nvSpPr>
        <p:spPr>
          <a:xfrm>
            <a:off x="9525000" y="51863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D58432-D379-4A88-AF02-2AC739E736E7}"/>
              </a:ext>
            </a:extLst>
          </p:cNvPr>
          <p:cNvSpPr/>
          <p:nvPr/>
        </p:nvSpPr>
        <p:spPr>
          <a:xfrm>
            <a:off x="9525000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6C40-0691-4673-AD55-B7506C21BE5C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7633913" y="936303"/>
            <a:ext cx="437730" cy="28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D8001-D1D8-4C9F-8161-8FCC912D572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647112" y="213693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4679A9-15FC-45C3-A696-576BE2E13A9E}"/>
              </a:ext>
            </a:extLst>
          </p:cNvPr>
          <p:cNvCxnSpPr>
            <a:cxnSpLocks/>
          </p:cNvCxnSpPr>
          <p:nvPr/>
        </p:nvCxnSpPr>
        <p:spPr>
          <a:xfrm>
            <a:off x="7504322" y="1683550"/>
            <a:ext cx="533190" cy="3438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4EE204-E71B-4CD9-80E7-C5CCFA972151}"/>
              </a:ext>
            </a:extLst>
          </p:cNvPr>
          <p:cNvCxnSpPr>
            <a:cxnSpLocks/>
          </p:cNvCxnSpPr>
          <p:nvPr/>
        </p:nvCxnSpPr>
        <p:spPr>
          <a:xfrm flipV="1">
            <a:off x="8338343" y="108085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0B8A18-9802-4686-9B6E-96C7F188BBA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628062" y="78128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72C20-02B0-4512-9798-7472E33F545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829800" y="106226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13CFBD-730A-454A-857D-4850F2877EAF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557838" y="97297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674131B6-AEAC-4B66-B9EB-AA75BD888EDC}"/>
              </a:ext>
            </a:extLst>
          </p:cNvPr>
          <p:cNvSpPr/>
          <p:nvPr/>
        </p:nvSpPr>
        <p:spPr>
          <a:xfrm>
            <a:off x="7239000" y="3539967"/>
            <a:ext cx="3965576" cy="253674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019288-5C96-4CEC-96DA-9516B95639CF}"/>
              </a:ext>
            </a:extLst>
          </p:cNvPr>
          <p:cNvSpPr txBox="1"/>
          <p:nvPr/>
        </p:nvSpPr>
        <p:spPr>
          <a:xfrm>
            <a:off x="6722852" y="3733800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B260AB-706F-4074-A266-554F7C619528}"/>
              </a:ext>
            </a:extLst>
          </p:cNvPr>
          <p:cNvSpPr txBox="1"/>
          <p:nvPr/>
        </p:nvSpPr>
        <p:spPr>
          <a:xfrm>
            <a:off x="6722851" y="4189736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C00FB9-E90B-492B-B7D0-C8563CABF4DB}"/>
              </a:ext>
            </a:extLst>
          </p:cNvPr>
          <p:cNvSpPr txBox="1"/>
          <p:nvPr/>
        </p:nvSpPr>
        <p:spPr>
          <a:xfrm>
            <a:off x="6722851" y="466655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BDD66-242E-4329-B25B-74327A29AB8A}"/>
              </a:ext>
            </a:extLst>
          </p:cNvPr>
          <p:cNvSpPr txBox="1"/>
          <p:nvPr/>
        </p:nvSpPr>
        <p:spPr>
          <a:xfrm>
            <a:off x="6722850" y="5143380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1D03D9-D384-4A0F-9E5D-DD396003CBD3}"/>
              </a:ext>
            </a:extLst>
          </p:cNvPr>
          <p:cNvSpPr txBox="1"/>
          <p:nvPr/>
        </p:nvSpPr>
        <p:spPr>
          <a:xfrm>
            <a:off x="6722849" y="5620202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3D5961-4E7A-457E-8C4F-BE75A0DC739E}"/>
              </a:ext>
            </a:extLst>
          </p:cNvPr>
          <p:cNvSpPr txBox="1"/>
          <p:nvPr/>
        </p:nvSpPr>
        <p:spPr>
          <a:xfrm>
            <a:off x="7688224" y="314241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1D549-1E20-438B-9837-EBA73431BA51}"/>
              </a:ext>
            </a:extLst>
          </p:cNvPr>
          <p:cNvSpPr txBox="1"/>
          <p:nvPr/>
        </p:nvSpPr>
        <p:spPr>
          <a:xfrm>
            <a:off x="8256377" y="3147642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47E73C-C23C-4ACE-8B6D-3F43C526D1F4}"/>
              </a:ext>
            </a:extLst>
          </p:cNvPr>
          <p:cNvSpPr txBox="1"/>
          <p:nvPr/>
        </p:nvSpPr>
        <p:spPr>
          <a:xfrm>
            <a:off x="8913659" y="312956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ADFCBC-F5C9-4DC3-B27D-44029BFA5B2C}"/>
              </a:ext>
            </a:extLst>
          </p:cNvPr>
          <p:cNvSpPr txBox="1"/>
          <p:nvPr/>
        </p:nvSpPr>
        <p:spPr>
          <a:xfrm>
            <a:off x="9615332" y="3129801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2AFEEB-81A4-46A1-BB44-5A3ECDF037B6}"/>
              </a:ext>
            </a:extLst>
          </p:cNvPr>
          <p:cNvSpPr txBox="1"/>
          <p:nvPr/>
        </p:nvSpPr>
        <p:spPr>
          <a:xfrm>
            <a:off x="10328105" y="3142418"/>
            <a:ext cx="3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7294BC4-F969-4EDD-8DEB-F5F1634D08D2}"/>
                  </a:ext>
                </a:extLst>
              </p14:cNvPr>
              <p14:cNvContentPartPr/>
              <p14:nvPr/>
            </p14:nvContentPartPr>
            <p14:xfrm>
              <a:off x="187560" y="142920"/>
              <a:ext cx="11742840" cy="6161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7294BC4-F969-4EDD-8DEB-F5F1634D08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200" y="133560"/>
                <a:ext cx="11761560" cy="61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6BB9FD-925B-4D02-91FC-A1CA556C4671}"/>
                  </a:ext>
                </a:extLst>
              </p14:cNvPr>
              <p14:cNvContentPartPr/>
              <p14:nvPr/>
            </p14:nvContentPartPr>
            <p14:xfrm>
              <a:off x="3351240" y="4807800"/>
              <a:ext cx="722880" cy="823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6BB9FD-925B-4D02-91FC-A1CA556C46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1880" y="4798440"/>
                <a:ext cx="741600" cy="84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229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82F-2E4E-4DEC-B3DD-8CCF0232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04800"/>
            <a:ext cx="10155556" cy="758189"/>
          </a:xfrm>
        </p:spPr>
        <p:txBody>
          <a:bodyPr/>
          <a:lstStyle/>
          <a:p>
            <a:r>
              <a:rPr lang="en-US" dirty="0"/>
              <a:t>Adjacency List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3A5746-4E04-432E-9E0D-051C54CA786E}"/>
              </a:ext>
            </a:extLst>
          </p:cNvPr>
          <p:cNvSpPr/>
          <p:nvPr/>
        </p:nvSpPr>
        <p:spPr>
          <a:xfrm>
            <a:off x="8037512" y="53292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730CBD-8822-4DED-94B9-4DA2D6D1A350}"/>
              </a:ext>
            </a:extLst>
          </p:cNvPr>
          <p:cNvSpPr/>
          <p:nvPr/>
        </p:nvSpPr>
        <p:spPr>
          <a:xfrm>
            <a:off x="8037512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B0EBC8-B86A-421C-B334-CF10A0BD29E2}"/>
              </a:ext>
            </a:extLst>
          </p:cNvPr>
          <p:cNvSpPr/>
          <p:nvPr/>
        </p:nvSpPr>
        <p:spPr>
          <a:xfrm>
            <a:off x="7113587" y="1147284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6EF5A-ACF2-4A7A-A3E8-D19D20FE8C6E}"/>
              </a:ext>
            </a:extLst>
          </p:cNvPr>
          <p:cNvSpPr/>
          <p:nvPr/>
        </p:nvSpPr>
        <p:spPr>
          <a:xfrm>
            <a:off x="9525000" y="51863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D58432-D379-4A88-AF02-2AC739E736E7}"/>
              </a:ext>
            </a:extLst>
          </p:cNvPr>
          <p:cNvSpPr/>
          <p:nvPr/>
        </p:nvSpPr>
        <p:spPr>
          <a:xfrm>
            <a:off x="9525000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6C40-0691-4673-AD55-B7506C21BE5C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7633913" y="936303"/>
            <a:ext cx="437730" cy="28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D8001-D1D8-4C9F-8161-8FCC912D572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647112" y="213693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4679A9-15FC-45C3-A696-576BE2E13A9E}"/>
              </a:ext>
            </a:extLst>
          </p:cNvPr>
          <p:cNvCxnSpPr>
            <a:cxnSpLocks/>
          </p:cNvCxnSpPr>
          <p:nvPr/>
        </p:nvCxnSpPr>
        <p:spPr>
          <a:xfrm>
            <a:off x="7504322" y="1683550"/>
            <a:ext cx="533190" cy="3438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4EE204-E71B-4CD9-80E7-C5CCFA972151}"/>
              </a:ext>
            </a:extLst>
          </p:cNvPr>
          <p:cNvCxnSpPr>
            <a:cxnSpLocks/>
          </p:cNvCxnSpPr>
          <p:nvPr/>
        </p:nvCxnSpPr>
        <p:spPr>
          <a:xfrm flipV="1">
            <a:off x="8338343" y="108085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0B8A18-9802-4686-9B6E-96C7F188BBA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628062" y="78128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72C20-02B0-4512-9798-7472E33F545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829800" y="106226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13CFBD-730A-454A-857D-4850F2877EAF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557838" y="97297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A02E0A3-D5CE-4663-8CB3-ECC74C0745C1}"/>
                  </a:ext>
                </a:extLst>
              </p14:cNvPr>
              <p14:cNvContentPartPr/>
              <p14:nvPr/>
            </p14:nvContentPartPr>
            <p14:xfrm>
              <a:off x="823320" y="635400"/>
              <a:ext cx="11354760" cy="557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A02E0A3-D5CE-4663-8CB3-ECC74C0745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3960" y="626040"/>
                <a:ext cx="11373480" cy="559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614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82F-2E4E-4DEC-B3DD-8CCF0232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04800"/>
            <a:ext cx="10155556" cy="758189"/>
          </a:xfrm>
        </p:spPr>
        <p:txBody>
          <a:bodyPr/>
          <a:lstStyle/>
          <a:p>
            <a:r>
              <a:rPr lang="en-US" dirty="0"/>
              <a:t>Adjacency List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3A5746-4E04-432E-9E0D-051C54CA786E}"/>
              </a:ext>
            </a:extLst>
          </p:cNvPr>
          <p:cNvSpPr/>
          <p:nvPr/>
        </p:nvSpPr>
        <p:spPr>
          <a:xfrm>
            <a:off x="8037512" y="53292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730CBD-8822-4DED-94B9-4DA2D6D1A350}"/>
              </a:ext>
            </a:extLst>
          </p:cNvPr>
          <p:cNvSpPr/>
          <p:nvPr/>
        </p:nvSpPr>
        <p:spPr>
          <a:xfrm>
            <a:off x="8037512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B0EBC8-B86A-421C-B334-CF10A0BD29E2}"/>
              </a:ext>
            </a:extLst>
          </p:cNvPr>
          <p:cNvSpPr/>
          <p:nvPr/>
        </p:nvSpPr>
        <p:spPr>
          <a:xfrm>
            <a:off x="7113587" y="1147284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6EF5A-ACF2-4A7A-A3E8-D19D20FE8C6E}"/>
              </a:ext>
            </a:extLst>
          </p:cNvPr>
          <p:cNvSpPr/>
          <p:nvPr/>
        </p:nvSpPr>
        <p:spPr>
          <a:xfrm>
            <a:off x="9525000" y="51863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D58432-D379-4A88-AF02-2AC739E736E7}"/>
              </a:ext>
            </a:extLst>
          </p:cNvPr>
          <p:cNvSpPr/>
          <p:nvPr/>
        </p:nvSpPr>
        <p:spPr>
          <a:xfrm>
            <a:off x="9525000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6C40-0691-4673-AD55-B7506C21BE5C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7633913" y="936303"/>
            <a:ext cx="437730" cy="28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D8001-D1D8-4C9F-8161-8FCC912D572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647112" y="213693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4679A9-15FC-45C3-A696-576BE2E13A9E}"/>
              </a:ext>
            </a:extLst>
          </p:cNvPr>
          <p:cNvCxnSpPr>
            <a:cxnSpLocks/>
          </p:cNvCxnSpPr>
          <p:nvPr/>
        </p:nvCxnSpPr>
        <p:spPr>
          <a:xfrm>
            <a:off x="7504322" y="1683550"/>
            <a:ext cx="533190" cy="3438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4EE204-E71B-4CD9-80E7-C5CCFA972151}"/>
              </a:ext>
            </a:extLst>
          </p:cNvPr>
          <p:cNvCxnSpPr>
            <a:cxnSpLocks/>
          </p:cNvCxnSpPr>
          <p:nvPr/>
        </p:nvCxnSpPr>
        <p:spPr>
          <a:xfrm flipV="1">
            <a:off x="8338343" y="108085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0B8A18-9802-4686-9B6E-96C7F188BBA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628062" y="78128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72C20-02B0-4512-9798-7472E33F545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829800" y="106226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13CFBD-730A-454A-857D-4850F2877EAF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557838" y="97297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669B96-C302-4E38-8DC8-DCB8F1A60A5B}"/>
                  </a:ext>
                </a:extLst>
              </p14:cNvPr>
              <p14:cNvContentPartPr/>
              <p14:nvPr/>
            </p14:nvContentPartPr>
            <p14:xfrm>
              <a:off x="303480" y="357120"/>
              <a:ext cx="9742680" cy="442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669B96-C302-4E38-8DC8-DCB8F1A60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20" y="347760"/>
                <a:ext cx="9761400" cy="44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3236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82F-2E4E-4DEC-B3DD-8CCF0232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04800"/>
            <a:ext cx="10155556" cy="758189"/>
          </a:xfrm>
        </p:spPr>
        <p:txBody>
          <a:bodyPr/>
          <a:lstStyle/>
          <a:p>
            <a:r>
              <a:rPr lang="en-US" dirty="0"/>
              <a:t>Adjacency List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3A5746-4E04-432E-9E0D-051C54CA786E}"/>
              </a:ext>
            </a:extLst>
          </p:cNvPr>
          <p:cNvSpPr/>
          <p:nvPr/>
        </p:nvSpPr>
        <p:spPr>
          <a:xfrm>
            <a:off x="8037512" y="53292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730CBD-8822-4DED-94B9-4DA2D6D1A350}"/>
              </a:ext>
            </a:extLst>
          </p:cNvPr>
          <p:cNvSpPr/>
          <p:nvPr/>
        </p:nvSpPr>
        <p:spPr>
          <a:xfrm>
            <a:off x="8037512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B0EBC8-B86A-421C-B334-CF10A0BD29E2}"/>
              </a:ext>
            </a:extLst>
          </p:cNvPr>
          <p:cNvSpPr/>
          <p:nvPr/>
        </p:nvSpPr>
        <p:spPr>
          <a:xfrm>
            <a:off x="7113587" y="1147284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6EF5A-ACF2-4A7A-A3E8-D19D20FE8C6E}"/>
              </a:ext>
            </a:extLst>
          </p:cNvPr>
          <p:cNvSpPr/>
          <p:nvPr/>
        </p:nvSpPr>
        <p:spPr>
          <a:xfrm>
            <a:off x="9525000" y="51863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D58432-D379-4A88-AF02-2AC739E736E7}"/>
              </a:ext>
            </a:extLst>
          </p:cNvPr>
          <p:cNvSpPr/>
          <p:nvPr/>
        </p:nvSpPr>
        <p:spPr>
          <a:xfrm>
            <a:off x="9525000" y="18702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6C40-0691-4673-AD55-B7506C21BE5C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7633913" y="936303"/>
            <a:ext cx="437730" cy="28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D8001-D1D8-4C9F-8161-8FCC912D572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647112" y="213693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4679A9-15FC-45C3-A696-576BE2E13A9E}"/>
              </a:ext>
            </a:extLst>
          </p:cNvPr>
          <p:cNvCxnSpPr>
            <a:cxnSpLocks/>
          </p:cNvCxnSpPr>
          <p:nvPr/>
        </p:nvCxnSpPr>
        <p:spPr>
          <a:xfrm>
            <a:off x="7504322" y="1683550"/>
            <a:ext cx="533190" cy="3438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4EE204-E71B-4CD9-80E7-C5CCFA972151}"/>
              </a:ext>
            </a:extLst>
          </p:cNvPr>
          <p:cNvCxnSpPr>
            <a:cxnSpLocks/>
          </p:cNvCxnSpPr>
          <p:nvPr/>
        </p:nvCxnSpPr>
        <p:spPr>
          <a:xfrm flipV="1">
            <a:off x="8338343" y="108085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0B8A18-9802-4686-9B6E-96C7F188BBA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628062" y="78128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72C20-02B0-4512-9798-7472E33F545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829800" y="106226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13CFBD-730A-454A-857D-4850F2877EAF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557838" y="97297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4E76C62-CB91-404B-B1CD-DEF9637BEFD7}"/>
                  </a:ext>
                </a:extLst>
              </p14:cNvPr>
              <p14:cNvContentPartPr/>
              <p14:nvPr/>
            </p14:nvContentPartPr>
            <p14:xfrm>
              <a:off x="-53640" y="312480"/>
              <a:ext cx="11519640" cy="5599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4E76C62-CB91-404B-B1CD-DEF9637BEF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63000" y="303120"/>
                <a:ext cx="11538360" cy="56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1141B5-1BDA-40EC-8A5D-2E88EB5BB502}"/>
                  </a:ext>
                </a:extLst>
              </p14:cNvPr>
              <p14:cNvContentPartPr/>
              <p14:nvPr/>
            </p14:nvContentPartPr>
            <p14:xfrm>
              <a:off x="1446480" y="3857760"/>
              <a:ext cx="9742680" cy="229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1141B5-1BDA-40EC-8A5D-2E88EB5BB5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7120" y="3848400"/>
                <a:ext cx="9761400" cy="231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429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7021" y="915347"/>
            <a:ext cx="433705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none" spc="-80" dirty="0">
                <a:latin typeface="Times New Roman"/>
                <a:cs typeface="Times New Roman"/>
              </a:rPr>
              <a:t>Adjacency</a:t>
            </a:r>
            <a:r>
              <a:rPr b="0" u="none" spc="135" dirty="0">
                <a:latin typeface="Times New Roman"/>
                <a:cs typeface="Times New Roman"/>
              </a:rPr>
              <a:t> </a:t>
            </a:r>
            <a:r>
              <a:rPr b="0" u="none" spc="-65" dirty="0">
                <a:latin typeface="Times New Roman"/>
                <a:cs typeface="Times New Roman"/>
              </a:rPr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8748" y="4371090"/>
            <a:ext cx="29718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50" spc="-85" dirty="0">
                <a:latin typeface="Symbol"/>
                <a:cs typeface="Symbol"/>
              </a:rPr>
              <a:t></a:t>
            </a:r>
            <a:r>
              <a:rPr sz="3225" spc="-127" baseline="-27131" dirty="0">
                <a:latin typeface="Times New Roman"/>
                <a:cs typeface="Times New Roman"/>
              </a:rPr>
              <a:t>1</a:t>
            </a:r>
            <a:endParaRPr sz="3225" baseline="-2713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0999" y="4371095"/>
            <a:ext cx="35242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225" spc="30" baseline="-27131" dirty="0">
                <a:latin typeface="Times New Roman"/>
                <a:cs typeface="Times New Roman"/>
              </a:rPr>
              <a:t>1</a:t>
            </a:r>
            <a:r>
              <a:rPr sz="3225" spc="-525" baseline="-27131" dirty="0">
                <a:latin typeface="Times New Roman"/>
                <a:cs typeface="Times New Roman"/>
              </a:rPr>
              <a:t> </a:t>
            </a:r>
            <a:r>
              <a:rPr sz="2150" spc="15" dirty="0">
                <a:latin typeface="Symbol"/>
                <a:cs typeface="Symbol"/>
              </a:rPr>
              <a:t>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3348" y="4001404"/>
            <a:ext cx="1652905" cy="169481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95"/>
              </a:spcBef>
              <a:tabLst>
                <a:tab pos="538480" algn="l"/>
                <a:tab pos="932180" algn="l"/>
                <a:tab pos="1325245" algn="l"/>
              </a:tabLst>
            </a:pPr>
            <a:r>
              <a:rPr sz="3225" spc="37" baseline="-3875" dirty="0">
                <a:latin typeface="Symbol"/>
                <a:cs typeface="Symbol"/>
              </a:rPr>
              <a:t></a:t>
            </a:r>
            <a:r>
              <a:rPr sz="2150" spc="25" dirty="0">
                <a:latin typeface="Times New Roman"/>
                <a:cs typeface="Times New Roman"/>
              </a:rPr>
              <a:t>0	</a:t>
            </a:r>
            <a:r>
              <a:rPr sz="2150" spc="20" dirty="0">
                <a:latin typeface="Times New Roman"/>
                <a:cs typeface="Times New Roman"/>
              </a:rPr>
              <a:t>1	1	1</a:t>
            </a:r>
            <a:r>
              <a:rPr sz="2150" spc="-405" dirty="0">
                <a:latin typeface="Times New Roman"/>
                <a:cs typeface="Times New Roman"/>
              </a:rPr>
              <a:t> </a:t>
            </a:r>
            <a:r>
              <a:rPr sz="3225" spc="22" baseline="-3875" dirty="0">
                <a:latin typeface="Symbol"/>
                <a:cs typeface="Symbol"/>
              </a:rPr>
              <a:t></a:t>
            </a:r>
            <a:endParaRPr sz="3225" baseline="-3875">
              <a:latin typeface="Symbol"/>
              <a:cs typeface="Symbol"/>
            </a:endParaRPr>
          </a:p>
          <a:p>
            <a:pPr marL="63500">
              <a:lnSpc>
                <a:spcPct val="100000"/>
              </a:lnSpc>
              <a:spcBef>
                <a:spcPts val="705"/>
              </a:spcBef>
              <a:tabLst>
                <a:tab pos="565785" algn="l"/>
                <a:tab pos="932180" algn="l"/>
                <a:tab pos="1494155" algn="l"/>
              </a:tabLst>
            </a:pPr>
            <a:r>
              <a:rPr sz="3225" spc="22" baseline="-27131" dirty="0">
                <a:latin typeface="Symbol"/>
                <a:cs typeface="Symbol"/>
              </a:rPr>
              <a:t></a:t>
            </a:r>
            <a:r>
              <a:rPr sz="3225" spc="22" baseline="-27131" dirty="0">
                <a:latin typeface="Times New Roman"/>
                <a:cs typeface="Times New Roman"/>
              </a:rPr>
              <a:t>	</a:t>
            </a:r>
            <a:r>
              <a:rPr sz="2150" spc="20" dirty="0">
                <a:latin typeface="Times New Roman"/>
                <a:cs typeface="Times New Roman"/>
              </a:rPr>
              <a:t>0	1	</a:t>
            </a:r>
            <a:r>
              <a:rPr sz="3225" spc="22" baseline="-27131" dirty="0">
                <a:latin typeface="Symbol"/>
                <a:cs typeface="Symbol"/>
              </a:rPr>
              <a:t></a:t>
            </a:r>
            <a:endParaRPr sz="3225" baseline="-27131">
              <a:latin typeface="Symbol"/>
              <a:cs typeface="Symbol"/>
            </a:endParaRPr>
          </a:p>
          <a:p>
            <a:pPr marL="63500">
              <a:lnSpc>
                <a:spcPts val="2260"/>
              </a:lnSpc>
              <a:spcBef>
                <a:spcPts val="705"/>
              </a:spcBef>
              <a:tabLst>
                <a:tab pos="538480" algn="l"/>
                <a:tab pos="959485" algn="l"/>
                <a:tab pos="1325245" algn="l"/>
              </a:tabLst>
            </a:pPr>
            <a:r>
              <a:rPr sz="3225" spc="-127" baseline="3875" dirty="0">
                <a:latin typeface="Symbol"/>
                <a:cs typeface="Symbol"/>
              </a:rPr>
              <a:t></a:t>
            </a:r>
            <a:r>
              <a:rPr sz="2150" spc="-85" dirty="0">
                <a:latin typeface="Times New Roman"/>
                <a:cs typeface="Times New Roman"/>
              </a:rPr>
              <a:t>1	</a:t>
            </a:r>
            <a:r>
              <a:rPr sz="2150" spc="20" dirty="0">
                <a:latin typeface="Times New Roman"/>
                <a:cs typeface="Times New Roman"/>
              </a:rPr>
              <a:t>1	0	1</a:t>
            </a:r>
            <a:r>
              <a:rPr sz="2150" spc="-405" dirty="0">
                <a:latin typeface="Times New Roman"/>
                <a:cs typeface="Times New Roman"/>
              </a:rPr>
              <a:t> </a:t>
            </a:r>
            <a:r>
              <a:rPr sz="3225" spc="22" baseline="3875" dirty="0">
                <a:latin typeface="Symbol"/>
                <a:cs typeface="Symbol"/>
              </a:rPr>
              <a:t></a:t>
            </a:r>
            <a:endParaRPr sz="3225" baseline="3875">
              <a:latin typeface="Symbol"/>
              <a:cs typeface="Symbol"/>
            </a:endParaRPr>
          </a:p>
          <a:p>
            <a:pPr marL="63500">
              <a:lnSpc>
                <a:spcPts val="1645"/>
              </a:lnSpc>
              <a:tabLst>
                <a:tab pos="1494155" algn="l"/>
              </a:tabLst>
            </a:pPr>
            <a:r>
              <a:rPr sz="2150" spc="15" dirty="0">
                <a:latin typeface="Symbol"/>
                <a:cs typeface="Symbol"/>
              </a:rPr>
              <a:t></a:t>
            </a:r>
            <a:r>
              <a:rPr sz="2150" spc="15" dirty="0">
                <a:latin typeface="Times New Roman"/>
                <a:cs typeface="Times New Roman"/>
              </a:rPr>
              <a:t>	</a:t>
            </a:r>
            <a:r>
              <a:rPr sz="2150" spc="15" dirty="0">
                <a:latin typeface="Symbol"/>
                <a:cs typeface="Symbol"/>
              </a:rPr>
              <a:t></a:t>
            </a:r>
            <a:endParaRPr sz="2150">
              <a:latin typeface="Symbol"/>
              <a:cs typeface="Symbol"/>
            </a:endParaRPr>
          </a:p>
          <a:p>
            <a:pPr marL="63500">
              <a:lnSpc>
                <a:spcPts val="1960"/>
              </a:lnSpc>
              <a:tabLst>
                <a:tab pos="538480" algn="l"/>
                <a:tab pos="932180" algn="l"/>
                <a:tab pos="1353185" algn="l"/>
              </a:tabLst>
            </a:pPr>
            <a:r>
              <a:rPr sz="3225" spc="-127" baseline="-15503" dirty="0">
                <a:latin typeface="Symbol"/>
                <a:cs typeface="Symbol"/>
              </a:rPr>
              <a:t></a:t>
            </a:r>
            <a:r>
              <a:rPr sz="2150" spc="-85" dirty="0">
                <a:latin typeface="Times New Roman"/>
                <a:cs typeface="Times New Roman"/>
              </a:rPr>
              <a:t>1	</a:t>
            </a:r>
            <a:r>
              <a:rPr sz="2150" spc="20" dirty="0">
                <a:latin typeface="Times New Roman"/>
                <a:cs typeface="Times New Roman"/>
              </a:rPr>
              <a:t>1	1	0</a:t>
            </a:r>
            <a:r>
              <a:rPr sz="3225" spc="30" baseline="-15503" dirty="0">
                <a:latin typeface="Symbol"/>
                <a:cs typeface="Symbol"/>
              </a:rPr>
              <a:t></a:t>
            </a:r>
            <a:endParaRPr sz="3225" baseline="-15503">
              <a:latin typeface="Symbol"/>
              <a:cs typeface="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4578" y="199034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222260"/>
                </a:moveTo>
                <a:lnTo>
                  <a:pt x="4517" y="177486"/>
                </a:lnTo>
                <a:lnTo>
                  <a:pt x="17473" y="135775"/>
                </a:lnTo>
                <a:lnTo>
                  <a:pt x="37970" y="98022"/>
                </a:lnTo>
                <a:lnTo>
                  <a:pt x="65115" y="65124"/>
                </a:lnTo>
                <a:lnTo>
                  <a:pt x="98010" y="37976"/>
                </a:lnTo>
                <a:lnTo>
                  <a:pt x="135760" y="17475"/>
                </a:lnTo>
                <a:lnTo>
                  <a:pt x="177469" y="4518"/>
                </a:lnTo>
                <a:lnTo>
                  <a:pt x="222241" y="0"/>
                </a:lnTo>
                <a:lnTo>
                  <a:pt x="267057" y="4518"/>
                </a:lnTo>
                <a:lnTo>
                  <a:pt x="308787" y="17475"/>
                </a:lnTo>
                <a:lnTo>
                  <a:pt x="346541" y="37976"/>
                </a:lnTo>
                <a:lnTo>
                  <a:pt x="379429" y="65124"/>
                </a:lnTo>
                <a:lnTo>
                  <a:pt x="406559" y="98022"/>
                </a:lnTo>
                <a:lnTo>
                  <a:pt x="427041" y="135775"/>
                </a:lnTo>
                <a:lnTo>
                  <a:pt x="439983" y="177486"/>
                </a:lnTo>
                <a:lnTo>
                  <a:pt x="444495" y="222260"/>
                </a:lnTo>
                <a:lnTo>
                  <a:pt x="439983" y="267067"/>
                </a:lnTo>
                <a:lnTo>
                  <a:pt x="427041" y="308791"/>
                </a:lnTo>
                <a:lnTo>
                  <a:pt x="406559" y="346541"/>
                </a:lnTo>
                <a:lnTo>
                  <a:pt x="379429" y="379426"/>
                </a:lnTo>
                <a:lnTo>
                  <a:pt x="346541" y="406554"/>
                </a:lnTo>
                <a:lnTo>
                  <a:pt x="308787" y="427035"/>
                </a:lnTo>
                <a:lnTo>
                  <a:pt x="267057" y="439977"/>
                </a:lnTo>
                <a:lnTo>
                  <a:pt x="222241" y="444489"/>
                </a:lnTo>
                <a:lnTo>
                  <a:pt x="177469" y="439977"/>
                </a:lnTo>
                <a:lnTo>
                  <a:pt x="135760" y="427035"/>
                </a:lnTo>
                <a:lnTo>
                  <a:pt x="98010" y="406554"/>
                </a:lnTo>
                <a:lnTo>
                  <a:pt x="65115" y="379426"/>
                </a:lnTo>
                <a:lnTo>
                  <a:pt x="37970" y="346541"/>
                </a:lnTo>
                <a:lnTo>
                  <a:pt x="17473" y="308791"/>
                </a:lnTo>
                <a:lnTo>
                  <a:pt x="4517" y="267067"/>
                </a:lnTo>
                <a:lnTo>
                  <a:pt x="0" y="222260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42973" y="1970020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626F52"/>
                </a:solidFill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28778" y="275234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222260"/>
                </a:moveTo>
                <a:lnTo>
                  <a:pt x="4517" y="177486"/>
                </a:lnTo>
                <a:lnTo>
                  <a:pt x="17473" y="135775"/>
                </a:lnTo>
                <a:lnTo>
                  <a:pt x="37970" y="98022"/>
                </a:lnTo>
                <a:lnTo>
                  <a:pt x="65115" y="65124"/>
                </a:lnTo>
                <a:lnTo>
                  <a:pt x="98010" y="37976"/>
                </a:lnTo>
                <a:lnTo>
                  <a:pt x="135760" y="17475"/>
                </a:lnTo>
                <a:lnTo>
                  <a:pt x="177469" y="4518"/>
                </a:lnTo>
                <a:lnTo>
                  <a:pt x="222241" y="0"/>
                </a:lnTo>
                <a:lnTo>
                  <a:pt x="267052" y="4518"/>
                </a:lnTo>
                <a:lnTo>
                  <a:pt x="308780" y="17475"/>
                </a:lnTo>
                <a:lnTo>
                  <a:pt x="346535" y="37976"/>
                </a:lnTo>
                <a:lnTo>
                  <a:pt x="379423" y="65124"/>
                </a:lnTo>
                <a:lnTo>
                  <a:pt x="406555" y="98022"/>
                </a:lnTo>
                <a:lnTo>
                  <a:pt x="427039" y="135775"/>
                </a:lnTo>
                <a:lnTo>
                  <a:pt x="439983" y="177486"/>
                </a:lnTo>
                <a:lnTo>
                  <a:pt x="444495" y="222260"/>
                </a:lnTo>
                <a:lnTo>
                  <a:pt x="439983" y="267067"/>
                </a:lnTo>
                <a:lnTo>
                  <a:pt x="427039" y="308791"/>
                </a:lnTo>
                <a:lnTo>
                  <a:pt x="406555" y="346541"/>
                </a:lnTo>
                <a:lnTo>
                  <a:pt x="379423" y="379426"/>
                </a:lnTo>
                <a:lnTo>
                  <a:pt x="346535" y="406554"/>
                </a:lnTo>
                <a:lnTo>
                  <a:pt x="308780" y="427035"/>
                </a:lnTo>
                <a:lnTo>
                  <a:pt x="267052" y="439977"/>
                </a:lnTo>
                <a:lnTo>
                  <a:pt x="222241" y="444489"/>
                </a:lnTo>
                <a:lnTo>
                  <a:pt x="177469" y="439977"/>
                </a:lnTo>
                <a:lnTo>
                  <a:pt x="135760" y="427035"/>
                </a:lnTo>
                <a:lnTo>
                  <a:pt x="98010" y="406554"/>
                </a:lnTo>
                <a:lnTo>
                  <a:pt x="65115" y="379426"/>
                </a:lnTo>
                <a:lnTo>
                  <a:pt x="37970" y="346541"/>
                </a:lnTo>
                <a:lnTo>
                  <a:pt x="17473" y="308791"/>
                </a:lnTo>
                <a:lnTo>
                  <a:pt x="4517" y="267067"/>
                </a:lnTo>
                <a:lnTo>
                  <a:pt x="0" y="222260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56791" y="2733354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0" dirty="0">
                <a:solidFill>
                  <a:srgbClr val="626F52"/>
                </a:solidFill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00384" y="275234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222260"/>
                </a:moveTo>
                <a:lnTo>
                  <a:pt x="4517" y="177486"/>
                </a:lnTo>
                <a:lnTo>
                  <a:pt x="17471" y="135775"/>
                </a:lnTo>
                <a:lnTo>
                  <a:pt x="37967" y="98022"/>
                </a:lnTo>
                <a:lnTo>
                  <a:pt x="65109" y="65124"/>
                </a:lnTo>
                <a:lnTo>
                  <a:pt x="98001" y="37976"/>
                </a:lnTo>
                <a:lnTo>
                  <a:pt x="135749" y="17475"/>
                </a:lnTo>
                <a:lnTo>
                  <a:pt x="177457" y="4518"/>
                </a:lnTo>
                <a:lnTo>
                  <a:pt x="222229" y="0"/>
                </a:lnTo>
                <a:lnTo>
                  <a:pt x="267046" y="4518"/>
                </a:lnTo>
                <a:lnTo>
                  <a:pt x="308778" y="17475"/>
                </a:lnTo>
                <a:lnTo>
                  <a:pt x="346534" y="37976"/>
                </a:lnTo>
                <a:lnTo>
                  <a:pt x="379422" y="65124"/>
                </a:lnTo>
                <a:lnTo>
                  <a:pt x="406553" y="98022"/>
                </a:lnTo>
                <a:lnTo>
                  <a:pt x="427035" y="135775"/>
                </a:lnTo>
                <a:lnTo>
                  <a:pt x="439977" y="177486"/>
                </a:lnTo>
                <a:lnTo>
                  <a:pt x="444489" y="222260"/>
                </a:lnTo>
                <a:lnTo>
                  <a:pt x="439977" y="267067"/>
                </a:lnTo>
                <a:lnTo>
                  <a:pt x="427035" y="308791"/>
                </a:lnTo>
                <a:lnTo>
                  <a:pt x="406553" y="346541"/>
                </a:lnTo>
                <a:lnTo>
                  <a:pt x="379422" y="379426"/>
                </a:lnTo>
                <a:lnTo>
                  <a:pt x="346534" y="406554"/>
                </a:lnTo>
                <a:lnTo>
                  <a:pt x="308778" y="427035"/>
                </a:lnTo>
                <a:lnTo>
                  <a:pt x="267046" y="439977"/>
                </a:lnTo>
                <a:lnTo>
                  <a:pt x="222229" y="444489"/>
                </a:lnTo>
                <a:lnTo>
                  <a:pt x="177457" y="439977"/>
                </a:lnTo>
                <a:lnTo>
                  <a:pt x="135749" y="427035"/>
                </a:lnTo>
                <a:lnTo>
                  <a:pt x="98001" y="406554"/>
                </a:lnTo>
                <a:lnTo>
                  <a:pt x="65109" y="379426"/>
                </a:lnTo>
                <a:lnTo>
                  <a:pt x="37967" y="346541"/>
                </a:lnTo>
                <a:lnTo>
                  <a:pt x="17471" y="308791"/>
                </a:lnTo>
                <a:lnTo>
                  <a:pt x="4517" y="267067"/>
                </a:lnTo>
                <a:lnTo>
                  <a:pt x="0" y="222260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29281" y="2733354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0" dirty="0">
                <a:solidFill>
                  <a:srgbClr val="626F52"/>
                </a:solidFill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14578" y="336194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222260"/>
                </a:moveTo>
                <a:lnTo>
                  <a:pt x="4517" y="177486"/>
                </a:lnTo>
                <a:lnTo>
                  <a:pt x="17473" y="135775"/>
                </a:lnTo>
                <a:lnTo>
                  <a:pt x="37970" y="98022"/>
                </a:lnTo>
                <a:lnTo>
                  <a:pt x="65115" y="65124"/>
                </a:lnTo>
                <a:lnTo>
                  <a:pt x="98010" y="37976"/>
                </a:lnTo>
                <a:lnTo>
                  <a:pt x="135760" y="17475"/>
                </a:lnTo>
                <a:lnTo>
                  <a:pt x="177469" y="4518"/>
                </a:lnTo>
                <a:lnTo>
                  <a:pt x="222241" y="0"/>
                </a:lnTo>
                <a:lnTo>
                  <a:pt x="267057" y="4518"/>
                </a:lnTo>
                <a:lnTo>
                  <a:pt x="308787" y="17475"/>
                </a:lnTo>
                <a:lnTo>
                  <a:pt x="346541" y="37976"/>
                </a:lnTo>
                <a:lnTo>
                  <a:pt x="379429" y="65124"/>
                </a:lnTo>
                <a:lnTo>
                  <a:pt x="406559" y="98022"/>
                </a:lnTo>
                <a:lnTo>
                  <a:pt x="427041" y="135775"/>
                </a:lnTo>
                <a:lnTo>
                  <a:pt x="439983" y="177486"/>
                </a:lnTo>
                <a:lnTo>
                  <a:pt x="444495" y="222260"/>
                </a:lnTo>
                <a:lnTo>
                  <a:pt x="439983" y="267067"/>
                </a:lnTo>
                <a:lnTo>
                  <a:pt x="427041" y="308791"/>
                </a:lnTo>
                <a:lnTo>
                  <a:pt x="406559" y="346541"/>
                </a:lnTo>
                <a:lnTo>
                  <a:pt x="379429" y="379426"/>
                </a:lnTo>
                <a:lnTo>
                  <a:pt x="346541" y="406554"/>
                </a:lnTo>
                <a:lnTo>
                  <a:pt x="308787" y="427035"/>
                </a:lnTo>
                <a:lnTo>
                  <a:pt x="267057" y="439977"/>
                </a:lnTo>
                <a:lnTo>
                  <a:pt x="222241" y="444489"/>
                </a:lnTo>
                <a:lnTo>
                  <a:pt x="177469" y="439977"/>
                </a:lnTo>
                <a:lnTo>
                  <a:pt x="135760" y="427035"/>
                </a:lnTo>
                <a:lnTo>
                  <a:pt x="98010" y="406554"/>
                </a:lnTo>
                <a:lnTo>
                  <a:pt x="65115" y="379426"/>
                </a:lnTo>
                <a:lnTo>
                  <a:pt x="37970" y="346541"/>
                </a:lnTo>
                <a:lnTo>
                  <a:pt x="17473" y="308791"/>
                </a:lnTo>
                <a:lnTo>
                  <a:pt x="4517" y="267067"/>
                </a:lnTo>
                <a:lnTo>
                  <a:pt x="0" y="222260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42973" y="3343653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626F52"/>
                </a:solidFill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36819" y="2441204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79619" y="2974604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3" y="0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68498" y="2365004"/>
            <a:ext cx="408305" cy="434975"/>
          </a:xfrm>
          <a:custGeom>
            <a:avLst/>
            <a:gdLst/>
            <a:ahLst/>
            <a:cxnLst/>
            <a:rect l="l" t="t" r="r" b="b"/>
            <a:pathLst>
              <a:path w="408305" h="434975">
                <a:moveTo>
                  <a:pt x="408050" y="0"/>
                </a:moveTo>
                <a:lnTo>
                  <a:pt x="0" y="434949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89213" y="2365004"/>
            <a:ext cx="422909" cy="434975"/>
          </a:xfrm>
          <a:custGeom>
            <a:avLst/>
            <a:gdLst/>
            <a:ahLst/>
            <a:cxnLst/>
            <a:rect l="l" t="t" r="r" b="b"/>
            <a:pathLst>
              <a:path w="422910" h="434975">
                <a:moveTo>
                  <a:pt x="0" y="0"/>
                </a:moveTo>
                <a:lnTo>
                  <a:pt x="422300" y="434949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54270" y="3180953"/>
            <a:ext cx="354330" cy="313055"/>
          </a:xfrm>
          <a:custGeom>
            <a:avLst/>
            <a:gdLst/>
            <a:ahLst/>
            <a:cxnLst/>
            <a:rect l="l" t="t" r="r" b="b"/>
            <a:pathLst>
              <a:path w="354330" h="313054">
                <a:moveTo>
                  <a:pt x="0" y="0"/>
                </a:moveTo>
                <a:lnTo>
                  <a:pt x="353948" y="312816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43193" y="3154040"/>
            <a:ext cx="327025" cy="339725"/>
          </a:xfrm>
          <a:custGeom>
            <a:avLst/>
            <a:gdLst/>
            <a:ahLst/>
            <a:cxnLst/>
            <a:rect l="l" t="t" r="r" b="b"/>
            <a:pathLst>
              <a:path w="327025" h="339725">
                <a:moveTo>
                  <a:pt x="327019" y="0"/>
                </a:moveTo>
                <a:lnTo>
                  <a:pt x="0" y="339730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82344" y="4871146"/>
            <a:ext cx="390525" cy="603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270"/>
              </a:lnSpc>
              <a:spcBef>
                <a:spcPts val="110"/>
              </a:spcBef>
            </a:pPr>
            <a:r>
              <a:rPr sz="2100" spc="440" dirty="0">
                <a:latin typeface="Symbol"/>
                <a:cs typeface="Symbol"/>
              </a:rPr>
              <a:t></a:t>
            </a:r>
            <a:r>
              <a:rPr sz="3150" spc="847" baseline="1322" dirty="0">
                <a:latin typeface="Times New Roman"/>
                <a:cs typeface="Times New Roman"/>
              </a:rPr>
              <a:t>0</a:t>
            </a:r>
            <a:endParaRPr sz="3150" baseline="1322">
              <a:latin typeface="Times New Roman"/>
              <a:cs typeface="Times New Roman"/>
            </a:endParaRPr>
          </a:p>
          <a:p>
            <a:pPr marL="12700">
              <a:lnSpc>
                <a:spcPts val="2270"/>
              </a:lnSpc>
            </a:pPr>
            <a:r>
              <a:rPr sz="2100" spc="434" dirty="0">
                <a:latin typeface="Symbol"/>
                <a:cs typeface="Symbol"/>
              </a:rPr>
              <a:t>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56944" y="5213575"/>
            <a:ext cx="441325" cy="77406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3150" spc="517" baseline="-25132" dirty="0">
                <a:latin typeface="Symbol"/>
                <a:cs typeface="Symbol"/>
              </a:rPr>
              <a:t></a:t>
            </a:r>
            <a:r>
              <a:rPr sz="2100" spc="345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2100" spc="65" dirty="0">
                <a:latin typeface="Symbol"/>
                <a:cs typeface="Symbol"/>
              </a:rPr>
              <a:t></a:t>
            </a:r>
            <a:r>
              <a:rPr sz="3150" spc="97" baseline="-21164" dirty="0">
                <a:latin typeface="Symbol"/>
                <a:cs typeface="Symbol"/>
              </a:rPr>
              <a:t></a:t>
            </a:r>
            <a:r>
              <a:rPr sz="3150" spc="97" baseline="-6613" dirty="0">
                <a:latin typeface="Times New Roman"/>
                <a:cs typeface="Times New Roman"/>
              </a:rPr>
              <a:t>0</a:t>
            </a:r>
            <a:endParaRPr sz="3150" baseline="-66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46997" y="4871146"/>
            <a:ext cx="1051560" cy="1146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2270"/>
              </a:lnSpc>
              <a:spcBef>
                <a:spcPts val="110"/>
              </a:spcBef>
              <a:tabLst>
                <a:tab pos="649605" algn="l"/>
              </a:tabLst>
            </a:pPr>
            <a:r>
              <a:rPr sz="3150" spc="847" baseline="1322" dirty="0">
                <a:latin typeface="Times New Roman"/>
                <a:cs typeface="Times New Roman"/>
              </a:rPr>
              <a:t>1	</a:t>
            </a:r>
            <a:r>
              <a:rPr sz="3150" spc="742" baseline="1322" dirty="0">
                <a:latin typeface="Times New Roman"/>
                <a:cs typeface="Times New Roman"/>
              </a:rPr>
              <a:t>0</a:t>
            </a:r>
            <a:r>
              <a:rPr sz="2100" spc="495" dirty="0">
                <a:latin typeface="Symbol"/>
                <a:cs typeface="Symbol"/>
              </a:rPr>
              <a:t></a:t>
            </a:r>
            <a:endParaRPr sz="2100">
              <a:latin typeface="Symbol"/>
              <a:cs typeface="Symbol"/>
            </a:endParaRPr>
          </a:p>
          <a:p>
            <a:pPr marL="78740">
              <a:lnSpc>
                <a:spcPts val="2270"/>
              </a:lnSpc>
              <a:tabLst>
                <a:tab pos="854710" algn="l"/>
              </a:tabLst>
            </a:pPr>
            <a:r>
              <a:rPr sz="3150" spc="847" baseline="-29100" dirty="0">
                <a:latin typeface="Times New Roman"/>
                <a:cs typeface="Times New Roman"/>
              </a:rPr>
              <a:t>0	</a:t>
            </a:r>
            <a:r>
              <a:rPr sz="2100" spc="434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  <a:p>
            <a:pPr marL="78740">
              <a:lnSpc>
                <a:spcPct val="100000"/>
              </a:lnSpc>
              <a:spcBef>
                <a:spcPts val="1750"/>
              </a:spcBef>
            </a:pPr>
            <a:r>
              <a:rPr sz="2100" spc="565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9214" y="5213575"/>
            <a:ext cx="478790" cy="77406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2100" spc="565" dirty="0">
                <a:latin typeface="Times New Roman"/>
                <a:cs typeface="Times New Roman"/>
              </a:rPr>
              <a:t>1</a:t>
            </a:r>
            <a:r>
              <a:rPr sz="2100" spc="-315" dirty="0">
                <a:latin typeface="Times New Roman"/>
                <a:cs typeface="Times New Roman"/>
              </a:rPr>
              <a:t> </a:t>
            </a:r>
            <a:r>
              <a:rPr sz="3150" spc="652" baseline="-25132" dirty="0">
                <a:latin typeface="Symbol"/>
                <a:cs typeface="Symbol"/>
              </a:rPr>
              <a:t></a:t>
            </a:r>
            <a:endParaRPr sz="3150" baseline="-25132">
              <a:latin typeface="Symbol"/>
              <a:cs typeface="Symbol"/>
            </a:endParaRPr>
          </a:p>
          <a:p>
            <a:pPr marL="77470">
              <a:lnSpc>
                <a:spcPct val="100000"/>
              </a:lnSpc>
              <a:spcBef>
                <a:spcPts val="425"/>
              </a:spcBef>
            </a:pPr>
            <a:r>
              <a:rPr sz="3150" spc="89" baseline="-6613" dirty="0">
                <a:latin typeface="Times New Roman"/>
                <a:cs typeface="Times New Roman"/>
              </a:rPr>
              <a:t>0</a:t>
            </a:r>
            <a:r>
              <a:rPr sz="2100" spc="60" dirty="0">
                <a:latin typeface="Symbol"/>
                <a:cs typeface="Symbol"/>
              </a:rPr>
              <a:t></a:t>
            </a:r>
            <a:r>
              <a:rPr sz="3150" spc="89" baseline="-21164" dirty="0">
                <a:latin typeface="Symbol"/>
                <a:cs typeface="Symbol"/>
              </a:rPr>
              <a:t></a:t>
            </a:r>
            <a:endParaRPr sz="3150" baseline="-21164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45289" y="1990344"/>
            <a:ext cx="445134" cy="444500"/>
          </a:xfrm>
          <a:custGeom>
            <a:avLst/>
            <a:gdLst/>
            <a:ahLst/>
            <a:cxnLst/>
            <a:rect l="l" t="t" r="r" b="b"/>
            <a:pathLst>
              <a:path w="445134" h="444500">
                <a:moveTo>
                  <a:pt x="0" y="222260"/>
                </a:moveTo>
                <a:lnTo>
                  <a:pt x="4518" y="177486"/>
                </a:lnTo>
                <a:lnTo>
                  <a:pt x="17475" y="135775"/>
                </a:lnTo>
                <a:lnTo>
                  <a:pt x="37976" y="98022"/>
                </a:lnTo>
                <a:lnTo>
                  <a:pt x="65124" y="65124"/>
                </a:lnTo>
                <a:lnTo>
                  <a:pt x="98022" y="37976"/>
                </a:lnTo>
                <a:lnTo>
                  <a:pt x="135775" y="17475"/>
                </a:lnTo>
                <a:lnTo>
                  <a:pt x="177486" y="4518"/>
                </a:lnTo>
                <a:lnTo>
                  <a:pt x="222260" y="0"/>
                </a:lnTo>
                <a:lnTo>
                  <a:pt x="267068" y="4518"/>
                </a:lnTo>
                <a:lnTo>
                  <a:pt x="308796" y="17475"/>
                </a:lnTo>
                <a:lnTo>
                  <a:pt x="346551" y="37976"/>
                </a:lnTo>
                <a:lnTo>
                  <a:pt x="379441" y="65124"/>
                </a:lnTo>
                <a:lnTo>
                  <a:pt x="406575" y="98022"/>
                </a:lnTo>
                <a:lnTo>
                  <a:pt x="427061" y="135775"/>
                </a:lnTo>
                <a:lnTo>
                  <a:pt x="440006" y="177486"/>
                </a:lnTo>
                <a:lnTo>
                  <a:pt x="444520" y="222260"/>
                </a:lnTo>
                <a:lnTo>
                  <a:pt x="440006" y="267067"/>
                </a:lnTo>
                <a:lnTo>
                  <a:pt x="427061" y="308791"/>
                </a:lnTo>
                <a:lnTo>
                  <a:pt x="406575" y="346541"/>
                </a:lnTo>
                <a:lnTo>
                  <a:pt x="379441" y="379426"/>
                </a:lnTo>
                <a:lnTo>
                  <a:pt x="346551" y="406554"/>
                </a:lnTo>
                <a:lnTo>
                  <a:pt x="308796" y="427035"/>
                </a:lnTo>
                <a:lnTo>
                  <a:pt x="267068" y="439977"/>
                </a:lnTo>
                <a:lnTo>
                  <a:pt x="222260" y="444489"/>
                </a:lnTo>
                <a:lnTo>
                  <a:pt x="177486" y="439977"/>
                </a:lnTo>
                <a:lnTo>
                  <a:pt x="135775" y="427035"/>
                </a:lnTo>
                <a:lnTo>
                  <a:pt x="98022" y="406554"/>
                </a:lnTo>
                <a:lnTo>
                  <a:pt x="65124" y="379426"/>
                </a:lnTo>
                <a:lnTo>
                  <a:pt x="37976" y="346541"/>
                </a:lnTo>
                <a:lnTo>
                  <a:pt x="17475" y="308791"/>
                </a:lnTo>
                <a:lnTo>
                  <a:pt x="4518" y="267067"/>
                </a:lnTo>
                <a:lnTo>
                  <a:pt x="0" y="222260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976750" y="1970020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626F52"/>
                </a:solidFill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43765" y="3093720"/>
            <a:ext cx="445134" cy="444500"/>
          </a:xfrm>
          <a:custGeom>
            <a:avLst/>
            <a:gdLst/>
            <a:ahLst/>
            <a:cxnLst/>
            <a:rect l="l" t="t" r="r" b="b"/>
            <a:pathLst>
              <a:path w="445134" h="444500">
                <a:moveTo>
                  <a:pt x="0" y="222260"/>
                </a:moveTo>
                <a:lnTo>
                  <a:pt x="4513" y="177443"/>
                </a:lnTo>
                <a:lnTo>
                  <a:pt x="17458" y="135711"/>
                </a:lnTo>
                <a:lnTo>
                  <a:pt x="37944" y="97955"/>
                </a:lnTo>
                <a:lnTo>
                  <a:pt x="65078" y="65067"/>
                </a:lnTo>
                <a:lnTo>
                  <a:pt x="97969" y="37936"/>
                </a:lnTo>
                <a:lnTo>
                  <a:pt x="135724" y="17454"/>
                </a:lnTo>
                <a:lnTo>
                  <a:pt x="177451" y="4512"/>
                </a:lnTo>
                <a:lnTo>
                  <a:pt x="222260" y="0"/>
                </a:lnTo>
                <a:lnTo>
                  <a:pt x="267033" y="4512"/>
                </a:lnTo>
                <a:lnTo>
                  <a:pt x="308744" y="17454"/>
                </a:lnTo>
                <a:lnTo>
                  <a:pt x="346497" y="37936"/>
                </a:lnTo>
                <a:lnTo>
                  <a:pt x="379395" y="65067"/>
                </a:lnTo>
                <a:lnTo>
                  <a:pt x="406543" y="97955"/>
                </a:lnTo>
                <a:lnTo>
                  <a:pt x="427044" y="135711"/>
                </a:lnTo>
                <a:lnTo>
                  <a:pt x="440001" y="177443"/>
                </a:lnTo>
                <a:lnTo>
                  <a:pt x="444520" y="222260"/>
                </a:lnTo>
                <a:lnTo>
                  <a:pt x="440001" y="267032"/>
                </a:lnTo>
                <a:lnTo>
                  <a:pt x="427044" y="308740"/>
                </a:lnTo>
                <a:lnTo>
                  <a:pt x="406543" y="346488"/>
                </a:lnTo>
                <a:lnTo>
                  <a:pt x="379395" y="379380"/>
                </a:lnTo>
                <a:lnTo>
                  <a:pt x="346497" y="406522"/>
                </a:lnTo>
                <a:lnTo>
                  <a:pt x="308744" y="427018"/>
                </a:lnTo>
                <a:lnTo>
                  <a:pt x="267033" y="439972"/>
                </a:lnTo>
                <a:lnTo>
                  <a:pt x="222260" y="444489"/>
                </a:lnTo>
                <a:lnTo>
                  <a:pt x="177451" y="439972"/>
                </a:lnTo>
                <a:lnTo>
                  <a:pt x="135724" y="427018"/>
                </a:lnTo>
                <a:lnTo>
                  <a:pt x="97969" y="406522"/>
                </a:lnTo>
                <a:lnTo>
                  <a:pt x="65078" y="379380"/>
                </a:lnTo>
                <a:lnTo>
                  <a:pt x="37944" y="346488"/>
                </a:lnTo>
                <a:lnTo>
                  <a:pt x="17458" y="308740"/>
                </a:lnTo>
                <a:lnTo>
                  <a:pt x="4513" y="267032"/>
                </a:lnTo>
                <a:lnTo>
                  <a:pt x="0" y="222260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975099" y="3074921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626F52"/>
                </a:solidFill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59645" y="4112895"/>
            <a:ext cx="445134" cy="444500"/>
          </a:xfrm>
          <a:custGeom>
            <a:avLst/>
            <a:gdLst/>
            <a:ahLst/>
            <a:cxnLst/>
            <a:rect l="l" t="t" r="r" b="b"/>
            <a:pathLst>
              <a:path w="445134" h="444500">
                <a:moveTo>
                  <a:pt x="0" y="222254"/>
                </a:moveTo>
                <a:lnTo>
                  <a:pt x="4513" y="177443"/>
                </a:lnTo>
                <a:lnTo>
                  <a:pt x="17458" y="135715"/>
                </a:lnTo>
                <a:lnTo>
                  <a:pt x="37944" y="97960"/>
                </a:lnTo>
                <a:lnTo>
                  <a:pt x="65078" y="65072"/>
                </a:lnTo>
                <a:lnTo>
                  <a:pt x="97969" y="37940"/>
                </a:lnTo>
                <a:lnTo>
                  <a:pt x="135724" y="17456"/>
                </a:lnTo>
                <a:lnTo>
                  <a:pt x="177451" y="4512"/>
                </a:lnTo>
                <a:lnTo>
                  <a:pt x="222260" y="0"/>
                </a:lnTo>
                <a:lnTo>
                  <a:pt x="267033" y="4512"/>
                </a:lnTo>
                <a:lnTo>
                  <a:pt x="308744" y="17456"/>
                </a:lnTo>
                <a:lnTo>
                  <a:pt x="346497" y="37940"/>
                </a:lnTo>
                <a:lnTo>
                  <a:pt x="379395" y="65072"/>
                </a:lnTo>
                <a:lnTo>
                  <a:pt x="406543" y="97960"/>
                </a:lnTo>
                <a:lnTo>
                  <a:pt x="427044" y="135715"/>
                </a:lnTo>
                <a:lnTo>
                  <a:pt x="440001" y="177443"/>
                </a:lnTo>
                <a:lnTo>
                  <a:pt x="444520" y="222254"/>
                </a:lnTo>
                <a:lnTo>
                  <a:pt x="440001" y="267026"/>
                </a:lnTo>
                <a:lnTo>
                  <a:pt x="427044" y="308735"/>
                </a:lnTo>
                <a:lnTo>
                  <a:pt x="406543" y="346485"/>
                </a:lnTo>
                <a:lnTo>
                  <a:pt x="379395" y="379380"/>
                </a:lnTo>
                <a:lnTo>
                  <a:pt x="346497" y="406525"/>
                </a:lnTo>
                <a:lnTo>
                  <a:pt x="308744" y="427022"/>
                </a:lnTo>
                <a:lnTo>
                  <a:pt x="267033" y="439978"/>
                </a:lnTo>
                <a:lnTo>
                  <a:pt x="222260" y="444495"/>
                </a:lnTo>
                <a:lnTo>
                  <a:pt x="177451" y="439978"/>
                </a:lnTo>
                <a:lnTo>
                  <a:pt x="135724" y="427022"/>
                </a:lnTo>
                <a:lnTo>
                  <a:pt x="97969" y="406525"/>
                </a:lnTo>
                <a:lnTo>
                  <a:pt x="65078" y="379380"/>
                </a:lnTo>
                <a:lnTo>
                  <a:pt x="37944" y="346485"/>
                </a:lnTo>
                <a:lnTo>
                  <a:pt x="17458" y="308735"/>
                </a:lnTo>
                <a:lnTo>
                  <a:pt x="4513" y="267026"/>
                </a:lnTo>
                <a:lnTo>
                  <a:pt x="0" y="222254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990974" y="4095684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0" dirty="0">
                <a:solidFill>
                  <a:srgbClr val="626F52"/>
                </a:solidFill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43806" y="3549264"/>
            <a:ext cx="76200" cy="559435"/>
          </a:xfrm>
          <a:custGeom>
            <a:avLst/>
            <a:gdLst/>
            <a:ahLst/>
            <a:cxnLst/>
            <a:rect l="l" t="t" r="r" b="b"/>
            <a:pathLst>
              <a:path w="76200" h="559435">
                <a:moveTo>
                  <a:pt x="0" y="431804"/>
                </a:moveTo>
                <a:lnTo>
                  <a:pt x="38100" y="558808"/>
                </a:lnTo>
                <a:lnTo>
                  <a:pt x="60959" y="482608"/>
                </a:lnTo>
                <a:lnTo>
                  <a:pt x="28559" y="482608"/>
                </a:lnTo>
                <a:lnTo>
                  <a:pt x="28559" y="469886"/>
                </a:lnTo>
                <a:lnTo>
                  <a:pt x="0" y="431804"/>
                </a:lnTo>
                <a:close/>
              </a:path>
              <a:path w="76200" h="559435">
                <a:moveTo>
                  <a:pt x="28559" y="469886"/>
                </a:moveTo>
                <a:lnTo>
                  <a:pt x="28559" y="482608"/>
                </a:lnTo>
                <a:lnTo>
                  <a:pt x="38100" y="482608"/>
                </a:lnTo>
                <a:lnTo>
                  <a:pt x="28559" y="469886"/>
                </a:lnTo>
                <a:close/>
              </a:path>
              <a:path w="76200" h="559435">
                <a:moveTo>
                  <a:pt x="47609" y="0"/>
                </a:moveTo>
                <a:lnTo>
                  <a:pt x="28559" y="0"/>
                </a:lnTo>
                <a:lnTo>
                  <a:pt x="28590" y="469927"/>
                </a:lnTo>
                <a:lnTo>
                  <a:pt x="38100" y="482608"/>
                </a:lnTo>
                <a:lnTo>
                  <a:pt x="47609" y="469927"/>
                </a:lnTo>
                <a:lnTo>
                  <a:pt x="47609" y="0"/>
                </a:lnTo>
                <a:close/>
              </a:path>
              <a:path w="76200" h="559435">
                <a:moveTo>
                  <a:pt x="47609" y="469927"/>
                </a:moveTo>
                <a:lnTo>
                  <a:pt x="38100" y="482608"/>
                </a:lnTo>
                <a:lnTo>
                  <a:pt x="47609" y="482608"/>
                </a:lnTo>
                <a:lnTo>
                  <a:pt x="47609" y="469927"/>
                </a:lnTo>
                <a:close/>
              </a:path>
              <a:path w="76200" h="559435">
                <a:moveTo>
                  <a:pt x="76200" y="431804"/>
                </a:moveTo>
                <a:lnTo>
                  <a:pt x="47640" y="469886"/>
                </a:lnTo>
                <a:lnTo>
                  <a:pt x="47609" y="482608"/>
                </a:lnTo>
                <a:lnTo>
                  <a:pt x="60959" y="482608"/>
                </a:lnTo>
                <a:lnTo>
                  <a:pt x="76200" y="431804"/>
                </a:lnTo>
                <a:close/>
              </a:path>
            </a:pathLst>
          </a:custGeom>
          <a:solidFill>
            <a:srgbClr val="626F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21596" y="2379329"/>
            <a:ext cx="76200" cy="720725"/>
          </a:xfrm>
          <a:custGeom>
            <a:avLst/>
            <a:gdLst/>
            <a:ahLst/>
            <a:cxnLst/>
            <a:rect l="l" t="t" r="r" b="b"/>
            <a:pathLst>
              <a:path w="76200" h="720725">
                <a:moveTo>
                  <a:pt x="38100" y="76200"/>
                </a:moveTo>
                <a:lnTo>
                  <a:pt x="28590" y="88882"/>
                </a:lnTo>
                <a:lnTo>
                  <a:pt x="28590" y="720720"/>
                </a:lnTo>
                <a:lnTo>
                  <a:pt x="47640" y="720720"/>
                </a:lnTo>
                <a:lnTo>
                  <a:pt x="47609" y="88882"/>
                </a:lnTo>
                <a:lnTo>
                  <a:pt x="38100" y="76200"/>
                </a:lnTo>
                <a:close/>
              </a:path>
              <a:path w="76200" h="720725">
                <a:moveTo>
                  <a:pt x="38100" y="0"/>
                </a:moveTo>
                <a:lnTo>
                  <a:pt x="0" y="127010"/>
                </a:lnTo>
                <a:lnTo>
                  <a:pt x="28559" y="88922"/>
                </a:lnTo>
                <a:lnTo>
                  <a:pt x="28590" y="76200"/>
                </a:lnTo>
                <a:lnTo>
                  <a:pt x="60958" y="76200"/>
                </a:lnTo>
                <a:lnTo>
                  <a:pt x="38100" y="0"/>
                </a:lnTo>
                <a:close/>
              </a:path>
              <a:path w="76200" h="720725">
                <a:moveTo>
                  <a:pt x="60958" y="76200"/>
                </a:moveTo>
                <a:lnTo>
                  <a:pt x="47640" y="76200"/>
                </a:lnTo>
                <a:lnTo>
                  <a:pt x="47640" y="88922"/>
                </a:lnTo>
                <a:lnTo>
                  <a:pt x="76200" y="127010"/>
                </a:lnTo>
                <a:lnTo>
                  <a:pt x="60958" y="76200"/>
                </a:lnTo>
                <a:close/>
              </a:path>
              <a:path w="76200" h="720725">
                <a:moveTo>
                  <a:pt x="47640" y="76200"/>
                </a:moveTo>
                <a:lnTo>
                  <a:pt x="38100" y="76200"/>
                </a:lnTo>
                <a:lnTo>
                  <a:pt x="47640" y="88922"/>
                </a:lnTo>
                <a:lnTo>
                  <a:pt x="47640" y="76200"/>
                </a:lnTo>
                <a:close/>
              </a:path>
              <a:path w="76200" h="720725">
                <a:moveTo>
                  <a:pt x="38100" y="76200"/>
                </a:moveTo>
                <a:lnTo>
                  <a:pt x="28590" y="76200"/>
                </a:lnTo>
                <a:lnTo>
                  <a:pt x="28590" y="88882"/>
                </a:lnTo>
                <a:lnTo>
                  <a:pt x="38100" y="76200"/>
                </a:lnTo>
                <a:close/>
              </a:path>
            </a:pathLst>
          </a:custGeom>
          <a:solidFill>
            <a:srgbClr val="626F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53306" y="2406249"/>
            <a:ext cx="76200" cy="735330"/>
          </a:xfrm>
          <a:custGeom>
            <a:avLst/>
            <a:gdLst/>
            <a:ahLst/>
            <a:cxnLst/>
            <a:rect l="l" t="t" r="r" b="b"/>
            <a:pathLst>
              <a:path w="76200" h="735330">
                <a:moveTo>
                  <a:pt x="0" y="608100"/>
                </a:moveTo>
                <a:lnTo>
                  <a:pt x="38100" y="735080"/>
                </a:lnTo>
                <a:lnTo>
                  <a:pt x="60963" y="658880"/>
                </a:lnTo>
                <a:lnTo>
                  <a:pt x="28559" y="658880"/>
                </a:lnTo>
                <a:lnTo>
                  <a:pt x="28559" y="646164"/>
                </a:lnTo>
                <a:lnTo>
                  <a:pt x="0" y="608100"/>
                </a:lnTo>
                <a:close/>
              </a:path>
              <a:path w="76200" h="735330">
                <a:moveTo>
                  <a:pt x="28559" y="646164"/>
                </a:moveTo>
                <a:lnTo>
                  <a:pt x="28559" y="658880"/>
                </a:lnTo>
                <a:lnTo>
                  <a:pt x="38100" y="658880"/>
                </a:lnTo>
                <a:lnTo>
                  <a:pt x="28559" y="646164"/>
                </a:lnTo>
                <a:close/>
              </a:path>
              <a:path w="76200" h="735330">
                <a:moveTo>
                  <a:pt x="47609" y="0"/>
                </a:moveTo>
                <a:lnTo>
                  <a:pt x="28559" y="0"/>
                </a:lnTo>
                <a:lnTo>
                  <a:pt x="28590" y="646205"/>
                </a:lnTo>
                <a:lnTo>
                  <a:pt x="38100" y="658880"/>
                </a:lnTo>
                <a:lnTo>
                  <a:pt x="47609" y="646205"/>
                </a:lnTo>
                <a:lnTo>
                  <a:pt x="47609" y="0"/>
                </a:lnTo>
                <a:close/>
              </a:path>
              <a:path w="76200" h="735330">
                <a:moveTo>
                  <a:pt x="47609" y="646205"/>
                </a:moveTo>
                <a:lnTo>
                  <a:pt x="38100" y="658880"/>
                </a:lnTo>
                <a:lnTo>
                  <a:pt x="47609" y="658880"/>
                </a:lnTo>
                <a:lnTo>
                  <a:pt x="47609" y="646205"/>
                </a:lnTo>
                <a:close/>
              </a:path>
              <a:path w="76200" h="735330">
                <a:moveTo>
                  <a:pt x="76200" y="608100"/>
                </a:moveTo>
                <a:lnTo>
                  <a:pt x="47640" y="646164"/>
                </a:lnTo>
                <a:lnTo>
                  <a:pt x="47609" y="658880"/>
                </a:lnTo>
                <a:lnTo>
                  <a:pt x="60963" y="658880"/>
                </a:lnTo>
                <a:lnTo>
                  <a:pt x="76200" y="608100"/>
                </a:lnTo>
                <a:close/>
              </a:path>
            </a:pathLst>
          </a:custGeom>
          <a:solidFill>
            <a:srgbClr val="626F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20</a:t>
            </a:fld>
            <a:endParaRPr sz="105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5C9908F-0CC2-4091-BE14-8284A901D9C2}"/>
                  </a:ext>
                </a:extLst>
              </p14:cNvPr>
              <p14:cNvContentPartPr/>
              <p14:nvPr/>
            </p14:nvContentPartPr>
            <p14:xfrm>
              <a:off x="1910880" y="3848760"/>
              <a:ext cx="7206840" cy="2214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5C9908F-0CC2-4091-BE14-8284A901D9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1520" y="3839400"/>
                <a:ext cx="7225560" cy="22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4F1B292-A806-475F-BF8E-DB4CAA038557}"/>
                  </a:ext>
                </a:extLst>
              </p14:cNvPr>
              <p14:cNvContentPartPr/>
              <p14:nvPr/>
            </p14:nvContentPartPr>
            <p14:xfrm>
              <a:off x="2428920" y="1973520"/>
              <a:ext cx="1536120" cy="1679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4F1B292-A806-475F-BF8E-DB4CAA0385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9560" y="1964160"/>
                <a:ext cx="1554840" cy="169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0" dirty="0"/>
              <a:t>Adjacency</a:t>
            </a:r>
            <a:r>
              <a:rPr dirty="0"/>
              <a:t> </a:t>
            </a:r>
            <a:r>
              <a:rPr spc="-75" dirty="0"/>
              <a:t>Lists</a:t>
            </a:r>
            <a:r>
              <a:rPr b="0" spc="-7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631822" y="3297692"/>
            <a:ext cx="555625" cy="495934"/>
          </a:xfrm>
          <a:custGeom>
            <a:avLst/>
            <a:gdLst/>
            <a:ahLst/>
            <a:cxnLst/>
            <a:rect l="l" t="t" r="r" b="b"/>
            <a:pathLst>
              <a:path w="555625" h="495935">
                <a:moveTo>
                  <a:pt x="0" y="247893"/>
                </a:moveTo>
                <a:lnTo>
                  <a:pt x="4474" y="203332"/>
                </a:lnTo>
                <a:lnTo>
                  <a:pt x="17374" y="161392"/>
                </a:lnTo>
                <a:lnTo>
                  <a:pt x="37917" y="122773"/>
                </a:lnTo>
                <a:lnTo>
                  <a:pt x="65318" y="88175"/>
                </a:lnTo>
                <a:lnTo>
                  <a:pt x="98792" y="58298"/>
                </a:lnTo>
                <a:lnTo>
                  <a:pt x="137556" y="33842"/>
                </a:lnTo>
                <a:lnTo>
                  <a:pt x="180827" y="15507"/>
                </a:lnTo>
                <a:lnTo>
                  <a:pt x="227819" y="3993"/>
                </a:lnTo>
                <a:lnTo>
                  <a:pt x="277748" y="0"/>
                </a:lnTo>
                <a:lnTo>
                  <a:pt x="327683" y="3993"/>
                </a:lnTo>
                <a:lnTo>
                  <a:pt x="374687" y="15507"/>
                </a:lnTo>
                <a:lnTo>
                  <a:pt x="417975" y="33842"/>
                </a:lnTo>
                <a:lnTo>
                  <a:pt x="456760" y="58298"/>
                </a:lnTo>
                <a:lnTo>
                  <a:pt x="490256" y="88175"/>
                </a:lnTo>
                <a:lnTo>
                  <a:pt x="517677" y="122773"/>
                </a:lnTo>
                <a:lnTo>
                  <a:pt x="538237" y="161392"/>
                </a:lnTo>
                <a:lnTo>
                  <a:pt x="551150" y="203332"/>
                </a:lnTo>
                <a:lnTo>
                  <a:pt x="555629" y="247893"/>
                </a:lnTo>
                <a:lnTo>
                  <a:pt x="551150" y="292491"/>
                </a:lnTo>
                <a:lnTo>
                  <a:pt x="538237" y="334459"/>
                </a:lnTo>
                <a:lnTo>
                  <a:pt x="517677" y="373100"/>
                </a:lnTo>
                <a:lnTo>
                  <a:pt x="490256" y="407713"/>
                </a:lnTo>
                <a:lnTo>
                  <a:pt x="456760" y="437600"/>
                </a:lnTo>
                <a:lnTo>
                  <a:pt x="417975" y="462062"/>
                </a:lnTo>
                <a:lnTo>
                  <a:pt x="374687" y="480400"/>
                </a:lnTo>
                <a:lnTo>
                  <a:pt x="327683" y="491915"/>
                </a:lnTo>
                <a:lnTo>
                  <a:pt x="277748" y="495909"/>
                </a:lnTo>
                <a:lnTo>
                  <a:pt x="227819" y="491915"/>
                </a:lnTo>
                <a:lnTo>
                  <a:pt x="180827" y="480400"/>
                </a:lnTo>
                <a:lnTo>
                  <a:pt x="137556" y="462062"/>
                </a:lnTo>
                <a:lnTo>
                  <a:pt x="98792" y="437600"/>
                </a:lnTo>
                <a:lnTo>
                  <a:pt x="65318" y="407713"/>
                </a:lnTo>
                <a:lnTo>
                  <a:pt x="37917" y="373100"/>
                </a:lnTo>
                <a:lnTo>
                  <a:pt x="17374" y="334459"/>
                </a:lnTo>
                <a:lnTo>
                  <a:pt x="4474" y="292491"/>
                </a:lnTo>
                <a:lnTo>
                  <a:pt x="0" y="247893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03655" y="3305108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0" dirty="0">
                <a:solidFill>
                  <a:srgbClr val="626F52"/>
                </a:solidFill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54473" y="2447787"/>
            <a:ext cx="555625" cy="495934"/>
          </a:xfrm>
          <a:custGeom>
            <a:avLst/>
            <a:gdLst/>
            <a:ahLst/>
            <a:cxnLst/>
            <a:rect l="l" t="t" r="r" b="b"/>
            <a:pathLst>
              <a:path w="555625" h="495935">
                <a:moveTo>
                  <a:pt x="0" y="247924"/>
                </a:moveTo>
                <a:lnTo>
                  <a:pt x="4474" y="203361"/>
                </a:lnTo>
                <a:lnTo>
                  <a:pt x="17374" y="161418"/>
                </a:lnTo>
                <a:lnTo>
                  <a:pt x="37917" y="122796"/>
                </a:lnTo>
                <a:lnTo>
                  <a:pt x="65318" y="88193"/>
                </a:lnTo>
                <a:lnTo>
                  <a:pt x="98792" y="58311"/>
                </a:lnTo>
                <a:lnTo>
                  <a:pt x="137556" y="33850"/>
                </a:lnTo>
                <a:lnTo>
                  <a:pt x="180827" y="15511"/>
                </a:lnTo>
                <a:lnTo>
                  <a:pt x="227819" y="3994"/>
                </a:lnTo>
                <a:lnTo>
                  <a:pt x="277748" y="0"/>
                </a:lnTo>
                <a:lnTo>
                  <a:pt x="327681" y="3994"/>
                </a:lnTo>
                <a:lnTo>
                  <a:pt x="374674" y="15511"/>
                </a:lnTo>
                <a:lnTo>
                  <a:pt x="417944" y="33850"/>
                </a:lnTo>
                <a:lnTo>
                  <a:pt x="456707" y="58311"/>
                </a:lnTo>
                <a:lnTo>
                  <a:pt x="490180" y="88193"/>
                </a:lnTo>
                <a:lnTo>
                  <a:pt x="517578" y="122796"/>
                </a:lnTo>
                <a:lnTo>
                  <a:pt x="538119" y="161418"/>
                </a:lnTo>
                <a:lnTo>
                  <a:pt x="551018" y="203361"/>
                </a:lnTo>
                <a:lnTo>
                  <a:pt x="555491" y="247924"/>
                </a:lnTo>
                <a:lnTo>
                  <a:pt x="551018" y="292477"/>
                </a:lnTo>
                <a:lnTo>
                  <a:pt x="538119" y="334413"/>
                </a:lnTo>
                <a:lnTo>
                  <a:pt x="517578" y="373031"/>
                </a:lnTo>
                <a:lnTo>
                  <a:pt x="490180" y="407629"/>
                </a:lnTo>
                <a:lnTo>
                  <a:pt x="456707" y="437509"/>
                </a:lnTo>
                <a:lnTo>
                  <a:pt x="417944" y="461968"/>
                </a:lnTo>
                <a:lnTo>
                  <a:pt x="374674" y="480306"/>
                </a:lnTo>
                <a:lnTo>
                  <a:pt x="327681" y="491823"/>
                </a:lnTo>
                <a:lnTo>
                  <a:pt x="277748" y="495818"/>
                </a:lnTo>
                <a:lnTo>
                  <a:pt x="227819" y="491823"/>
                </a:lnTo>
                <a:lnTo>
                  <a:pt x="180827" y="480306"/>
                </a:lnTo>
                <a:lnTo>
                  <a:pt x="137556" y="461968"/>
                </a:lnTo>
                <a:lnTo>
                  <a:pt x="98792" y="437509"/>
                </a:lnTo>
                <a:lnTo>
                  <a:pt x="65318" y="407629"/>
                </a:lnTo>
                <a:lnTo>
                  <a:pt x="37917" y="373031"/>
                </a:lnTo>
                <a:lnTo>
                  <a:pt x="17374" y="334413"/>
                </a:lnTo>
                <a:lnTo>
                  <a:pt x="4474" y="292477"/>
                </a:lnTo>
                <a:lnTo>
                  <a:pt x="0" y="247924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27073" y="2453636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626F52"/>
                </a:solidFill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11596" y="3297692"/>
            <a:ext cx="555625" cy="495934"/>
          </a:xfrm>
          <a:custGeom>
            <a:avLst/>
            <a:gdLst/>
            <a:ahLst/>
            <a:cxnLst/>
            <a:rect l="l" t="t" r="r" b="b"/>
            <a:pathLst>
              <a:path w="555625" h="495935">
                <a:moveTo>
                  <a:pt x="0" y="247893"/>
                </a:moveTo>
                <a:lnTo>
                  <a:pt x="4474" y="203332"/>
                </a:lnTo>
                <a:lnTo>
                  <a:pt x="17374" y="161392"/>
                </a:lnTo>
                <a:lnTo>
                  <a:pt x="37915" y="122773"/>
                </a:lnTo>
                <a:lnTo>
                  <a:pt x="65316" y="88175"/>
                </a:lnTo>
                <a:lnTo>
                  <a:pt x="98791" y="58298"/>
                </a:lnTo>
                <a:lnTo>
                  <a:pt x="137557" y="33842"/>
                </a:lnTo>
                <a:lnTo>
                  <a:pt x="180830" y="15507"/>
                </a:lnTo>
                <a:lnTo>
                  <a:pt x="227827" y="3993"/>
                </a:lnTo>
                <a:lnTo>
                  <a:pt x="277764" y="0"/>
                </a:lnTo>
                <a:lnTo>
                  <a:pt x="327691" y="3993"/>
                </a:lnTo>
                <a:lnTo>
                  <a:pt x="374681" y="15507"/>
                </a:lnTo>
                <a:lnTo>
                  <a:pt x="417949" y="33842"/>
                </a:lnTo>
                <a:lnTo>
                  <a:pt x="456711" y="58298"/>
                </a:lnTo>
                <a:lnTo>
                  <a:pt x="490184" y="88175"/>
                </a:lnTo>
                <a:lnTo>
                  <a:pt x="517583" y="122773"/>
                </a:lnTo>
                <a:lnTo>
                  <a:pt x="538124" y="161392"/>
                </a:lnTo>
                <a:lnTo>
                  <a:pt x="551023" y="203332"/>
                </a:lnTo>
                <a:lnTo>
                  <a:pt x="555497" y="247893"/>
                </a:lnTo>
                <a:lnTo>
                  <a:pt x="551023" y="292491"/>
                </a:lnTo>
                <a:lnTo>
                  <a:pt x="538124" y="334459"/>
                </a:lnTo>
                <a:lnTo>
                  <a:pt x="517583" y="373100"/>
                </a:lnTo>
                <a:lnTo>
                  <a:pt x="490184" y="407713"/>
                </a:lnTo>
                <a:lnTo>
                  <a:pt x="456711" y="437600"/>
                </a:lnTo>
                <a:lnTo>
                  <a:pt x="417949" y="462062"/>
                </a:lnTo>
                <a:lnTo>
                  <a:pt x="374681" y="480400"/>
                </a:lnTo>
                <a:lnTo>
                  <a:pt x="327691" y="491915"/>
                </a:lnTo>
                <a:lnTo>
                  <a:pt x="277764" y="495909"/>
                </a:lnTo>
                <a:lnTo>
                  <a:pt x="227827" y="491915"/>
                </a:lnTo>
                <a:lnTo>
                  <a:pt x="180830" y="480400"/>
                </a:lnTo>
                <a:lnTo>
                  <a:pt x="137557" y="462062"/>
                </a:lnTo>
                <a:lnTo>
                  <a:pt x="98791" y="437600"/>
                </a:lnTo>
                <a:lnTo>
                  <a:pt x="65316" y="407713"/>
                </a:lnTo>
                <a:lnTo>
                  <a:pt x="37915" y="373100"/>
                </a:lnTo>
                <a:lnTo>
                  <a:pt x="17374" y="334459"/>
                </a:lnTo>
                <a:lnTo>
                  <a:pt x="4474" y="292491"/>
                </a:lnTo>
                <a:lnTo>
                  <a:pt x="0" y="247893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84831" y="3305108"/>
            <a:ext cx="2044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0" dirty="0">
                <a:solidFill>
                  <a:srgbClr val="626F52"/>
                </a:solidFill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73" y="3977771"/>
            <a:ext cx="555625" cy="495934"/>
          </a:xfrm>
          <a:custGeom>
            <a:avLst/>
            <a:gdLst/>
            <a:ahLst/>
            <a:cxnLst/>
            <a:rect l="l" t="t" r="r" b="b"/>
            <a:pathLst>
              <a:path w="555625" h="495935">
                <a:moveTo>
                  <a:pt x="0" y="247899"/>
                </a:moveTo>
                <a:lnTo>
                  <a:pt x="4474" y="203339"/>
                </a:lnTo>
                <a:lnTo>
                  <a:pt x="17374" y="161400"/>
                </a:lnTo>
                <a:lnTo>
                  <a:pt x="37917" y="122780"/>
                </a:lnTo>
                <a:lnTo>
                  <a:pt x="65318" y="88181"/>
                </a:lnTo>
                <a:lnTo>
                  <a:pt x="98792" y="58303"/>
                </a:lnTo>
                <a:lnTo>
                  <a:pt x="137556" y="33845"/>
                </a:lnTo>
                <a:lnTo>
                  <a:pt x="180827" y="15509"/>
                </a:lnTo>
                <a:lnTo>
                  <a:pt x="227819" y="3994"/>
                </a:lnTo>
                <a:lnTo>
                  <a:pt x="277748" y="0"/>
                </a:lnTo>
                <a:lnTo>
                  <a:pt x="327681" y="3994"/>
                </a:lnTo>
                <a:lnTo>
                  <a:pt x="374674" y="15509"/>
                </a:lnTo>
                <a:lnTo>
                  <a:pt x="417944" y="33845"/>
                </a:lnTo>
                <a:lnTo>
                  <a:pt x="456707" y="58303"/>
                </a:lnTo>
                <a:lnTo>
                  <a:pt x="490180" y="88181"/>
                </a:lnTo>
                <a:lnTo>
                  <a:pt x="517578" y="122780"/>
                </a:lnTo>
                <a:lnTo>
                  <a:pt x="538119" y="161400"/>
                </a:lnTo>
                <a:lnTo>
                  <a:pt x="551018" y="203339"/>
                </a:lnTo>
                <a:lnTo>
                  <a:pt x="555491" y="247899"/>
                </a:lnTo>
                <a:lnTo>
                  <a:pt x="551018" y="292459"/>
                </a:lnTo>
                <a:lnTo>
                  <a:pt x="538119" y="334399"/>
                </a:lnTo>
                <a:lnTo>
                  <a:pt x="517578" y="373019"/>
                </a:lnTo>
                <a:lnTo>
                  <a:pt x="490180" y="407618"/>
                </a:lnTo>
                <a:lnTo>
                  <a:pt x="456707" y="437496"/>
                </a:lnTo>
                <a:lnTo>
                  <a:pt x="417944" y="461953"/>
                </a:lnTo>
                <a:lnTo>
                  <a:pt x="374674" y="480290"/>
                </a:lnTo>
                <a:lnTo>
                  <a:pt x="327681" y="491805"/>
                </a:lnTo>
                <a:lnTo>
                  <a:pt x="277748" y="495799"/>
                </a:lnTo>
                <a:lnTo>
                  <a:pt x="227819" y="491805"/>
                </a:lnTo>
                <a:lnTo>
                  <a:pt x="180827" y="480290"/>
                </a:lnTo>
                <a:lnTo>
                  <a:pt x="137556" y="461953"/>
                </a:lnTo>
                <a:lnTo>
                  <a:pt x="98792" y="437496"/>
                </a:lnTo>
                <a:lnTo>
                  <a:pt x="65318" y="407618"/>
                </a:lnTo>
                <a:lnTo>
                  <a:pt x="37917" y="373019"/>
                </a:lnTo>
                <a:lnTo>
                  <a:pt x="17374" y="334399"/>
                </a:lnTo>
                <a:lnTo>
                  <a:pt x="4474" y="292459"/>
                </a:lnTo>
                <a:lnTo>
                  <a:pt x="0" y="247899"/>
                </a:lnTo>
                <a:close/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27073" y="3985892"/>
            <a:ext cx="2044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626F52"/>
                </a:solidFill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32222" y="2950707"/>
            <a:ext cx="0" cy="1020444"/>
          </a:xfrm>
          <a:custGeom>
            <a:avLst/>
            <a:gdLst/>
            <a:ahLst/>
            <a:cxnLst/>
            <a:rect l="l" t="t" r="r" b="b"/>
            <a:pathLst>
              <a:path h="1020445">
                <a:moveTo>
                  <a:pt x="0" y="0"/>
                </a:moveTo>
                <a:lnTo>
                  <a:pt x="0" y="1019943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80463" y="3499866"/>
            <a:ext cx="1223645" cy="45720"/>
          </a:xfrm>
          <a:custGeom>
            <a:avLst/>
            <a:gdLst/>
            <a:ahLst/>
            <a:cxnLst/>
            <a:rect l="l" t="t" r="r" b="b"/>
            <a:pathLst>
              <a:path w="1223645" h="45720">
                <a:moveTo>
                  <a:pt x="0" y="0"/>
                </a:moveTo>
                <a:lnTo>
                  <a:pt x="1223147" y="45719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21920" y="2865638"/>
            <a:ext cx="509905" cy="485775"/>
          </a:xfrm>
          <a:custGeom>
            <a:avLst/>
            <a:gdLst/>
            <a:ahLst/>
            <a:cxnLst/>
            <a:rect l="l" t="t" r="r" b="b"/>
            <a:pathLst>
              <a:path w="509905" h="485775">
                <a:moveTo>
                  <a:pt x="509896" y="0"/>
                </a:moveTo>
                <a:lnTo>
                  <a:pt x="0" y="485241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22722" y="2865638"/>
            <a:ext cx="527685" cy="485775"/>
          </a:xfrm>
          <a:custGeom>
            <a:avLst/>
            <a:gdLst/>
            <a:ahLst/>
            <a:cxnLst/>
            <a:rect l="l" t="t" r="r" b="b"/>
            <a:pathLst>
              <a:path w="527685" h="485775">
                <a:moveTo>
                  <a:pt x="0" y="0"/>
                </a:moveTo>
                <a:lnTo>
                  <a:pt x="527678" y="485241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8599" y="3775831"/>
            <a:ext cx="549910" cy="416559"/>
          </a:xfrm>
          <a:custGeom>
            <a:avLst/>
            <a:gdLst/>
            <a:ahLst/>
            <a:cxnLst/>
            <a:rect l="l" t="t" r="r" b="b"/>
            <a:pathLst>
              <a:path w="549910" h="416560">
                <a:moveTo>
                  <a:pt x="0" y="0"/>
                </a:moveTo>
                <a:lnTo>
                  <a:pt x="549914" y="416311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90153" y="3745748"/>
            <a:ext cx="408940" cy="379095"/>
          </a:xfrm>
          <a:custGeom>
            <a:avLst/>
            <a:gdLst/>
            <a:ahLst/>
            <a:cxnLst/>
            <a:rect l="l" t="t" r="r" b="b"/>
            <a:pathLst>
              <a:path w="408939" h="379095">
                <a:moveTo>
                  <a:pt x="408706" y="0"/>
                </a:moveTo>
                <a:lnTo>
                  <a:pt x="0" y="378957"/>
                </a:lnTo>
              </a:path>
            </a:pathLst>
          </a:custGeom>
          <a:ln w="1270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55380" y="2338312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55379" y="2338312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17379" y="2338312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18954" y="2360554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07979" y="22907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09553" y="23129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998579" y="22907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400153" y="23129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04554" y="247485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705" y="47609"/>
                </a:lnTo>
                <a:lnTo>
                  <a:pt x="457200" y="47609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484" y="28559"/>
                </a:moveTo>
                <a:lnTo>
                  <a:pt x="0" y="28559"/>
                </a:lnTo>
                <a:lnTo>
                  <a:pt x="0" y="47609"/>
                </a:lnTo>
                <a:lnTo>
                  <a:pt x="444525" y="47609"/>
                </a:lnTo>
                <a:lnTo>
                  <a:pt x="457200" y="38100"/>
                </a:lnTo>
                <a:lnTo>
                  <a:pt x="444484" y="28559"/>
                </a:lnTo>
                <a:close/>
              </a:path>
              <a:path w="533400" h="76200">
                <a:moveTo>
                  <a:pt x="501604" y="28559"/>
                </a:moveTo>
                <a:lnTo>
                  <a:pt x="457200" y="28559"/>
                </a:lnTo>
                <a:lnTo>
                  <a:pt x="457200" y="47609"/>
                </a:lnTo>
                <a:lnTo>
                  <a:pt x="501705" y="47609"/>
                </a:lnTo>
                <a:lnTo>
                  <a:pt x="533400" y="38100"/>
                </a:lnTo>
                <a:lnTo>
                  <a:pt x="501604" y="28559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59"/>
                </a:lnTo>
                <a:lnTo>
                  <a:pt x="501604" y="28559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95154" y="24272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04" y="47640"/>
                </a:lnTo>
                <a:lnTo>
                  <a:pt x="457200" y="47640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25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444484" y="47640"/>
                </a:lnTo>
                <a:lnTo>
                  <a:pt x="457200" y="38100"/>
                </a:lnTo>
                <a:lnTo>
                  <a:pt x="444525" y="28590"/>
                </a:lnTo>
                <a:close/>
              </a:path>
              <a:path w="533400" h="76200">
                <a:moveTo>
                  <a:pt x="501705" y="28590"/>
                </a:moveTo>
                <a:lnTo>
                  <a:pt x="457200" y="28590"/>
                </a:lnTo>
                <a:lnTo>
                  <a:pt x="457200" y="47640"/>
                </a:lnTo>
                <a:lnTo>
                  <a:pt x="501604" y="47640"/>
                </a:lnTo>
                <a:lnTo>
                  <a:pt x="533400" y="38100"/>
                </a:lnTo>
                <a:lnTo>
                  <a:pt x="501705" y="28590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90"/>
                </a:lnTo>
                <a:lnTo>
                  <a:pt x="501705" y="28590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485754" y="24272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04" y="47640"/>
                </a:lnTo>
                <a:lnTo>
                  <a:pt x="457200" y="47640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25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444484" y="47640"/>
                </a:lnTo>
                <a:lnTo>
                  <a:pt x="457200" y="38100"/>
                </a:lnTo>
                <a:lnTo>
                  <a:pt x="444525" y="28590"/>
                </a:lnTo>
                <a:close/>
              </a:path>
              <a:path w="533400" h="76200">
                <a:moveTo>
                  <a:pt x="501705" y="28590"/>
                </a:moveTo>
                <a:lnTo>
                  <a:pt x="457200" y="28590"/>
                </a:lnTo>
                <a:lnTo>
                  <a:pt x="457200" y="47640"/>
                </a:lnTo>
                <a:lnTo>
                  <a:pt x="501604" y="47640"/>
                </a:lnTo>
                <a:lnTo>
                  <a:pt x="533400" y="38100"/>
                </a:lnTo>
                <a:lnTo>
                  <a:pt x="501705" y="28590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90"/>
                </a:lnTo>
                <a:lnTo>
                  <a:pt x="501705" y="28590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400153" y="23129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55380" y="2795512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55379" y="2795512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17379" y="27479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18954" y="27701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07979" y="27479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09553" y="27701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98579" y="27479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400153" y="27701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04554" y="293205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705" y="47609"/>
                </a:lnTo>
                <a:lnTo>
                  <a:pt x="457200" y="47609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484" y="28559"/>
                </a:moveTo>
                <a:lnTo>
                  <a:pt x="0" y="28559"/>
                </a:lnTo>
                <a:lnTo>
                  <a:pt x="0" y="47609"/>
                </a:lnTo>
                <a:lnTo>
                  <a:pt x="444525" y="47609"/>
                </a:lnTo>
                <a:lnTo>
                  <a:pt x="457200" y="38100"/>
                </a:lnTo>
                <a:lnTo>
                  <a:pt x="444484" y="28559"/>
                </a:lnTo>
                <a:close/>
              </a:path>
              <a:path w="533400" h="76200">
                <a:moveTo>
                  <a:pt x="501604" y="28559"/>
                </a:moveTo>
                <a:lnTo>
                  <a:pt x="457200" y="28559"/>
                </a:lnTo>
                <a:lnTo>
                  <a:pt x="457200" y="47609"/>
                </a:lnTo>
                <a:lnTo>
                  <a:pt x="501705" y="47609"/>
                </a:lnTo>
                <a:lnTo>
                  <a:pt x="533400" y="38100"/>
                </a:lnTo>
                <a:lnTo>
                  <a:pt x="501604" y="28559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59"/>
                </a:lnTo>
                <a:lnTo>
                  <a:pt x="501604" y="28559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95154" y="28844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04" y="47640"/>
                </a:lnTo>
                <a:lnTo>
                  <a:pt x="457200" y="47640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25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444484" y="47640"/>
                </a:lnTo>
                <a:lnTo>
                  <a:pt x="457200" y="38100"/>
                </a:lnTo>
                <a:lnTo>
                  <a:pt x="444525" y="28590"/>
                </a:lnTo>
                <a:close/>
              </a:path>
              <a:path w="533400" h="76200">
                <a:moveTo>
                  <a:pt x="501705" y="28590"/>
                </a:moveTo>
                <a:lnTo>
                  <a:pt x="457200" y="28590"/>
                </a:lnTo>
                <a:lnTo>
                  <a:pt x="457200" y="47640"/>
                </a:lnTo>
                <a:lnTo>
                  <a:pt x="501604" y="47640"/>
                </a:lnTo>
                <a:lnTo>
                  <a:pt x="533400" y="38100"/>
                </a:lnTo>
                <a:lnTo>
                  <a:pt x="501705" y="28590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90"/>
                </a:lnTo>
                <a:lnTo>
                  <a:pt x="501705" y="28590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485754" y="28844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04" y="47640"/>
                </a:lnTo>
                <a:lnTo>
                  <a:pt x="457200" y="47640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25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444484" y="47640"/>
                </a:lnTo>
                <a:lnTo>
                  <a:pt x="457200" y="38100"/>
                </a:lnTo>
                <a:lnTo>
                  <a:pt x="444525" y="28590"/>
                </a:lnTo>
                <a:close/>
              </a:path>
              <a:path w="533400" h="76200">
                <a:moveTo>
                  <a:pt x="501705" y="28590"/>
                </a:moveTo>
                <a:lnTo>
                  <a:pt x="457200" y="28590"/>
                </a:lnTo>
                <a:lnTo>
                  <a:pt x="457200" y="47640"/>
                </a:lnTo>
                <a:lnTo>
                  <a:pt x="501604" y="47640"/>
                </a:lnTo>
                <a:lnTo>
                  <a:pt x="533400" y="38100"/>
                </a:lnTo>
                <a:lnTo>
                  <a:pt x="501705" y="28590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90"/>
                </a:lnTo>
                <a:lnTo>
                  <a:pt x="501705" y="28590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400153" y="27701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55380" y="3252712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55379" y="3252713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017379" y="32051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418954" y="32273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07979" y="32051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09553" y="32273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98579" y="32051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400153" y="32273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04554" y="338925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705" y="47609"/>
                </a:lnTo>
                <a:lnTo>
                  <a:pt x="457200" y="47609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484" y="28559"/>
                </a:moveTo>
                <a:lnTo>
                  <a:pt x="0" y="28559"/>
                </a:lnTo>
                <a:lnTo>
                  <a:pt x="0" y="47609"/>
                </a:lnTo>
                <a:lnTo>
                  <a:pt x="444525" y="47609"/>
                </a:lnTo>
                <a:lnTo>
                  <a:pt x="457200" y="38100"/>
                </a:lnTo>
                <a:lnTo>
                  <a:pt x="444484" y="28559"/>
                </a:lnTo>
                <a:close/>
              </a:path>
              <a:path w="533400" h="76200">
                <a:moveTo>
                  <a:pt x="501604" y="28559"/>
                </a:moveTo>
                <a:lnTo>
                  <a:pt x="457200" y="28559"/>
                </a:lnTo>
                <a:lnTo>
                  <a:pt x="457200" y="47609"/>
                </a:lnTo>
                <a:lnTo>
                  <a:pt x="501705" y="47609"/>
                </a:lnTo>
                <a:lnTo>
                  <a:pt x="533400" y="38100"/>
                </a:lnTo>
                <a:lnTo>
                  <a:pt x="501604" y="28559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59"/>
                </a:lnTo>
                <a:lnTo>
                  <a:pt x="501604" y="28559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95154" y="33416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04" y="47640"/>
                </a:lnTo>
                <a:lnTo>
                  <a:pt x="457200" y="47640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25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444484" y="47640"/>
                </a:lnTo>
                <a:lnTo>
                  <a:pt x="457200" y="38100"/>
                </a:lnTo>
                <a:lnTo>
                  <a:pt x="444525" y="28590"/>
                </a:lnTo>
                <a:close/>
              </a:path>
              <a:path w="533400" h="76200">
                <a:moveTo>
                  <a:pt x="501705" y="28590"/>
                </a:moveTo>
                <a:lnTo>
                  <a:pt x="457200" y="28590"/>
                </a:lnTo>
                <a:lnTo>
                  <a:pt x="457200" y="47640"/>
                </a:lnTo>
                <a:lnTo>
                  <a:pt x="501604" y="47640"/>
                </a:lnTo>
                <a:lnTo>
                  <a:pt x="533400" y="38100"/>
                </a:lnTo>
                <a:lnTo>
                  <a:pt x="501705" y="28590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90"/>
                </a:lnTo>
                <a:lnTo>
                  <a:pt x="501705" y="28590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485754" y="33416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04" y="47640"/>
                </a:lnTo>
                <a:lnTo>
                  <a:pt x="457200" y="47640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25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444484" y="47640"/>
                </a:lnTo>
                <a:lnTo>
                  <a:pt x="457200" y="38100"/>
                </a:lnTo>
                <a:lnTo>
                  <a:pt x="444525" y="28590"/>
                </a:lnTo>
                <a:close/>
              </a:path>
              <a:path w="533400" h="76200">
                <a:moveTo>
                  <a:pt x="501705" y="28590"/>
                </a:moveTo>
                <a:lnTo>
                  <a:pt x="457200" y="28590"/>
                </a:lnTo>
                <a:lnTo>
                  <a:pt x="457200" y="47640"/>
                </a:lnTo>
                <a:lnTo>
                  <a:pt x="501604" y="47640"/>
                </a:lnTo>
                <a:lnTo>
                  <a:pt x="533400" y="38100"/>
                </a:lnTo>
                <a:lnTo>
                  <a:pt x="501705" y="28590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90"/>
                </a:lnTo>
                <a:lnTo>
                  <a:pt x="501705" y="28590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400153" y="32273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255380" y="3709927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255379" y="3709928"/>
            <a:ext cx="471805" cy="320675"/>
          </a:xfrm>
          <a:custGeom>
            <a:avLst/>
            <a:gdLst/>
            <a:ahLst/>
            <a:cxnLst/>
            <a:rect l="l" t="t" r="r" b="b"/>
            <a:pathLst>
              <a:path w="471804" h="320675">
                <a:moveTo>
                  <a:pt x="0" y="320670"/>
                </a:moveTo>
                <a:lnTo>
                  <a:pt x="471489" y="320670"/>
                </a:lnTo>
                <a:lnTo>
                  <a:pt x="4714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17379" y="36623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418954" y="36845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80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007979" y="36623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409553" y="36845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80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998579" y="3662303"/>
            <a:ext cx="700405" cy="320675"/>
          </a:xfrm>
          <a:custGeom>
            <a:avLst/>
            <a:gdLst/>
            <a:ahLst/>
            <a:cxnLst/>
            <a:rect l="l" t="t" r="r" b="b"/>
            <a:pathLst>
              <a:path w="700404" h="320675">
                <a:moveTo>
                  <a:pt x="0" y="320670"/>
                </a:moveTo>
                <a:lnTo>
                  <a:pt x="700089" y="320670"/>
                </a:lnTo>
                <a:lnTo>
                  <a:pt x="700089" y="0"/>
                </a:lnTo>
                <a:lnTo>
                  <a:pt x="0" y="0"/>
                </a:lnTo>
                <a:lnTo>
                  <a:pt x="0" y="320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00153" y="3684513"/>
            <a:ext cx="635" cy="304800"/>
          </a:xfrm>
          <a:custGeom>
            <a:avLst/>
            <a:gdLst/>
            <a:ahLst/>
            <a:cxnLst/>
            <a:rect l="l" t="t" r="r" b="b"/>
            <a:pathLst>
              <a:path w="634" h="304800">
                <a:moveTo>
                  <a:pt x="0" y="0"/>
                </a:moveTo>
                <a:lnTo>
                  <a:pt x="121" y="30480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504554" y="3846444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0"/>
                </a:moveTo>
                <a:lnTo>
                  <a:pt x="406420" y="76200"/>
                </a:lnTo>
                <a:lnTo>
                  <a:pt x="501655" y="47625"/>
                </a:lnTo>
                <a:lnTo>
                  <a:pt x="457200" y="47625"/>
                </a:lnTo>
                <a:lnTo>
                  <a:pt x="457200" y="38100"/>
                </a:lnTo>
                <a:close/>
              </a:path>
              <a:path w="533400" h="76200">
                <a:moveTo>
                  <a:pt x="44450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444505" y="47625"/>
                </a:lnTo>
                <a:lnTo>
                  <a:pt x="457200" y="38100"/>
                </a:lnTo>
                <a:lnTo>
                  <a:pt x="444505" y="28575"/>
                </a:lnTo>
                <a:close/>
              </a:path>
              <a:path w="533400" h="76200">
                <a:moveTo>
                  <a:pt x="501655" y="28575"/>
                </a:moveTo>
                <a:lnTo>
                  <a:pt x="457200" y="28575"/>
                </a:lnTo>
                <a:lnTo>
                  <a:pt x="457200" y="47625"/>
                </a:lnTo>
                <a:lnTo>
                  <a:pt x="501655" y="47625"/>
                </a:lnTo>
                <a:lnTo>
                  <a:pt x="533400" y="38100"/>
                </a:lnTo>
                <a:lnTo>
                  <a:pt x="501655" y="28575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0"/>
                </a:lnTo>
                <a:lnTo>
                  <a:pt x="457200" y="28575"/>
                </a:lnTo>
                <a:lnTo>
                  <a:pt x="501655" y="28575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495154" y="37988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6"/>
                </a:moveTo>
                <a:lnTo>
                  <a:pt x="406420" y="76206"/>
                </a:lnTo>
                <a:lnTo>
                  <a:pt x="501655" y="47631"/>
                </a:lnTo>
                <a:lnTo>
                  <a:pt x="457200" y="47631"/>
                </a:lnTo>
                <a:lnTo>
                  <a:pt x="457200" y="38106"/>
                </a:lnTo>
                <a:close/>
              </a:path>
              <a:path w="533400" h="76200">
                <a:moveTo>
                  <a:pt x="444507" y="28581"/>
                </a:moveTo>
                <a:lnTo>
                  <a:pt x="0" y="28581"/>
                </a:lnTo>
                <a:lnTo>
                  <a:pt x="0" y="47631"/>
                </a:lnTo>
                <a:lnTo>
                  <a:pt x="444505" y="47631"/>
                </a:lnTo>
                <a:lnTo>
                  <a:pt x="457200" y="38106"/>
                </a:lnTo>
                <a:lnTo>
                  <a:pt x="444507" y="28581"/>
                </a:lnTo>
                <a:close/>
              </a:path>
              <a:path w="533400" h="76200">
                <a:moveTo>
                  <a:pt x="501660" y="28581"/>
                </a:moveTo>
                <a:lnTo>
                  <a:pt x="457200" y="28581"/>
                </a:lnTo>
                <a:lnTo>
                  <a:pt x="457200" y="47631"/>
                </a:lnTo>
                <a:lnTo>
                  <a:pt x="501655" y="47631"/>
                </a:lnTo>
                <a:lnTo>
                  <a:pt x="533400" y="38106"/>
                </a:lnTo>
                <a:lnTo>
                  <a:pt x="501660" y="28581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6"/>
                </a:lnTo>
                <a:lnTo>
                  <a:pt x="457200" y="28581"/>
                </a:lnTo>
                <a:lnTo>
                  <a:pt x="501660" y="28581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485754" y="3798813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38106"/>
                </a:moveTo>
                <a:lnTo>
                  <a:pt x="406420" y="76206"/>
                </a:lnTo>
                <a:lnTo>
                  <a:pt x="501655" y="47631"/>
                </a:lnTo>
                <a:lnTo>
                  <a:pt x="457200" y="47631"/>
                </a:lnTo>
                <a:lnTo>
                  <a:pt x="457200" y="38106"/>
                </a:lnTo>
                <a:close/>
              </a:path>
              <a:path w="533400" h="76200">
                <a:moveTo>
                  <a:pt x="444507" y="28581"/>
                </a:moveTo>
                <a:lnTo>
                  <a:pt x="0" y="28581"/>
                </a:lnTo>
                <a:lnTo>
                  <a:pt x="0" y="47631"/>
                </a:lnTo>
                <a:lnTo>
                  <a:pt x="444505" y="47631"/>
                </a:lnTo>
                <a:lnTo>
                  <a:pt x="457200" y="38106"/>
                </a:lnTo>
                <a:lnTo>
                  <a:pt x="444507" y="28581"/>
                </a:lnTo>
                <a:close/>
              </a:path>
              <a:path w="533400" h="76200">
                <a:moveTo>
                  <a:pt x="501660" y="28581"/>
                </a:moveTo>
                <a:lnTo>
                  <a:pt x="457200" y="28581"/>
                </a:lnTo>
                <a:lnTo>
                  <a:pt x="457200" y="47631"/>
                </a:lnTo>
                <a:lnTo>
                  <a:pt x="501655" y="47631"/>
                </a:lnTo>
                <a:lnTo>
                  <a:pt x="533400" y="38106"/>
                </a:lnTo>
                <a:lnTo>
                  <a:pt x="501660" y="28581"/>
                </a:lnTo>
                <a:close/>
              </a:path>
              <a:path w="533400" h="76200">
                <a:moveTo>
                  <a:pt x="406420" y="0"/>
                </a:moveTo>
                <a:lnTo>
                  <a:pt x="457200" y="38106"/>
                </a:lnTo>
                <a:lnTo>
                  <a:pt x="457200" y="28581"/>
                </a:lnTo>
                <a:lnTo>
                  <a:pt x="501660" y="28581"/>
                </a:lnTo>
                <a:lnTo>
                  <a:pt x="406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400153" y="36845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30480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886708" y="2237157"/>
            <a:ext cx="204470" cy="18192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750" spc="10" dirty="0"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750" spc="10" dirty="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750" spc="15" dirty="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750" spc="15" dirty="0"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017379" y="2338312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3980">
              <a:lnSpc>
                <a:spcPts val="2525"/>
              </a:lnSpc>
            </a:pPr>
            <a:r>
              <a:rPr sz="2750" spc="10" dirty="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07979" y="22907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28270">
              <a:lnSpc>
                <a:spcPts val="2260"/>
              </a:lnSpc>
              <a:spcBef>
                <a:spcPts val="265"/>
              </a:spcBef>
            </a:pPr>
            <a:r>
              <a:rPr sz="2750" spc="10" dirty="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998579" y="22907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2525"/>
              </a:lnSpc>
            </a:pPr>
            <a:r>
              <a:rPr sz="2750" spc="10" dirty="0"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017379" y="27479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855">
              <a:lnSpc>
                <a:spcPts val="2525"/>
              </a:lnSpc>
            </a:pPr>
            <a:r>
              <a:rPr sz="2750" spc="10" dirty="0"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07979" y="27479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2525"/>
              </a:lnSpc>
            </a:pPr>
            <a:r>
              <a:rPr sz="2750" spc="10" dirty="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998579" y="27479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0810">
              <a:lnSpc>
                <a:spcPts val="2525"/>
              </a:lnSpc>
            </a:pPr>
            <a:r>
              <a:rPr sz="2750" spc="10" dirty="0"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17379" y="32051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855">
              <a:lnSpc>
                <a:spcPts val="2525"/>
              </a:lnSpc>
            </a:pPr>
            <a:r>
              <a:rPr sz="2750" spc="15" dirty="0"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007979" y="32051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2525"/>
              </a:lnSpc>
            </a:pPr>
            <a:r>
              <a:rPr sz="2750" spc="15" dirty="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998579" y="32051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0810">
              <a:lnSpc>
                <a:spcPts val="2525"/>
              </a:lnSpc>
            </a:pPr>
            <a:r>
              <a:rPr sz="2750" spc="15" dirty="0"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017379" y="36623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855">
              <a:lnSpc>
                <a:spcPts val="2525"/>
              </a:lnSpc>
            </a:pPr>
            <a:r>
              <a:rPr sz="2750" spc="10" dirty="0"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007979" y="36623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2525"/>
              </a:lnSpc>
            </a:pPr>
            <a:r>
              <a:rPr sz="2750" spc="15" dirty="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998579" y="3662303"/>
            <a:ext cx="401955" cy="320675"/>
          </a:xfrm>
          <a:prstGeom prst="rect">
            <a:avLst/>
          </a:prstGeom>
          <a:ln w="128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2525"/>
              </a:lnSpc>
            </a:pPr>
            <a:r>
              <a:rPr sz="2750" spc="15" dirty="0"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90" dirty="0"/>
              <a:t>Operations </a:t>
            </a:r>
            <a:r>
              <a:rPr spc="-50" dirty="0"/>
              <a:t>on</a:t>
            </a:r>
            <a:r>
              <a:rPr spc="170" dirty="0"/>
              <a:t> </a:t>
            </a:r>
            <a:r>
              <a:rPr spc="-85" dirty="0"/>
              <a:t>Graphs:</a:t>
            </a:r>
            <a:r>
              <a:rPr b="0" spc="-8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22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5533" y="1694429"/>
            <a:ext cx="9496425" cy="300164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Add/Remove </a:t>
            </a:r>
            <a:r>
              <a:rPr sz="2750" spc="-55" dirty="0">
                <a:solidFill>
                  <a:srgbClr val="3F3F3F"/>
                </a:solidFill>
                <a:latin typeface="Times New Roman"/>
                <a:cs typeface="Times New Roman"/>
              </a:rPr>
              <a:t>Vertex</a:t>
            </a:r>
            <a:r>
              <a:rPr sz="2750" spc="-2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Add/Remove</a:t>
            </a:r>
            <a:r>
              <a:rPr sz="2750" spc="3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Edge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Traverse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750" spc="-4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250">
              <a:latin typeface="Times New Roman"/>
              <a:cs typeface="Times New Roman"/>
            </a:endParaRPr>
          </a:p>
          <a:p>
            <a:pPr marL="107314" marR="5080">
              <a:lnSpc>
                <a:spcPts val="2630"/>
              </a:lnSpc>
            </a:pP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Insertion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deletion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nodes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in a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400" spc="-40" dirty="0">
                <a:solidFill>
                  <a:srgbClr val="3F3F3F"/>
                </a:solidFill>
                <a:latin typeface="Times New Roman"/>
                <a:cs typeface="Times New Roman"/>
              </a:rPr>
              <a:t>implemented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by 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using 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adjacency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matrix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or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adjacency</a:t>
            </a:r>
            <a:r>
              <a:rPr sz="2400" spc="3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list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915347"/>
            <a:ext cx="433578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130" dirty="0"/>
              <a:t>Traversing </a:t>
            </a:r>
            <a:r>
              <a:rPr u="none" dirty="0"/>
              <a:t>a</a:t>
            </a:r>
            <a:r>
              <a:rPr u="none" spc="40" dirty="0"/>
              <a:t> </a:t>
            </a:r>
            <a:r>
              <a:rPr u="none" spc="-85" dirty="0"/>
              <a:t>graph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23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533" y="1785870"/>
            <a:ext cx="9791700" cy="38925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07314" marR="469265" indent="-95250">
              <a:lnSpc>
                <a:spcPts val="2700"/>
              </a:lnSpc>
              <a:spcBef>
                <a:spcPts val="72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  <a:tab pos="2774950" algn="l"/>
                <a:tab pos="6699250" algn="l"/>
              </a:tabLst>
            </a:pPr>
            <a:r>
              <a:rPr sz="2750" spc="-65" dirty="0">
                <a:solidFill>
                  <a:srgbClr val="3F3F3F"/>
                </a:solidFill>
                <a:latin typeface="Times New Roman"/>
                <a:cs typeface="Times New Roman"/>
              </a:rPr>
              <a:t>Visit</a:t>
            </a:r>
            <a:r>
              <a:rPr sz="2750" spc="2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vertices	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</a:t>
            </a:r>
            <a:r>
              <a:rPr sz="2750" spc="4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some</a:t>
            </a:r>
            <a:r>
              <a:rPr sz="2750" spc="10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specific	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order based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on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graph's</a:t>
            </a:r>
            <a:r>
              <a:rPr sz="2750" spc="2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topology</a:t>
            </a:r>
            <a:endParaRPr sz="2750">
              <a:latin typeface="Times New Roman"/>
              <a:cs typeface="Times New Roman"/>
            </a:endParaRPr>
          </a:p>
          <a:p>
            <a:pPr marL="107950" marR="238125" indent="-95250">
              <a:lnSpc>
                <a:spcPts val="2700"/>
              </a:lnSpc>
              <a:spcBef>
                <a:spcPts val="135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Graph traversal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algorithms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typically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begin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with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start vertex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and 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attempt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-50" dirty="0">
                <a:solidFill>
                  <a:srgbClr val="3F3F3F"/>
                </a:solidFill>
                <a:latin typeface="Times New Roman"/>
                <a:cs typeface="Times New Roman"/>
              </a:rPr>
              <a:t>visit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remaining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from</a:t>
            </a:r>
            <a:r>
              <a:rPr sz="275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there.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844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  <a:tab pos="2727325" algn="l"/>
              </a:tabLst>
            </a:pP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r>
              <a:rPr sz="2750" spc="2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traversals	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must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deal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with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number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troublesome</a:t>
            </a:r>
            <a:r>
              <a:rPr sz="275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cases.</a:t>
            </a:r>
            <a:endParaRPr sz="2750">
              <a:latin typeface="Times New Roman"/>
              <a:cs typeface="Times New Roman"/>
            </a:endParaRPr>
          </a:p>
          <a:p>
            <a:pPr marL="527050" marR="5080" indent="-514984">
              <a:lnSpc>
                <a:spcPts val="2700"/>
              </a:lnSpc>
              <a:spcBef>
                <a:spcPts val="1345"/>
              </a:spcBef>
              <a:buClr>
                <a:srgbClr val="E48211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It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might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be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possible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reach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all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from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start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vertex. 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This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occurs </a:t>
            </a:r>
            <a:r>
              <a:rPr sz="2750" spc="15" dirty="0">
                <a:solidFill>
                  <a:srgbClr val="3F3F3F"/>
                </a:solidFill>
                <a:latin typeface="Times New Roman"/>
                <a:cs typeface="Times New Roman"/>
              </a:rPr>
              <a:t>when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connected.</a:t>
            </a:r>
            <a:endParaRPr sz="2750">
              <a:latin typeface="Times New Roman"/>
              <a:cs typeface="Times New Roman"/>
            </a:endParaRPr>
          </a:p>
          <a:p>
            <a:pPr marL="527050" marR="655320" indent="-514984">
              <a:lnSpc>
                <a:spcPct val="79600"/>
              </a:lnSpc>
              <a:spcBef>
                <a:spcPts val="1520"/>
              </a:spcBef>
              <a:buClr>
                <a:srgbClr val="E48211"/>
              </a:buClr>
              <a:buAutoNum type="arabicPeriod"/>
              <a:tabLst>
                <a:tab pos="527050" algn="l"/>
                <a:tab pos="527685" algn="l"/>
                <a:tab pos="5184140" algn="l"/>
                <a:tab pos="5355590" algn="l"/>
              </a:tabLst>
            </a:pPr>
            <a:r>
              <a:rPr sz="2750" spc="3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might</a:t>
            </a:r>
            <a:r>
              <a:rPr sz="2750" spc="-3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contain</a:t>
            </a:r>
            <a:r>
              <a:rPr sz="2750" spc="25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cycles,	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750" spc="20" dirty="0">
                <a:solidFill>
                  <a:srgbClr val="3F3F3F"/>
                </a:solidFill>
                <a:latin typeface="Times New Roman"/>
                <a:cs typeface="Times New Roman"/>
              </a:rPr>
              <a:t>we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must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make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sure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that  </a:t>
            </a: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cycles 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do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cause</a:t>
            </a:r>
            <a:r>
              <a:rPr sz="2750" spc="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algorithm	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go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into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an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infinite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loop.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35" dirty="0"/>
              <a:t>Traversal</a:t>
            </a:r>
            <a:r>
              <a:rPr spc="-65" dirty="0"/>
              <a:t> </a:t>
            </a:r>
            <a:r>
              <a:rPr spc="-70" dirty="0"/>
              <a:t>Methods</a:t>
            </a:r>
            <a:r>
              <a:rPr b="0" spc="-7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74968" y="6582492"/>
            <a:ext cx="1854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24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9833" y="1696084"/>
            <a:ext cx="5385435" cy="136144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508000" indent="-495934">
              <a:lnSpc>
                <a:spcPct val="100000"/>
              </a:lnSpc>
              <a:spcBef>
                <a:spcPts val="1035"/>
              </a:spcBef>
              <a:buAutoNum type="arabicParenR"/>
              <a:tabLst>
                <a:tab pos="508634" algn="l"/>
              </a:tabLst>
            </a:pPr>
            <a:r>
              <a:rPr sz="3600" spc="-15" dirty="0">
                <a:solidFill>
                  <a:srgbClr val="3F3F3F"/>
                </a:solidFill>
                <a:latin typeface="Times New Roman"/>
                <a:cs typeface="Times New Roman"/>
              </a:rPr>
              <a:t>Breadth First</a:t>
            </a:r>
            <a:r>
              <a:rPr sz="36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F3F3F"/>
                </a:solidFill>
                <a:latin typeface="Times New Roman"/>
                <a:cs typeface="Times New Roman"/>
              </a:rPr>
              <a:t>Search(BFS)</a:t>
            </a:r>
            <a:endParaRPr sz="3600">
              <a:latin typeface="Times New Roman"/>
              <a:cs typeface="Times New Roman"/>
            </a:endParaRPr>
          </a:p>
          <a:p>
            <a:pPr marL="508000" indent="-495934">
              <a:lnSpc>
                <a:spcPct val="100000"/>
              </a:lnSpc>
              <a:spcBef>
                <a:spcPts val="940"/>
              </a:spcBef>
              <a:buAutoNum type="arabicParenR"/>
              <a:tabLst>
                <a:tab pos="508634" algn="l"/>
              </a:tabLst>
            </a:pPr>
            <a:r>
              <a:rPr sz="3600" spc="-10" dirty="0">
                <a:solidFill>
                  <a:srgbClr val="3F3F3F"/>
                </a:solidFill>
                <a:latin typeface="Times New Roman"/>
                <a:cs typeface="Times New Roman"/>
              </a:rPr>
              <a:t>Depth </a:t>
            </a:r>
            <a:r>
              <a:rPr sz="3600" spc="-15" dirty="0">
                <a:solidFill>
                  <a:srgbClr val="3F3F3F"/>
                </a:solidFill>
                <a:latin typeface="Times New Roman"/>
                <a:cs typeface="Times New Roman"/>
              </a:rPr>
              <a:t>First</a:t>
            </a:r>
            <a:r>
              <a:rPr sz="3600" spc="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F3F3F"/>
                </a:solidFill>
                <a:latin typeface="Times New Roman"/>
                <a:cs typeface="Times New Roman"/>
              </a:rPr>
              <a:t>Search(DFS)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2560" y="2918123"/>
            <a:ext cx="4779010" cy="300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20"/>
              </a:lnSpc>
              <a:tabLst>
                <a:tab pos="2277745" algn="l"/>
              </a:tabLst>
            </a:pPr>
            <a:r>
              <a:rPr sz="2000" b="1" spc="10" dirty="0">
                <a:latin typeface="Calibri"/>
                <a:cs typeface="Calibri"/>
              </a:rPr>
              <a:t>Unit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VI</a:t>
            </a:r>
            <a:r>
              <a:rPr sz="2000" b="1" spc="44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Graphs</a:t>
            </a:r>
            <a:r>
              <a:rPr sz="2000" spc="-15" dirty="0">
                <a:latin typeface="Times New Roman"/>
                <a:cs typeface="Times New Roman"/>
              </a:rPr>
              <a:t>	</a:t>
            </a:r>
            <a:r>
              <a:rPr sz="2000" b="1" spc="5" dirty="0">
                <a:latin typeface="Calibri"/>
                <a:cs typeface="Calibri"/>
              </a:rPr>
              <a:t>(06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20" dirty="0">
                <a:latin typeface="Calibri"/>
                <a:cs typeface="Calibri"/>
              </a:rPr>
              <a:t>Hrs)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000" b="1" spc="-20" dirty="0">
                <a:latin typeface="Calibri"/>
                <a:cs typeface="Calibri"/>
              </a:rPr>
              <a:t>Graph: </a:t>
            </a:r>
            <a:r>
              <a:rPr sz="2000" spc="15" dirty="0">
                <a:latin typeface="Calibri"/>
                <a:cs typeface="Calibri"/>
              </a:rPr>
              <a:t>Basic </a:t>
            </a:r>
            <a:r>
              <a:rPr sz="2000" spc="-10" dirty="0">
                <a:latin typeface="Calibri"/>
                <a:cs typeface="Calibri"/>
              </a:rPr>
              <a:t>Concepts </a:t>
            </a:r>
            <a:r>
              <a:rPr sz="2000" spc="15" dirty="0">
                <a:latin typeface="Calibri"/>
                <a:cs typeface="Calibri"/>
              </a:rPr>
              <a:t>&amp;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terminology.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R="139700">
              <a:lnSpc>
                <a:spcPct val="100000"/>
              </a:lnSpc>
            </a:pPr>
            <a:r>
              <a:rPr sz="2000" b="1" spc="5" dirty="0">
                <a:latin typeface="Calibri"/>
                <a:cs typeface="Calibri"/>
              </a:rPr>
              <a:t>Representation </a:t>
            </a:r>
            <a:r>
              <a:rPr sz="2000" b="1" spc="25" dirty="0">
                <a:latin typeface="Calibri"/>
                <a:cs typeface="Calibri"/>
              </a:rPr>
              <a:t>of </a:t>
            </a:r>
            <a:r>
              <a:rPr sz="2000" b="1" spc="-10" dirty="0">
                <a:latin typeface="Calibri"/>
                <a:cs typeface="Calibri"/>
              </a:rPr>
              <a:t>graphs: </a:t>
            </a:r>
            <a:r>
              <a:rPr sz="2000" spc="-5" dirty="0">
                <a:latin typeface="Calibri"/>
                <a:cs typeface="Calibri"/>
              </a:rPr>
              <a:t>Adjacency</a:t>
            </a:r>
            <a:r>
              <a:rPr sz="2000" spc="-3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matrix,  </a:t>
            </a:r>
            <a:r>
              <a:rPr sz="2000" spc="-5" dirty="0">
                <a:latin typeface="Calibri"/>
                <a:cs typeface="Calibri"/>
              </a:rPr>
              <a:t>Adjacency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list.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1057910" algn="l"/>
                <a:tab pos="1200785" algn="l"/>
                <a:tab pos="1982470" algn="l"/>
                <a:tab pos="3164840" algn="l"/>
                <a:tab pos="4280535" algn="l"/>
              </a:tabLst>
            </a:pPr>
            <a:r>
              <a:rPr sz="2000" b="1" dirty="0">
                <a:latin typeface="Calibri"/>
                <a:cs typeface="Calibri"/>
              </a:rPr>
              <a:t>Operations </a:t>
            </a:r>
            <a:r>
              <a:rPr sz="2000" b="1" spc="30" dirty="0">
                <a:latin typeface="Calibri"/>
                <a:cs typeface="Calibri"/>
              </a:rPr>
              <a:t>on </a:t>
            </a:r>
            <a:r>
              <a:rPr sz="2000" b="1" spc="-15" dirty="0">
                <a:latin typeface="Calibri"/>
                <a:cs typeface="Calibri"/>
              </a:rPr>
              <a:t>graph: </a:t>
            </a:r>
            <a:r>
              <a:rPr sz="2000" spc="-25" dirty="0">
                <a:latin typeface="Calibri"/>
                <a:cs typeface="Calibri"/>
              </a:rPr>
              <a:t>Traversing </a:t>
            </a:r>
            <a:r>
              <a:rPr sz="2000" spc="1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graph.  </a:t>
            </a:r>
            <a:r>
              <a:rPr sz="2000" b="1" spc="25" dirty="0">
                <a:latin typeface="Calibri"/>
                <a:cs typeface="Calibri"/>
              </a:rPr>
              <a:t>S</a:t>
            </a:r>
            <a:r>
              <a:rPr sz="2000" b="1" spc="-30" dirty="0">
                <a:latin typeface="Calibri"/>
                <a:cs typeface="Calibri"/>
              </a:rPr>
              <a:t>p</a:t>
            </a:r>
            <a:r>
              <a:rPr sz="2000" b="1" spc="-15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nn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30" dirty="0">
                <a:latin typeface="Calibri"/>
                <a:cs typeface="Calibri"/>
              </a:rPr>
              <a:t>n</a:t>
            </a:r>
            <a:r>
              <a:rPr sz="2000" b="1" spc="10" dirty="0">
                <a:latin typeface="Calibri"/>
                <a:cs typeface="Calibri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35" dirty="0">
                <a:latin typeface="Calibri"/>
                <a:cs typeface="Calibri"/>
              </a:rPr>
              <a:t>ree</a:t>
            </a:r>
            <a:r>
              <a:rPr sz="2000" b="1" spc="25" dirty="0">
                <a:latin typeface="Calibri"/>
                <a:cs typeface="Calibri"/>
              </a:rPr>
              <a:t>s</a:t>
            </a:r>
            <a:r>
              <a:rPr sz="2000" b="1" spc="5" dirty="0">
                <a:latin typeface="Calibri"/>
                <a:cs typeface="Calibri"/>
              </a:rPr>
              <a:t>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20" dirty="0">
                <a:latin typeface="Calibri"/>
                <a:cs typeface="Calibri"/>
              </a:rPr>
              <a:t>M</a:t>
            </a:r>
            <a:r>
              <a:rPr sz="2000" spc="-20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spc="5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20" dirty="0">
                <a:latin typeface="Calibri"/>
                <a:cs typeface="Calibri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p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nn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10" dirty="0">
                <a:latin typeface="Calibri"/>
                <a:cs typeface="Calibri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5" dirty="0">
                <a:latin typeface="Calibri"/>
                <a:cs typeface="Calibri"/>
              </a:rPr>
              <a:t>t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e</a:t>
            </a:r>
            <a:r>
              <a:rPr sz="2000" spc="-3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-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Kruskal’s	</a:t>
            </a:r>
            <a:r>
              <a:rPr sz="2000" spc="5" dirty="0">
                <a:latin typeface="Calibri"/>
                <a:cs typeface="Calibri"/>
              </a:rPr>
              <a:t>Algorithm, </a:t>
            </a:r>
            <a:r>
              <a:rPr sz="2000" spc="-15" dirty="0">
                <a:latin typeface="Calibri"/>
                <a:cs typeface="Calibri"/>
              </a:rPr>
              <a:t>Prim’s </a:t>
            </a:r>
            <a:r>
              <a:rPr sz="2000" dirty="0">
                <a:latin typeface="Calibri"/>
                <a:cs typeface="Calibri"/>
              </a:rPr>
              <a:t>Algorithm </a:t>
            </a:r>
            <a:r>
              <a:rPr sz="2000" spc="5" dirty="0">
                <a:latin typeface="Calibri"/>
                <a:cs typeface="Calibri"/>
              </a:rPr>
              <a:t>and  </a:t>
            </a:r>
            <a:r>
              <a:rPr sz="2000" spc="-20" dirty="0">
                <a:latin typeface="Calibri"/>
                <a:cs typeface="Calibri"/>
              </a:rPr>
              <a:t>Dijkstra’s </a:t>
            </a:r>
            <a:r>
              <a:rPr sz="2000" spc="-5" dirty="0">
                <a:latin typeface="Calibri"/>
                <a:cs typeface="Calibri"/>
              </a:rPr>
              <a:t>Shortest </a:t>
            </a:r>
            <a:r>
              <a:rPr sz="2000" spc="-10" dirty="0">
                <a:latin typeface="Calibri"/>
                <a:cs typeface="Calibri"/>
              </a:rPr>
              <a:t>Path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Algorithm.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41643" y="6582492"/>
            <a:ext cx="11874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25</a:t>
            </a:fld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3692" y="254883"/>
            <a:ext cx="690562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u="none" spc="-70" dirty="0"/>
              <a:t>Data </a:t>
            </a:r>
            <a:r>
              <a:rPr sz="4250" u="none" spc="-50" dirty="0"/>
              <a:t>Structures: </a:t>
            </a:r>
            <a:r>
              <a:rPr sz="4250" u="none" spc="-45" dirty="0"/>
              <a:t>CO-PO</a:t>
            </a:r>
            <a:r>
              <a:rPr sz="4250" u="none" spc="-610" dirty="0"/>
              <a:t> </a:t>
            </a:r>
            <a:r>
              <a:rPr sz="4250" u="none" spc="-35" dirty="0"/>
              <a:t>Mapping</a:t>
            </a:r>
            <a:endParaRPr sz="425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5027" y="1068313"/>
          <a:ext cx="11090909" cy="1418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518">
                <a:tc>
                  <a:txBody>
                    <a:bodyPr/>
                    <a:lstStyle/>
                    <a:p>
                      <a:pPr marL="276225" marR="278765" indent="114300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 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667385" marR="55244" indent="-600710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Blooms</a:t>
                      </a:r>
                      <a:r>
                        <a:rPr sz="1800" b="1" spc="-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Taxonomy 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935990" marR="60325" indent="-867410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successful</a:t>
                      </a:r>
                      <a:r>
                        <a:rPr sz="1800" b="1" spc="11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completion</a:t>
                      </a:r>
                      <a:r>
                        <a:rPr sz="1800" b="1" spc="-1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b="1" spc="-1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able</a:t>
                      </a:r>
                      <a:r>
                        <a:rPr sz="1800" b="1" spc="-1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95250" indent="-47625">
                        <a:lnSpc>
                          <a:spcPts val="21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Mapping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  Syllabus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MAPPING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CO204184.6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21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1550" dirty="0">
                          <a:latin typeface="Lucida Sans Unicode"/>
                          <a:cs typeface="Lucida Sans Unicode"/>
                        </a:rPr>
                        <a:t>4</a:t>
                      </a:r>
                      <a:endParaRPr sz="1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6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30"/>
                        </a:lnSpc>
                      </a:pPr>
                      <a:r>
                        <a:rPr sz="1800" spc="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Apply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the knowledge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graph 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solving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8580" marR="720725">
                        <a:lnSpc>
                          <a:spcPct val="100800"/>
                        </a:lnSpc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spanning</a:t>
                      </a:r>
                      <a:r>
                        <a:rPr sz="18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and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shortest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path</a:t>
                      </a:r>
                      <a:r>
                        <a:rPr sz="18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algorithm.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1, 2, 3, 4, 5, 9,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3812" y="2582164"/>
          <a:ext cx="5653404" cy="3306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1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8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68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MAPPING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JUSTIFICATION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–PO5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Modern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tools 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like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turbo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C,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Codeblocks,</a:t>
                      </a:r>
                      <a:r>
                        <a:rPr sz="1400" spc="-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GCC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used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development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programs.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3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–PO9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Development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proper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0485" marR="80010">
                        <a:lnSpc>
                          <a:spcPts val="195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structures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divided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into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team and after the 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completion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entire 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code 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could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integrated 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required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output.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97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CO6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–PO12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Integration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implementation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modular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0485" marR="459105">
                        <a:lnSpc>
                          <a:spcPct val="116199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programs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proper 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structures 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will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useful throughout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life.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212068" y="2584243"/>
            <a:ext cx="5440680" cy="3693795"/>
          </a:xfrm>
          <a:prstGeom prst="rect">
            <a:avLst/>
          </a:prstGeom>
          <a:solidFill>
            <a:srgbClr val="EAB9A4"/>
          </a:solidFill>
        </p:spPr>
        <p:txBody>
          <a:bodyPr vert="horz" wrap="square" lIns="0" tIns="40005" rIns="0" bIns="0" rtlCol="0">
            <a:spAutoFit/>
          </a:bodyPr>
          <a:lstStyle/>
          <a:p>
            <a:pPr marL="95885">
              <a:lnSpc>
                <a:spcPts val="2130"/>
              </a:lnSpc>
              <a:spcBef>
                <a:spcPts val="315"/>
              </a:spcBef>
            </a:pPr>
            <a:r>
              <a:rPr sz="1800" b="1" u="heavy" spc="-10" dirty="0">
                <a:solidFill>
                  <a:srgbClr val="222222"/>
                </a:solidFill>
                <a:uFill>
                  <a:solidFill>
                    <a:srgbClr val="222222"/>
                  </a:solidFill>
                </a:uFill>
                <a:latin typeface="Arial"/>
                <a:cs typeface="Arial"/>
              </a:rPr>
              <a:t>Program </a:t>
            </a:r>
            <a:r>
              <a:rPr sz="1800" b="1" u="heavy" spc="-15" dirty="0">
                <a:solidFill>
                  <a:srgbClr val="222222"/>
                </a:solidFill>
                <a:uFill>
                  <a:solidFill>
                    <a:srgbClr val="222222"/>
                  </a:solidFill>
                </a:uFill>
                <a:latin typeface="Arial"/>
                <a:cs typeface="Arial"/>
              </a:rPr>
              <a:t>Outcomes</a:t>
            </a:r>
            <a:r>
              <a:rPr sz="1800" b="1" u="heavy" spc="70" dirty="0">
                <a:solidFill>
                  <a:srgbClr val="222222"/>
                </a:solidFill>
                <a:uFill>
                  <a:solidFill>
                    <a:srgbClr val="222222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20" dirty="0">
                <a:solidFill>
                  <a:srgbClr val="222222"/>
                </a:solidFill>
                <a:uFill>
                  <a:solidFill>
                    <a:srgbClr val="222222"/>
                  </a:solidFill>
                </a:uFill>
                <a:latin typeface="Arial"/>
                <a:cs typeface="Arial"/>
              </a:rPr>
              <a:t>(POs)</a:t>
            </a:r>
            <a:endParaRPr sz="1800">
              <a:latin typeface="Arial"/>
              <a:cs typeface="Arial"/>
            </a:endParaRPr>
          </a:p>
          <a:p>
            <a:pPr marL="324485" indent="-229235">
              <a:lnSpc>
                <a:spcPts val="2130"/>
              </a:lnSpc>
              <a:buAutoNum type="arabicPeriod"/>
              <a:tabLst>
                <a:tab pos="325120" algn="l"/>
              </a:tabLst>
            </a:pPr>
            <a:r>
              <a:rPr sz="1800" spc="10" dirty="0">
                <a:latin typeface="Calibri"/>
                <a:cs typeface="Calibri"/>
              </a:rPr>
              <a:t>Engineering</a:t>
            </a:r>
            <a:r>
              <a:rPr sz="1800" spc="-13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knowledge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25120" algn="l"/>
              </a:tabLst>
            </a:pP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12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25120" algn="l"/>
              </a:tabLst>
            </a:pPr>
            <a:r>
              <a:rPr sz="1800" spc="5" dirty="0">
                <a:latin typeface="Calibri"/>
                <a:cs typeface="Calibri"/>
              </a:rPr>
              <a:t>Design/development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-254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solutions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ts val="2130"/>
              </a:lnSpc>
              <a:spcBef>
                <a:spcPts val="20"/>
              </a:spcBef>
              <a:buAutoNum type="arabicPeriod"/>
              <a:tabLst>
                <a:tab pos="325120" algn="l"/>
              </a:tabLst>
            </a:pPr>
            <a:r>
              <a:rPr sz="1800" spc="10" dirty="0">
                <a:latin typeface="Calibri"/>
                <a:cs typeface="Calibri"/>
              </a:rPr>
              <a:t>Conduct</a:t>
            </a:r>
            <a:r>
              <a:rPr sz="1800" spc="-114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investigations</a:t>
            </a:r>
            <a:r>
              <a:rPr sz="1800" spc="-2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complex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problems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ts val="2130"/>
              </a:lnSpc>
              <a:buAutoNum type="arabicPeriod"/>
              <a:tabLst>
                <a:tab pos="325120" algn="l"/>
              </a:tabLst>
            </a:pPr>
            <a:r>
              <a:rPr sz="1800" spc="5" dirty="0">
                <a:latin typeface="Calibri"/>
                <a:cs typeface="Calibri"/>
              </a:rPr>
              <a:t>Modern tool</a:t>
            </a:r>
            <a:r>
              <a:rPr sz="1800" spc="-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usage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25120" algn="l"/>
              </a:tabLst>
            </a:pPr>
            <a:r>
              <a:rPr sz="1800" spc="1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engineer </a:t>
            </a:r>
            <a:r>
              <a:rPr sz="1800" spc="15" dirty="0">
                <a:latin typeface="Calibri"/>
                <a:cs typeface="Calibri"/>
              </a:rPr>
              <a:t>and</a:t>
            </a:r>
            <a:r>
              <a:rPr sz="1800" spc="-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society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25120" algn="l"/>
              </a:tabLst>
            </a:pPr>
            <a:r>
              <a:rPr sz="1800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Environment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and</a:t>
            </a:r>
            <a:r>
              <a:rPr sz="1800" spc="-26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sustainability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25120" algn="l"/>
              </a:tabLst>
            </a:pPr>
            <a:r>
              <a:rPr sz="1800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Ethics</a:t>
            </a:r>
            <a:endParaRPr sz="1800">
              <a:latin typeface="Calibri"/>
              <a:cs typeface="Calibri"/>
            </a:endParaRPr>
          </a:p>
          <a:p>
            <a:pPr marL="324485" indent="-229235">
              <a:lnSpc>
                <a:spcPts val="2130"/>
              </a:lnSpc>
              <a:spcBef>
                <a:spcPts val="15"/>
              </a:spcBef>
              <a:buAutoNum type="arabicPeriod"/>
              <a:tabLst>
                <a:tab pos="325120" algn="l"/>
              </a:tabLst>
            </a:pPr>
            <a:r>
              <a:rPr sz="1800" u="heavy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Individual</a:t>
            </a:r>
            <a:r>
              <a:rPr sz="18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00" u="heavy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</a:t>
            </a:r>
            <a:r>
              <a:rPr sz="1800" u="heavy" spc="-1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endParaRPr sz="1800">
              <a:latin typeface="Calibri"/>
              <a:cs typeface="Calibri"/>
            </a:endParaRPr>
          </a:p>
          <a:p>
            <a:pPr marL="439420" indent="-344170">
              <a:lnSpc>
                <a:spcPts val="2130"/>
              </a:lnSpc>
              <a:buAutoNum type="arabicPeriod"/>
              <a:tabLst>
                <a:tab pos="440055" algn="l"/>
              </a:tabLst>
            </a:pPr>
            <a:r>
              <a:rPr sz="1800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Communication</a:t>
            </a:r>
            <a:endParaRPr sz="1800">
              <a:latin typeface="Calibri"/>
              <a:cs typeface="Calibri"/>
            </a:endParaRPr>
          </a:p>
          <a:p>
            <a:pPr marL="439420" indent="-34417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40055" algn="l"/>
              </a:tabLst>
            </a:pPr>
            <a:r>
              <a:rPr sz="1800" spc="-10" dirty="0">
                <a:latin typeface="Calibri"/>
                <a:cs typeface="Calibri"/>
              </a:rPr>
              <a:t>Project </a:t>
            </a:r>
            <a:r>
              <a:rPr sz="1800" spc="5" dirty="0">
                <a:latin typeface="Calibri"/>
                <a:cs typeface="Calibri"/>
              </a:rPr>
              <a:t>management </a:t>
            </a:r>
            <a:r>
              <a:rPr sz="1800" spc="15" dirty="0">
                <a:latin typeface="Calibri"/>
                <a:cs typeface="Calibri"/>
              </a:rPr>
              <a:t>and</a:t>
            </a:r>
            <a:r>
              <a:rPr sz="1800" spc="-15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finance</a:t>
            </a:r>
            <a:endParaRPr sz="1800">
              <a:latin typeface="Calibri"/>
              <a:cs typeface="Calibri"/>
            </a:endParaRPr>
          </a:p>
          <a:p>
            <a:pPr marL="439420" indent="-34417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40055" algn="l"/>
              </a:tabLst>
            </a:pPr>
            <a:r>
              <a:rPr sz="1800" spc="-5" dirty="0">
                <a:latin typeface="Calibri"/>
                <a:cs typeface="Calibri"/>
              </a:rPr>
              <a:t>Life-long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4127874" y="169355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4127874" y="303086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6614005" y="2330296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5615362" y="16792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5615362" y="303086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6135688" y="2134550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737474" y="3297563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6224962" y="2858940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4428705" y="2241481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718424" y="1941911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5920162" y="2222899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4648200" y="2133600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4999675" y="398336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6480839" y="3951928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4428705" y="3547947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5423274" y="3547946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6099177" y="2183624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609275" y="4218628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1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6F56-13FD-4BAA-B02A-1E07E470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381000"/>
            <a:ext cx="10155556" cy="758189"/>
          </a:xfrm>
        </p:spPr>
        <p:txBody>
          <a:bodyPr/>
          <a:lstStyle/>
          <a:p>
            <a:r>
              <a:rPr lang="en-US" dirty="0"/>
              <a:t>Breadth First Search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2E277-152C-42B9-AB9A-735EA0629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380872"/>
            <a:ext cx="7905750" cy="5078313"/>
          </a:xfrm>
        </p:spPr>
        <p:txBody>
          <a:bodyPr/>
          <a:lstStyle/>
          <a:p>
            <a:r>
              <a:rPr lang="en-US" dirty="0"/>
              <a:t>Take any node as root node for traversing</a:t>
            </a:r>
          </a:p>
          <a:p>
            <a:endParaRPr lang="en-US" dirty="0"/>
          </a:p>
          <a:p>
            <a:r>
              <a:rPr lang="en-US" dirty="0"/>
              <a:t>If it is not given, take first node as root node</a:t>
            </a:r>
          </a:p>
          <a:p>
            <a:endParaRPr lang="en-US" dirty="0"/>
          </a:p>
          <a:p>
            <a:r>
              <a:rPr lang="en-US" dirty="0"/>
              <a:t>Queue Data Structure used in BFS:- FIFO</a:t>
            </a:r>
          </a:p>
          <a:p>
            <a:endParaRPr lang="en-US" dirty="0"/>
          </a:p>
          <a:p>
            <a:r>
              <a:rPr lang="en-US" dirty="0"/>
              <a:t>For Root</a:t>
            </a:r>
          </a:p>
          <a:p>
            <a:r>
              <a:rPr lang="en-US" dirty="0"/>
              <a:t>Steps:- 1) Enqueue root node value in the queue</a:t>
            </a:r>
          </a:p>
          <a:p>
            <a:r>
              <a:rPr lang="en-US" dirty="0"/>
              <a:t>            2) Dequeue the element and display in the result</a:t>
            </a:r>
          </a:p>
          <a:p>
            <a:r>
              <a:rPr lang="en-US" dirty="0"/>
              <a:t>            3) Find out and add unvisited adjacent vertices of root node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D46FF9-B3B9-44B1-BAC7-8D5A9F3A9D30}"/>
                  </a:ext>
                </a:extLst>
              </p14:cNvPr>
              <p14:cNvContentPartPr/>
              <p14:nvPr/>
            </p14:nvContentPartPr>
            <p14:xfrm>
              <a:off x="2643480" y="4779000"/>
              <a:ext cx="3799440" cy="72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D46FF9-B3B9-44B1-BAC7-8D5A9F3A9D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4120" y="4769640"/>
                <a:ext cx="3818160" cy="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1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6F56-13FD-4BAA-B02A-1E07E470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381000"/>
            <a:ext cx="10155556" cy="758189"/>
          </a:xfrm>
        </p:spPr>
        <p:txBody>
          <a:bodyPr/>
          <a:lstStyle/>
          <a:p>
            <a:r>
              <a:rPr lang="en-US" dirty="0"/>
              <a:t>Breadth First Search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2E277-152C-42B9-AB9A-735EA0629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380872"/>
            <a:ext cx="7905750" cy="2539157"/>
          </a:xfrm>
        </p:spPr>
        <p:txBody>
          <a:bodyPr/>
          <a:lstStyle/>
          <a:p>
            <a:r>
              <a:rPr lang="en-US" dirty="0"/>
              <a:t>For Remaining Vertex Element</a:t>
            </a:r>
          </a:p>
          <a:p>
            <a:r>
              <a:rPr lang="en-US" dirty="0"/>
              <a:t>Steps:- 1) Dequeue the first element from queue</a:t>
            </a:r>
          </a:p>
          <a:p>
            <a:r>
              <a:rPr lang="en-US" dirty="0"/>
              <a:t>            2) Find out and add unvisited adjacent vertices   </a:t>
            </a:r>
          </a:p>
          <a:p>
            <a:r>
              <a:rPr lang="en-US" dirty="0"/>
              <a:t>                of dequeue element</a:t>
            </a:r>
          </a:p>
          <a:p>
            <a:r>
              <a:rPr lang="en-US" dirty="0"/>
              <a:t>            3)display that element in the result</a:t>
            </a:r>
          </a:p>
          <a:p>
            <a:r>
              <a:rPr lang="en-US" dirty="0"/>
              <a:t>          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F0DD45-AC01-4235-A5F7-CEF1BC553454}"/>
                  </a:ext>
                </a:extLst>
              </p14:cNvPr>
              <p14:cNvContentPartPr/>
              <p14:nvPr/>
            </p14:nvContentPartPr>
            <p14:xfrm>
              <a:off x="3947040" y="3911040"/>
              <a:ext cx="5438520" cy="2465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F0DD45-AC01-4235-A5F7-CEF1BC5534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7680" y="3901680"/>
                <a:ext cx="5457240" cy="248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4D9700-8B85-40D2-A385-9F063BC088D9}"/>
                  </a:ext>
                </a:extLst>
              </p14:cNvPr>
              <p14:cNvContentPartPr/>
              <p14:nvPr/>
            </p14:nvContentPartPr>
            <p14:xfrm>
              <a:off x="505440" y="226656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4D9700-8B85-40D2-A385-9F063BC088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80" y="22572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157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6F56-13FD-4BAA-B02A-1E07E470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381000"/>
            <a:ext cx="10155556" cy="758189"/>
          </a:xfrm>
        </p:spPr>
        <p:txBody>
          <a:bodyPr/>
          <a:lstStyle/>
          <a:p>
            <a:r>
              <a:rPr lang="en-US" dirty="0"/>
              <a:t>Breadth First Search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4B65EA-8A62-4420-A916-7BEF1E2D18EA}"/>
              </a:ext>
            </a:extLst>
          </p:cNvPr>
          <p:cNvGraphicFramePr>
            <a:graphicFrameLocks noGrp="1"/>
          </p:cNvGraphicFramePr>
          <p:nvPr/>
        </p:nvGraphicFramePr>
        <p:xfrm>
          <a:off x="352423" y="1718544"/>
          <a:ext cx="741156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795">
                  <a:extLst>
                    <a:ext uri="{9D8B030D-6E8A-4147-A177-3AD203B41FA5}">
                      <a16:colId xmlns:a16="http://schemas.microsoft.com/office/drawing/2014/main" val="4273734237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3237550183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1024467353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2436426778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195263055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70036588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081256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7604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B28EE8-13E8-4F32-BEA1-86C0BF3AF195}"/>
              </a:ext>
            </a:extLst>
          </p:cNvPr>
          <p:cNvSpPr txBox="1"/>
          <p:nvPr/>
        </p:nvSpPr>
        <p:spPr>
          <a:xfrm>
            <a:off x="433387" y="2748290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2B6704-0F6D-40AF-900E-A7DA9008F78C}"/>
                  </a:ext>
                </a:extLst>
              </p14:cNvPr>
              <p14:cNvContentPartPr/>
              <p14:nvPr/>
            </p14:nvContentPartPr>
            <p14:xfrm>
              <a:off x="231120" y="1227240"/>
              <a:ext cx="10632240" cy="5486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2B6704-0F6D-40AF-900E-A7DA9008F7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0" y="1217880"/>
                <a:ext cx="10650960" cy="550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301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6F56-13FD-4BAA-B02A-1E07E470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381000"/>
            <a:ext cx="10155556" cy="758189"/>
          </a:xfrm>
        </p:spPr>
        <p:txBody>
          <a:bodyPr/>
          <a:lstStyle/>
          <a:p>
            <a:r>
              <a:rPr lang="en-US" dirty="0"/>
              <a:t>Breadth First Search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4B65EA-8A62-4420-A916-7BEF1E2D18EA}"/>
              </a:ext>
            </a:extLst>
          </p:cNvPr>
          <p:cNvGraphicFramePr>
            <a:graphicFrameLocks noGrp="1"/>
          </p:cNvGraphicFramePr>
          <p:nvPr/>
        </p:nvGraphicFramePr>
        <p:xfrm>
          <a:off x="352423" y="1718544"/>
          <a:ext cx="741156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795">
                  <a:extLst>
                    <a:ext uri="{9D8B030D-6E8A-4147-A177-3AD203B41FA5}">
                      <a16:colId xmlns:a16="http://schemas.microsoft.com/office/drawing/2014/main" val="4273734237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3237550183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1024467353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2436426778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195263055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70036588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081256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7604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B28EE8-13E8-4F32-BEA1-86C0BF3AF195}"/>
              </a:ext>
            </a:extLst>
          </p:cNvPr>
          <p:cNvSpPr txBox="1"/>
          <p:nvPr/>
        </p:nvSpPr>
        <p:spPr>
          <a:xfrm>
            <a:off x="433387" y="2748290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B57F5B-F9BE-4D78-A250-29D128D7AC5F}"/>
                  </a:ext>
                </a:extLst>
              </p14:cNvPr>
              <p14:cNvContentPartPr/>
              <p14:nvPr/>
            </p14:nvContentPartPr>
            <p14:xfrm>
              <a:off x="133920" y="1152000"/>
              <a:ext cx="10698120" cy="4866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B57F5B-F9BE-4D78-A250-29D128D7AC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560" y="1142640"/>
                <a:ext cx="10716840" cy="488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8053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6F56-13FD-4BAA-B02A-1E07E470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381000"/>
            <a:ext cx="10155556" cy="758189"/>
          </a:xfrm>
        </p:spPr>
        <p:txBody>
          <a:bodyPr/>
          <a:lstStyle/>
          <a:p>
            <a:r>
              <a:rPr lang="en-US" dirty="0"/>
              <a:t>Breadth First Search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4B65EA-8A62-4420-A916-7BEF1E2D1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579121"/>
              </p:ext>
            </p:extLst>
          </p:nvPr>
        </p:nvGraphicFramePr>
        <p:xfrm>
          <a:off x="352423" y="1718544"/>
          <a:ext cx="741156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795">
                  <a:extLst>
                    <a:ext uri="{9D8B030D-6E8A-4147-A177-3AD203B41FA5}">
                      <a16:colId xmlns:a16="http://schemas.microsoft.com/office/drawing/2014/main" val="4273734237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3237550183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1024467353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2436426778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195263055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70036588"/>
                    </a:ext>
                  </a:extLst>
                </a:gridCol>
                <a:gridCol w="1058795">
                  <a:extLst>
                    <a:ext uri="{9D8B030D-6E8A-4147-A177-3AD203B41FA5}">
                      <a16:colId xmlns:a16="http://schemas.microsoft.com/office/drawing/2014/main" val="4081256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7604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B28EE8-13E8-4F32-BEA1-86C0BF3AF195}"/>
              </a:ext>
            </a:extLst>
          </p:cNvPr>
          <p:cNvSpPr txBox="1"/>
          <p:nvPr/>
        </p:nvSpPr>
        <p:spPr>
          <a:xfrm>
            <a:off x="433387" y="2748290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B73AE5-5264-4956-8B97-5A0046A9FF62}"/>
                  </a:ext>
                </a:extLst>
              </p14:cNvPr>
              <p14:cNvContentPartPr/>
              <p14:nvPr/>
            </p14:nvContentPartPr>
            <p14:xfrm>
              <a:off x="464400" y="1125000"/>
              <a:ext cx="10430280" cy="5135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B73AE5-5264-4956-8B97-5A0046A9FF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040" y="1115640"/>
                <a:ext cx="10449000" cy="51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C59692-27A5-4AA8-B5D3-B04BD861E843}"/>
                  </a:ext>
                </a:extLst>
              </p14:cNvPr>
              <p14:cNvContentPartPr/>
              <p14:nvPr/>
            </p14:nvContentPartPr>
            <p14:xfrm>
              <a:off x="428760" y="1857240"/>
              <a:ext cx="964800" cy="670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C59692-27A5-4AA8-B5D3-B04BD861E8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400" y="1847880"/>
                <a:ext cx="983520" cy="68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02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6F56-13FD-4BAA-B02A-1E07E470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381000"/>
            <a:ext cx="10155556" cy="758189"/>
          </a:xfrm>
        </p:spPr>
        <p:txBody>
          <a:bodyPr/>
          <a:lstStyle/>
          <a:p>
            <a:r>
              <a:rPr lang="en-US" dirty="0"/>
              <a:t>Depth First Search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2E277-152C-42B9-AB9A-735EA0629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129" y="1380872"/>
            <a:ext cx="6960182" cy="4231928"/>
          </a:xfrm>
        </p:spPr>
        <p:txBody>
          <a:bodyPr/>
          <a:lstStyle/>
          <a:p>
            <a:r>
              <a:rPr lang="en-US" dirty="0"/>
              <a:t>Take any node as root node for traversing</a:t>
            </a:r>
          </a:p>
          <a:p>
            <a:endParaRPr lang="en-US" dirty="0"/>
          </a:p>
          <a:p>
            <a:r>
              <a:rPr lang="en-US" dirty="0"/>
              <a:t>If it is not given, take first node as root node</a:t>
            </a:r>
          </a:p>
          <a:p>
            <a:endParaRPr lang="en-US" dirty="0"/>
          </a:p>
          <a:p>
            <a:r>
              <a:rPr lang="en-US" dirty="0"/>
              <a:t>Stack Data Structure used in DFS:- LIFO</a:t>
            </a:r>
          </a:p>
          <a:p>
            <a:endParaRPr lang="en-US" dirty="0"/>
          </a:p>
          <a:p>
            <a:r>
              <a:rPr lang="en-US" dirty="0"/>
              <a:t>Steps:- 1) Push root node value in stack </a:t>
            </a:r>
          </a:p>
          <a:p>
            <a:r>
              <a:rPr lang="en-US" dirty="0"/>
              <a:t>            2) Visit and add only one adjacent vertex     near from root </a:t>
            </a:r>
          </a:p>
          <a:p>
            <a:r>
              <a:rPr lang="en-US" dirty="0"/>
              <a:t>          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E6800-B18F-49F2-80E9-108C5C9035F7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653F96-E1F8-4A3B-9920-0C431818A888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01C2F1-D1D4-4823-82B4-546730AC6305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0DC548-6F0D-483A-BA1C-11EFD27BE207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E9FCA-68F9-4155-8F4D-3D0C00B72F31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1753D-4E2A-4A4A-868F-0E0A9BA91BD6}"/>
              </a:ext>
            </a:extLst>
          </p:cNvPr>
          <p:cNvCxnSpPr>
            <a:cxnSpLocks/>
            <a:endCxn id="19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ABD65-4F8B-4598-9234-E343E3F0910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87E06D-25B7-454D-B44D-EC1402C9E7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F800D-B2E5-43AC-90BE-F7A6D51D1B47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2193F0-D397-4808-814F-FC63C826B42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F02C9C-7F26-41D0-ABD8-50F8BC200FD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64B01-9C26-438E-9CC5-E5B0C78CA0F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D806EB-68E2-4E5A-9742-40BF685B60BF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2C3B-A735-461C-87A5-B652DD149D2A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2257AA-D30E-43A9-A85C-B3704F9DB3A4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0D248-9E87-4B5F-B4EB-DCAB4A13B617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59F63-F38C-422A-A587-EC0AD4E1421C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670D2D-A871-409D-A640-D943337C185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721224-EB78-42B3-8245-2CF5F165341B}"/>
                  </a:ext>
                </a:extLst>
              </p14:cNvPr>
              <p14:cNvContentPartPr/>
              <p14:nvPr/>
            </p14:nvContentPartPr>
            <p14:xfrm>
              <a:off x="751320" y="1039320"/>
              <a:ext cx="7150680" cy="2570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721224-EB78-42B3-8245-2CF5F16534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1960" y="1029960"/>
                <a:ext cx="7169400" cy="25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945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CE14-6DBA-45C6-B29D-E09E973D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457200"/>
            <a:ext cx="10155556" cy="758189"/>
          </a:xfrm>
        </p:spPr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9FF5E9-A544-428A-BCEB-153921A6353B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D93E94-CB19-43C3-8069-49FB7E4F96D7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65023F-572A-45CA-ACF9-7011633728EF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5FD608-BD3F-4DB3-84F9-0D6A589D8E24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575342-ADA3-41AD-89B5-80CF38EE4E27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58533F-C469-47EC-985F-D930EDA25145}"/>
              </a:ext>
            </a:extLst>
          </p:cNvPr>
          <p:cNvCxnSpPr>
            <a:cxnSpLocks/>
            <a:endCxn id="7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8EE3AA-B493-4E56-92ED-4DCB886C48E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ABD25-E052-4C84-8EDA-EE47B276E462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0362F3-4013-46B4-8663-C1D669300DC6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BC1A3-F184-4F90-B031-87C45EA2BDB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A388-CAA0-45D5-94B1-E760218AA01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8086D2-0221-48BC-9AA9-C5C9A0FEB348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F1F09E3-9A1F-44CC-A95D-61570AA707C0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0A050A-84C8-4842-A59F-15F246E98F8C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AF5EF9-A400-46A0-92C8-CD4C1526ED5C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204E1C-C1CE-467F-A580-38BDED3A4204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4B9B85-3F16-463E-844C-0F33B26860B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9E2309-F04D-4DDA-A8C7-0BA9D7F7489F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7B247E93-BB21-4693-BE60-1C2D306627D3}"/>
              </a:ext>
            </a:extLst>
          </p:cNvPr>
          <p:cNvGraphicFramePr>
            <a:graphicFrameLocks noGrp="1"/>
          </p:cNvGraphicFramePr>
          <p:nvPr/>
        </p:nvGraphicFramePr>
        <p:xfrm>
          <a:off x="835713" y="1392310"/>
          <a:ext cx="82391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911">
                  <a:extLst>
                    <a:ext uri="{9D8B030D-6E8A-4147-A177-3AD203B41FA5}">
                      <a16:colId xmlns:a16="http://schemas.microsoft.com/office/drawing/2014/main" val="3881222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55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5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9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72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1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4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10779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258B83F-CE11-489E-871B-99096A11BD31}"/>
              </a:ext>
            </a:extLst>
          </p:cNvPr>
          <p:cNvSpPr txBox="1"/>
          <p:nvPr/>
        </p:nvSpPr>
        <p:spPr>
          <a:xfrm>
            <a:off x="2133066" y="1950421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8D02B89-7E4E-4FF9-98D1-4D9D024C2032}"/>
                  </a:ext>
                </a:extLst>
              </p14:cNvPr>
              <p14:cNvContentPartPr/>
              <p14:nvPr/>
            </p14:nvContentPartPr>
            <p14:xfrm>
              <a:off x="0" y="1232280"/>
              <a:ext cx="7858440" cy="4983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8D02B89-7E4E-4FF9-98D1-4D9D024C20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1222920"/>
                <a:ext cx="7877160" cy="50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220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CE14-6DBA-45C6-B29D-E09E973D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457200"/>
            <a:ext cx="10155556" cy="758189"/>
          </a:xfrm>
        </p:spPr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9FF5E9-A544-428A-BCEB-153921A6353B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D93E94-CB19-43C3-8069-49FB7E4F96D7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65023F-572A-45CA-ACF9-7011633728EF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5FD608-BD3F-4DB3-84F9-0D6A589D8E24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575342-ADA3-41AD-89B5-80CF38EE4E27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58533F-C469-47EC-985F-D930EDA25145}"/>
              </a:ext>
            </a:extLst>
          </p:cNvPr>
          <p:cNvCxnSpPr>
            <a:cxnSpLocks/>
            <a:endCxn id="7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8EE3AA-B493-4E56-92ED-4DCB886C48E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ABD25-E052-4C84-8EDA-EE47B276E462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0362F3-4013-46B4-8663-C1D669300DC6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BC1A3-F184-4F90-B031-87C45EA2BDB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A388-CAA0-45D5-94B1-E760218AA01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8086D2-0221-48BC-9AA9-C5C9A0FEB348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F1F09E3-9A1F-44CC-A95D-61570AA707C0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0A050A-84C8-4842-A59F-15F246E98F8C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AF5EF9-A400-46A0-92C8-CD4C1526ED5C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204E1C-C1CE-467F-A580-38BDED3A4204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4B9B85-3F16-463E-844C-0F33B26860B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9E2309-F04D-4DDA-A8C7-0BA9D7F7489F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7B247E93-BB21-4693-BE60-1C2D306627D3}"/>
              </a:ext>
            </a:extLst>
          </p:cNvPr>
          <p:cNvGraphicFramePr>
            <a:graphicFrameLocks noGrp="1"/>
          </p:cNvGraphicFramePr>
          <p:nvPr/>
        </p:nvGraphicFramePr>
        <p:xfrm>
          <a:off x="835713" y="1392310"/>
          <a:ext cx="82391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911">
                  <a:extLst>
                    <a:ext uri="{9D8B030D-6E8A-4147-A177-3AD203B41FA5}">
                      <a16:colId xmlns:a16="http://schemas.microsoft.com/office/drawing/2014/main" val="3881222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55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5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9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72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1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4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10779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258B83F-CE11-489E-871B-99096A11BD31}"/>
              </a:ext>
            </a:extLst>
          </p:cNvPr>
          <p:cNvSpPr txBox="1"/>
          <p:nvPr/>
        </p:nvSpPr>
        <p:spPr>
          <a:xfrm>
            <a:off x="2133066" y="1950421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85F537-0568-459D-83FD-14547B7DFDF7}"/>
                  </a:ext>
                </a:extLst>
              </p14:cNvPr>
              <p14:cNvContentPartPr/>
              <p14:nvPr/>
            </p14:nvContentPartPr>
            <p14:xfrm>
              <a:off x="289080" y="1472760"/>
              <a:ext cx="10429920" cy="532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85F537-0568-459D-83FD-14547B7DFD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720" y="1463400"/>
                <a:ext cx="10448640" cy="534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24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CE14-6DBA-45C6-B29D-E09E973D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457200"/>
            <a:ext cx="10155556" cy="758189"/>
          </a:xfrm>
        </p:spPr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9FF5E9-A544-428A-BCEB-153921A6353B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D93E94-CB19-43C3-8069-49FB7E4F96D7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65023F-572A-45CA-ACF9-7011633728EF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5FD608-BD3F-4DB3-84F9-0D6A589D8E24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575342-ADA3-41AD-89B5-80CF38EE4E27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58533F-C469-47EC-985F-D930EDA25145}"/>
              </a:ext>
            </a:extLst>
          </p:cNvPr>
          <p:cNvCxnSpPr>
            <a:cxnSpLocks/>
            <a:endCxn id="7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8EE3AA-B493-4E56-92ED-4DCB886C48E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ABD25-E052-4C84-8EDA-EE47B276E462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0362F3-4013-46B4-8663-C1D669300DC6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BC1A3-F184-4F90-B031-87C45EA2BDB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A388-CAA0-45D5-94B1-E760218AA01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8086D2-0221-48BC-9AA9-C5C9A0FEB348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F1F09E3-9A1F-44CC-A95D-61570AA707C0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0A050A-84C8-4842-A59F-15F246E98F8C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AF5EF9-A400-46A0-92C8-CD4C1526ED5C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204E1C-C1CE-467F-A580-38BDED3A4204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4B9B85-3F16-463E-844C-0F33B26860B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9E2309-F04D-4DDA-A8C7-0BA9D7F7489F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7B247E93-BB21-4693-BE60-1C2D30662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449156"/>
              </p:ext>
            </p:extLst>
          </p:nvPr>
        </p:nvGraphicFramePr>
        <p:xfrm>
          <a:off x="835713" y="1392310"/>
          <a:ext cx="82391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911">
                  <a:extLst>
                    <a:ext uri="{9D8B030D-6E8A-4147-A177-3AD203B41FA5}">
                      <a16:colId xmlns:a16="http://schemas.microsoft.com/office/drawing/2014/main" val="3881222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55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5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9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72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1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4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10779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258B83F-CE11-489E-871B-99096A11BD31}"/>
              </a:ext>
            </a:extLst>
          </p:cNvPr>
          <p:cNvSpPr txBox="1"/>
          <p:nvPr/>
        </p:nvSpPr>
        <p:spPr>
          <a:xfrm>
            <a:off x="2133066" y="1950421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1ED58-6300-4A32-BECD-191EED06FA37}"/>
                  </a:ext>
                </a:extLst>
              </p14:cNvPr>
              <p14:cNvContentPartPr/>
              <p14:nvPr/>
            </p14:nvContentPartPr>
            <p14:xfrm>
              <a:off x="151920" y="973440"/>
              <a:ext cx="11939400" cy="571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1ED58-6300-4A32-BECD-191EED06FA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560" y="964080"/>
                <a:ext cx="11958120" cy="573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249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CE14-6DBA-45C6-B29D-E09E973D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22" y="457200"/>
            <a:ext cx="10155556" cy="758189"/>
          </a:xfrm>
        </p:spPr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9FF5E9-A544-428A-BCEB-153921A6353B}"/>
              </a:ext>
            </a:extLst>
          </p:cNvPr>
          <p:cNvSpPr/>
          <p:nvPr/>
        </p:nvSpPr>
        <p:spPr>
          <a:xfrm>
            <a:off x="7848600" y="113918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D93E94-CB19-43C3-8069-49FB7E4F96D7}"/>
              </a:ext>
            </a:extLst>
          </p:cNvPr>
          <p:cNvSpPr/>
          <p:nvPr/>
        </p:nvSpPr>
        <p:spPr>
          <a:xfrm>
            <a:off x="7848600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65023F-572A-45CA-ACF9-7011633728EF}"/>
              </a:ext>
            </a:extLst>
          </p:cNvPr>
          <p:cNvSpPr/>
          <p:nvPr/>
        </p:nvSpPr>
        <p:spPr>
          <a:xfrm>
            <a:off x="10334731" y="1775933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5FD608-BD3F-4DB3-84F9-0D6A589D8E24}"/>
              </a:ext>
            </a:extLst>
          </p:cNvPr>
          <p:cNvSpPr/>
          <p:nvPr/>
        </p:nvSpPr>
        <p:spPr>
          <a:xfrm>
            <a:off x="9336088" y="1124902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575342-ADA3-41AD-89B5-80CF38EE4E27}"/>
              </a:ext>
            </a:extLst>
          </p:cNvPr>
          <p:cNvSpPr/>
          <p:nvPr/>
        </p:nvSpPr>
        <p:spPr>
          <a:xfrm>
            <a:off x="9336088" y="24765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58533F-C469-47EC-985F-D930EDA25145}"/>
              </a:ext>
            </a:extLst>
          </p:cNvPr>
          <p:cNvCxnSpPr>
            <a:cxnSpLocks/>
            <a:endCxn id="7" idx="5"/>
          </p:cNvCxnSpPr>
          <p:nvPr/>
        </p:nvCxnSpPr>
        <p:spPr>
          <a:xfrm flipH="1" flipV="1">
            <a:off x="9856414" y="1580187"/>
            <a:ext cx="470222" cy="302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8EE3AA-B493-4E56-92ED-4DCB886C48E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8458200" y="2743200"/>
            <a:ext cx="877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ABD25-E052-4C84-8EDA-EE47B276E462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9945688" y="2304577"/>
            <a:ext cx="511754" cy="4386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0362F3-4013-46B4-8663-C1D669300DC6}"/>
              </a:ext>
            </a:extLst>
          </p:cNvPr>
          <p:cNvCxnSpPr>
            <a:cxnSpLocks/>
          </p:cNvCxnSpPr>
          <p:nvPr/>
        </p:nvCxnSpPr>
        <p:spPr>
          <a:xfrm flipV="1">
            <a:off x="8149431" y="1687118"/>
            <a:ext cx="0" cy="750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BC1A3-F184-4F90-B031-87C45EA2BDB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8439150" y="1387548"/>
            <a:ext cx="896938" cy="4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A388-CAA0-45D5-94B1-E760218AA01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640888" y="1668536"/>
            <a:ext cx="0" cy="807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8086D2-0221-48BC-9AA9-C5C9A0FEB348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368926" y="1579237"/>
            <a:ext cx="1079822" cy="975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F1F09E3-9A1F-44CC-A95D-61570AA707C0}"/>
              </a:ext>
            </a:extLst>
          </p:cNvPr>
          <p:cNvSpPr/>
          <p:nvPr/>
        </p:nvSpPr>
        <p:spPr>
          <a:xfrm>
            <a:off x="8720401" y="3428999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0A050A-84C8-4842-A59F-15F246E98F8C}"/>
              </a:ext>
            </a:extLst>
          </p:cNvPr>
          <p:cNvSpPr/>
          <p:nvPr/>
        </p:nvSpPr>
        <p:spPr>
          <a:xfrm>
            <a:off x="10201565" y="3397565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AF5EF9-A400-46A0-92C8-CD4C1526ED5C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149431" y="2993584"/>
            <a:ext cx="660244" cy="5135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204E1C-C1CE-467F-A580-38BDED3A4204}"/>
              </a:ext>
            </a:extLst>
          </p:cNvPr>
          <p:cNvCxnSpPr>
            <a:cxnSpLocks/>
          </p:cNvCxnSpPr>
          <p:nvPr/>
        </p:nvCxnSpPr>
        <p:spPr>
          <a:xfrm flipV="1">
            <a:off x="9144000" y="2993583"/>
            <a:ext cx="488951" cy="435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4B9B85-3F16-463E-844C-0F33B26860B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819903" y="1629261"/>
            <a:ext cx="686462" cy="1768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9E2309-F04D-4DDA-A8C7-0BA9D7F7489F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330001" y="3664265"/>
            <a:ext cx="8715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7B247E93-BB21-4693-BE60-1C2D306627D3}"/>
              </a:ext>
            </a:extLst>
          </p:cNvPr>
          <p:cNvGraphicFramePr>
            <a:graphicFrameLocks noGrp="1"/>
          </p:cNvGraphicFramePr>
          <p:nvPr/>
        </p:nvGraphicFramePr>
        <p:xfrm>
          <a:off x="835713" y="1392310"/>
          <a:ext cx="82391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911">
                  <a:extLst>
                    <a:ext uri="{9D8B030D-6E8A-4147-A177-3AD203B41FA5}">
                      <a16:colId xmlns:a16="http://schemas.microsoft.com/office/drawing/2014/main" val="3881222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55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5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9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72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1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4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10779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258B83F-CE11-489E-871B-99096A11BD31}"/>
              </a:ext>
            </a:extLst>
          </p:cNvPr>
          <p:cNvSpPr txBox="1"/>
          <p:nvPr/>
        </p:nvSpPr>
        <p:spPr>
          <a:xfrm>
            <a:off x="2133066" y="1950421"/>
            <a:ext cx="358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 :-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A6453B-3F61-41B4-B0CE-A13DBDF21FCC}"/>
                  </a:ext>
                </a:extLst>
              </p14:cNvPr>
              <p14:cNvContentPartPr/>
              <p14:nvPr/>
            </p14:nvContentPartPr>
            <p14:xfrm>
              <a:off x="89280" y="1187640"/>
              <a:ext cx="10832040" cy="4822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A6453B-3F61-41B4-B0CE-A13DBDF21F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20" y="1178280"/>
                <a:ext cx="10850760" cy="484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844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1476" y="901695"/>
            <a:ext cx="610171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45" dirty="0"/>
              <a:t>BFS </a:t>
            </a:r>
            <a:r>
              <a:rPr u="none" spc="-60" dirty="0"/>
              <a:t>Algorithm</a:t>
            </a:r>
            <a:r>
              <a:rPr u="none" spc="-660" dirty="0"/>
              <a:t> </a:t>
            </a:r>
            <a:r>
              <a:rPr u="none" spc="-70" dirty="0"/>
              <a:t>Complexity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37387" y="1814445"/>
            <a:ext cx="9526905" cy="2015489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07950" marR="5080" indent="-95250">
              <a:lnSpc>
                <a:spcPct val="90000"/>
              </a:lnSpc>
              <a:spcBef>
                <a:spcPts val="515"/>
              </a:spcBef>
              <a:buClr>
                <a:srgbClr val="E48211"/>
              </a:buClr>
              <a:buSzPct val="96875"/>
              <a:buFont typeface="Wingdings"/>
              <a:buChar char=""/>
              <a:tabLst>
                <a:tab pos="379095" algn="l"/>
                <a:tab pos="7886065" algn="l"/>
              </a:tabLst>
            </a:pP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3200" spc="-15" dirty="0">
                <a:solidFill>
                  <a:srgbClr val="3F3F3F"/>
                </a:solidFill>
                <a:latin typeface="Times New Roman"/>
                <a:cs typeface="Times New Roman"/>
              </a:rPr>
              <a:t>time </a:t>
            </a:r>
            <a:r>
              <a:rPr sz="3200" spc="-20" dirty="0">
                <a:solidFill>
                  <a:srgbClr val="3F3F3F"/>
                </a:solidFill>
                <a:latin typeface="Times New Roman"/>
                <a:cs typeface="Times New Roman"/>
              </a:rPr>
              <a:t>complexity  </a:t>
            </a: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3200" spc="20" dirty="0">
                <a:solidFill>
                  <a:srgbClr val="3F3F3F"/>
                </a:solidFill>
                <a:latin typeface="Times New Roman"/>
                <a:cs typeface="Times New Roman"/>
              </a:rPr>
              <a:t>BFS</a:t>
            </a:r>
            <a:r>
              <a:rPr sz="3200" spc="-4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algorithm</a:t>
            </a: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200" spc="10" dirty="0">
                <a:solidFill>
                  <a:srgbClr val="3F3F3F"/>
                </a:solidFill>
                <a:latin typeface="Times New Roman"/>
                <a:cs typeface="Times New Roman"/>
              </a:rPr>
              <a:t>is	</a:t>
            </a:r>
            <a:r>
              <a:rPr sz="3200" spc="5" dirty="0">
                <a:solidFill>
                  <a:srgbClr val="3F3F3F"/>
                </a:solidFill>
                <a:latin typeface="Times New Roman"/>
                <a:cs typeface="Times New Roman"/>
              </a:rPr>
              <a:t>O(V </a:t>
            </a:r>
            <a:r>
              <a:rPr sz="3200" spc="15" dirty="0">
                <a:solidFill>
                  <a:srgbClr val="3F3F3F"/>
                </a:solidFill>
                <a:latin typeface="Times New Roman"/>
                <a:cs typeface="Times New Roman"/>
              </a:rPr>
              <a:t>+</a:t>
            </a:r>
            <a:r>
              <a:rPr sz="3200" spc="-2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E),  </a:t>
            </a:r>
            <a:r>
              <a:rPr sz="3200" spc="-35" dirty="0">
                <a:solidFill>
                  <a:srgbClr val="3F3F3F"/>
                </a:solidFill>
                <a:latin typeface="Times New Roman"/>
                <a:cs typeface="Times New Roman"/>
              </a:rPr>
              <a:t>where </a:t>
            </a:r>
            <a:r>
              <a:rPr sz="3200" spc="20" dirty="0">
                <a:solidFill>
                  <a:srgbClr val="3F3F3F"/>
                </a:solidFill>
                <a:latin typeface="Times New Roman"/>
                <a:cs typeface="Times New Roman"/>
              </a:rPr>
              <a:t>V </a:t>
            </a:r>
            <a:r>
              <a:rPr sz="3200" spc="1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3200" spc="-2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3200" spc="-30" dirty="0">
                <a:solidFill>
                  <a:srgbClr val="3F3F3F"/>
                </a:solidFill>
                <a:latin typeface="Times New Roman"/>
                <a:cs typeface="Times New Roman"/>
              </a:rPr>
              <a:t>nodes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3200" spc="15" dirty="0">
                <a:solidFill>
                  <a:srgbClr val="3F3F3F"/>
                </a:solidFill>
                <a:latin typeface="Times New Roman"/>
                <a:cs typeface="Times New Roman"/>
              </a:rPr>
              <a:t>E </a:t>
            </a:r>
            <a:r>
              <a:rPr sz="3200" spc="1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3200" spc="-2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of  </a:t>
            </a:r>
            <a:r>
              <a:rPr sz="3200" spc="-30" dirty="0">
                <a:solidFill>
                  <a:srgbClr val="3F3F3F"/>
                </a:solidFill>
                <a:latin typeface="Times New Roman"/>
                <a:cs typeface="Times New Roman"/>
              </a:rPr>
              <a:t>edges.</a:t>
            </a:r>
            <a:endParaRPr sz="32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040"/>
              </a:spcBef>
              <a:buClr>
                <a:srgbClr val="E48211"/>
              </a:buClr>
              <a:buSzPct val="96875"/>
              <a:buFont typeface="Wingdings"/>
              <a:buChar char=""/>
              <a:tabLst>
                <a:tab pos="379095" algn="l"/>
              </a:tabLst>
            </a:pP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3200" spc="5" dirty="0">
                <a:solidFill>
                  <a:srgbClr val="3F3F3F"/>
                </a:solidFill>
                <a:latin typeface="Times New Roman"/>
                <a:cs typeface="Times New Roman"/>
              </a:rPr>
              <a:t>space </a:t>
            </a:r>
            <a:r>
              <a:rPr sz="3200" spc="-20" dirty="0">
                <a:solidFill>
                  <a:srgbClr val="3F3F3F"/>
                </a:solidFill>
                <a:latin typeface="Times New Roman"/>
                <a:cs typeface="Times New Roman"/>
              </a:rPr>
              <a:t>complexity </a:t>
            </a:r>
            <a:r>
              <a:rPr sz="320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3200" spc="-5" dirty="0">
                <a:solidFill>
                  <a:srgbClr val="3F3F3F"/>
                </a:solidFill>
                <a:latin typeface="Times New Roman"/>
                <a:cs typeface="Times New Roman"/>
              </a:rPr>
              <a:t>the algorithm </a:t>
            </a:r>
            <a:r>
              <a:rPr sz="3200" spc="10" dirty="0">
                <a:solidFill>
                  <a:srgbClr val="3F3F3F"/>
                </a:solidFill>
                <a:latin typeface="Times New Roman"/>
                <a:cs typeface="Times New Roman"/>
              </a:rPr>
              <a:t>is</a:t>
            </a:r>
            <a:r>
              <a:rPr sz="3200" spc="2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F3F3F"/>
                </a:solidFill>
                <a:latin typeface="Times New Roman"/>
                <a:cs typeface="Times New Roman"/>
              </a:rPr>
              <a:t>O(V).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8F80F1-8731-4FA3-9D18-3B86A26B23AE}"/>
                  </a:ext>
                </a:extLst>
              </p14:cNvPr>
              <p14:cNvContentPartPr/>
              <p14:nvPr/>
            </p14:nvContentPartPr>
            <p14:xfrm>
              <a:off x="8554680" y="2339640"/>
              <a:ext cx="2116800" cy="1616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8F80F1-8731-4FA3-9D18-3B86A26B23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5320" y="2330280"/>
                <a:ext cx="2135520" cy="163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0829" y="929889"/>
            <a:ext cx="999236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79025" algn="l"/>
              </a:tabLst>
            </a:pPr>
            <a:r>
              <a:rPr dirty="0"/>
              <a:t> </a:t>
            </a:r>
            <a:r>
              <a:rPr b="0" spc="-325" dirty="0">
                <a:latin typeface="Times New Roman"/>
                <a:cs typeface="Times New Roman"/>
              </a:rPr>
              <a:t> </a:t>
            </a:r>
            <a:r>
              <a:rPr spc="-45" dirty="0"/>
              <a:t>BFS </a:t>
            </a:r>
            <a:r>
              <a:rPr spc="-60" dirty="0"/>
              <a:t>Algorithm</a:t>
            </a:r>
            <a:r>
              <a:rPr spc="-665" dirty="0"/>
              <a:t> </a:t>
            </a:r>
            <a:r>
              <a:rPr spc="-70" dirty="0"/>
              <a:t>Applications</a:t>
            </a:r>
            <a:r>
              <a:rPr b="0" spc="-7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7745" y="1694429"/>
            <a:ext cx="9693275" cy="283908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For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GPS</a:t>
            </a:r>
            <a:r>
              <a:rPr sz="2750" spc="-3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navigation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Path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finding</a:t>
            </a:r>
            <a:r>
              <a:rPr sz="2750" spc="3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algorithms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  <a:tab pos="3155315" algn="l"/>
                <a:tab pos="4630420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</a:t>
            </a:r>
            <a:r>
              <a:rPr sz="275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Ford-Fulkerson	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algorithm	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find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maximum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flow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75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network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  <a:tab pos="2775585" algn="l"/>
              </a:tabLst>
            </a:pP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Cycle</a:t>
            </a:r>
            <a:r>
              <a:rPr sz="2750" spc="25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detection	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an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undirected</a:t>
            </a:r>
            <a:r>
              <a:rPr sz="2750" spc="4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spanning</a:t>
            </a:r>
            <a:r>
              <a:rPr sz="2750" spc="-1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tree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80" dirty="0"/>
              <a:t>Properties </a:t>
            </a:r>
            <a:r>
              <a:rPr spc="-50" dirty="0"/>
              <a:t>of</a:t>
            </a:r>
            <a:r>
              <a:rPr spc="50" dirty="0"/>
              <a:t> </a:t>
            </a:r>
            <a:r>
              <a:rPr spc="-85" dirty="0"/>
              <a:t>DFS</a:t>
            </a:r>
            <a:r>
              <a:rPr b="0" spc="-8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0783" y="1833495"/>
            <a:ext cx="9160510" cy="17748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291465" indent="-635">
              <a:lnSpc>
                <a:spcPts val="3000"/>
              </a:lnSpc>
              <a:spcBef>
                <a:spcPts val="480"/>
              </a:spcBef>
            </a:pPr>
            <a:r>
              <a:rPr sz="2750" b="1" spc="-10" dirty="0">
                <a:solidFill>
                  <a:srgbClr val="3F3F3F"/>
                </a:solidFill>
                <a:latin typeface="Times New Roman"/>
                <a:cs typeface="Times New Roman"/>
              </a:rPr>
              <a:t>Property </a:t>
            </a:r>
            <a:r>
              <a:rPr sz="275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1 </a:t>
            </a:r>
            <a:r>
              <a:rPr sz="275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: </a:t>
            </a:r>
            <a:r>
              <a:rPr sz="2750" b="1" i="1" spc="20" dirty="0">
                <a:solidFill>
                  <a:srgbClr val="3F3F3F"/>
                </a:solidFill>
                <a:latin typeface="Times New Roman"/>
                <a:cs typeface="Times New Roman"/>
              </a:rPr>
              <a:t>DFS(G, </a:t>
            </a:r>
            <a:r>
              <a:rPr sz="2750" b="1" i="1" spc="-10" dirty="0">
                <a:solidFill>
                  <a:srgbClr val="3F3F3F"/>
                </a:solidFill>
                <a:latin typeface="Times New Roman"/>
                <a:cs typeface="Times New Roman"/>
              </a:rPr>
              <a:t>v) </a:t>
            </a:r>
            <a:r>
              <a:rPr sz="2750" b="1" i="1" spc="-15" dirty="0">
                <a:solidFill>
                  <a:srgbClr val="3F3F3F"/>
                </a:solidFill>
                <a:latin typeface="Times New Roman"/>
                <a:cs typeface="Times New Roman"/>
              </a:rPr>
              <a:t>visits </a:t>
            </a:r>
            <a:r>
              <a:rPr sz="2750" b="1" i="1" spc="10" dirty="0">
                <a:solidFill>
                  <a:srgbClr val="3F3F3F"/>
                </a:solidFill>
                <a:latin typeface="Times New Roman"/>
                <a:cs typeface="Times New Roman"/>
              </a:rPr>
              <a:t>all the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connected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component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750" spc="4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b="1" i="1" spc="10" dirty="0">
                <a:solidFill>
                  <a:srgbClr val="3F3F3F"/>
                </a:solidFill>
                <a:latin typeface="Times New Roman"/>
                <a:cs typeface="Times New Roman"/>
              </a:rPr>
              <a:t>v</a:t>
            </a: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ts val="3000"/>
              </a:lnSpc>
              <a:spcBef>
                <a:spcPts val="1435"/>
              </a:spcBef>
              <a:tabLst>
                <a:tab pos="4527550" algn="l"/>
              </a:tabLst>
            </a:pPr>
            <a:r>
              <a:rPr sz="2750" b="1" spc="-15" dirty="0">
                <a:solidFill>
                  <a:srgbClr val="3F3F3F"/>
                </a:solidFill>
                <a:latin typeface="Times New Roman"/>
                <a:cs typeface="Times New Roman"/>
              </a:rPr>
              <a:t>Property </a:t>
            </a:r>
            <a:r>
              <a:rPr sz="275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2 </a:t>
            </a:r>
            <a:r>
              <a:rPr sz="275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: </a:t>
            </a:r>
            <a:r>
              <a:rPr sz="2750" spc="3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discovery edges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labelled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by </a:t>
            </a:r>
            <a:r>
              <a:rPr sz="2750" b="1" i="1" spc="20" dirty="0">
                <a:solidFill>
                  <a:srgbClr val="3F3F3F"/>
                </a:solidFill>
                <a:latin typeface="Times New Roman"/>
                <a:cs typeface="Times New Roman"/>
              </a:rPr>
              <a:t>DFS(G, </a:t>
            </a:r>
            <a:r>
              <a:rPr sz="2750" b="1" i="1" spc="-10" dirty="0">
                <a:solidFill>
                  <a:srgbClr val="3F3F3F"/>
                </a:solidFill>
                <a:latin typeface="Times New Roman"/>
                <a:cs typeface="Times New Roman"/>
              </a:rPr>
              <a:t>v)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form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tree of</a:t>
            </a:r>
            <a:r>
              <a:rPr sz="2750" spc="4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connected	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component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750" spc="3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b="1" i="1" spc="10" dirty="0">
                <a:solidFill>
                  <a:srgbClr val="3F3F3F"/>
                </a:solidFill>
                <a:latin typeface="Times New Roman"/>
                <a:cs typeface="Times New Roman"/>
              </a:rPr>
              <a:t>v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6536" y="1048126"/>
            <a:ext cx="80181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u="none" spc="-25" dirty="0"/>
              <a:t>DFS</a:t>
            </a:r>
            <a:r>
              <a:rPr sz="3950" u="none" spc="-200" dirty="0"/>
              <a:t> </a:t>
            </a:r>
            <a:r>
              <a:rPr sz="3950" u="none" spc="-35" dirty="0"/>
              <a:t>Algorithm</a:t>
            </a:r>
            <a:r>
              <a:rPr sz="3950" u="none" spc="-355" dirty="0"/>
              <a:t> </a:t>
            </a:r>
            <a:r>
              <a:rPr sz="3950" u="none" spc="-55" dirty="0"/>
              <a:t>(iterative</a:t>
            </a:r>
            <a:r>
              <a:rPr sz="3950" u="none" spc="-365" dirty="0"/>
              <a:t> </a:t>
            </a:r>
            <a:r>
              <a:rPr sz="3950" u="none" spc="-55" dirty="0"/>
              <a:t>implementation)</a:t>
            </a:r>
            <a:endParaRPr sz="39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  <a:tab pos="1574165" algn="l"/>
              </a:tabLst>
            </a:pPr>
            <a:r>
              <a:rPr spc="-5" dirty="0"/>
              <a:t>Create	</a:t>
            </a:r>
            <a:r>
              <a:rPr spc="10" dirty="0"/>
              <a:t>a </a:t>
            </a:r>
            <a:r>
              <a:rPr spc="-15" dirty="0"/>
              <a:t>stack </a:t>
            </a:r>
            <a:r>
              <a:rPr spc="-10" dirty="0"/>
              <a:t>of </a:t>
            </a:r>
            <a:r>
              <a:rPr spc="-5" dirty="0"/>
              <a:t>nodes </a:t>
            </a:r>
            <a:r>
              <a:rPr spc="10" dirty="0"/>
              <a:t>and </a:t>
            </a:r>
            <a:r>
              <a:rPr spc="-30" dirty="0"/>
              <a:t>visited</a:t>
            </a:r>
            <a:r>
              <a:rPr spc="15" dirty="0"/>
              <a:t> </a:t>
            </a:r>
            <a:r>
              <a:rPr spc="-55" dirty="0"/>
              <a:t>array.</a:t>
            </a: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pc="-20" dirty="0"/>
              <a:t>Insert </a:t>
            </a:r>
            <a:r>
              <a:rPr spc="10" dirty="0"/>
              <a:t>the </a:t>
            </a:r>
            <a:r>
              <a:rPr spc="-20" dirty="0"/>
              <a:t>root </a:t>
            </a:r>
            <a:r>
              <a:rPr spc="-40" dirty="0"/>
              <a:t>in </a:t>
            </a:r>
            <a:r>
              <a:rPr spc="10" dirty="0"/>
              <a:t>the</a:t>
            </a:r>
            <a:r>
              <a:rPr spc="575" dirty="0"/>
              <a:t> </a:t>
            </a:r>
            <a:r>
              <a:rPr spc="-20" dirty="0"/>
              <a:t>stack.</a:t>
            </a: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pc="30" dirty="0"/>
              <a:t>Run </a:t>
            </a:r>
            <a:r>
              <a:rPr spc="10" dirty="0"/>
              <a:t>a </a:t>
            </a:r>
            <a:r>
              <a:rPr spc="-35" dirty="0"/>
              <a:t>loop </a:t>
            </a:r>
            <a:r>
              <a:rPr spc="-50" dirty="0"/>
              <a:t>till </a:t>
            </a:r>
            <a:r>
              <a:rPr spc="10" dirty="0"/>
              <a:t>the </a:t>
            </a:r>
            <a:r>
              <a:rPr spc="-15" dirty="0"/>
              <a:t>stack </a:t>
            </a:r>
            <a:r>
              <a:rPr spc="-40" dirty="0"/>
              <a:t>is </a:t>
            </a:r>
            <a:r>
              <a:rPr spc="5" dirty="0"/>
              <a:t>not</a:t>
            </a:r>
            <a:r>
              <a:rPr spc="180" dirty="0"/>
              <a:t> </a:t>
            </a:r>
            <a:r>
              <a:rPr spc="-50" dirty="0"/>
              <a:t>empty.</a:t>
            </a: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pc="5" dirty="0"/>
              <a:t>Pop </a:t>
            </a:r>
            <a:r>
              <a:rPr spc="10" dirty="0"/>
              <a:t>the </a:t>
            </a:r>
            <a:r>
              <a:rPr spc="-15" dirty="0"/>
              <a:t>element </a:t>
            </a:r>
            <a:r>
              <a:rPr spc="-10" dirty="0"/>
              <a:t>from </a:t>
            </a:r>
            <a:r>
              <a:rPr spc="10" dirty="0"/>
              <a:t>the </a:t>
            </a:r>
            <a:r>
              <a:rPr spc="-15" dirty="0"/>
              <a:t>stack </a:t>
            </a:r>
            <a:r>
              <a:rPr spc="10" dirty="0"/>
              <a:t>and </a:t>
            </a:r>
            <a:r>
              <a:rPr spc="-20" dirty="0"/>
              <a:t>print </a:t>
            </a:r>
            <a:r>
              <a:rPr spc="10" dirty="0"/>
              <a:t>the</a:t>
            </a:r>
            <a:r>
              <a:rPr spc="165" dirty="0"/>
              <a:t> </a:t>
            </a:r>
            <a:r>
              <a:rPr spc="-15" dirty="0"/>
              <a:t>element.</a:t>
            </a:r>
          </a:p>
          <a:p>
            <a:pPr marL="469900" marR="5080" indent="-457834">
              <a:lnSpc>
                <a:spcPts val="3000"/>
              </a:lnSpc>
              <a:spcBef>
                <a:spcPts val="1485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pc="-40" dirty="0"/>
              <a:t>For </a:t>
            </a:r>
            <a:r>
              <a:rPr spc="-15" dirty="0"/>
              <a:t>every </a:t>
            </a:r>
            <a:r>
              <a:rPr spc="-20" dirty="0"/>
              <a:t>adjacent </a:t>
            </a:r>
            <a:r>
              <a:rPr spc="10" dirty="0"/>
              <a:t>and </a:t>
            </a:r>
            <a:r>
              <a:rPr spc="-20" dirty="0"/>
              <a:t>unvisited </a:t>
            </a:r>
            <a:r>
              <a:rPr dirty="0"/>
              <a:t>node </a:t>
            </a:r>
            <a:r>
              <a:rPr spc="-10" dirty="0"/>
              <a:t>of </a:t>
            </a:r>
            <a:r>
              <a:rPr dirty="0"/>
              <a:t>current </a:t>
            </a:r>
            <a:r>
              <a:rPr spc="-5" dirty="0"/>
              <a:t>node, </a:t>
            </a:r>
            <a:r>
              <a:rPr dirty="0"/>
              <a:t>mark </a:t>
            </a:r>
            <a:r>
              <a:rPr spc="10" dirty="0"/>
              <a:t>the  </a:t>
            </a:r>
            <a:r>
              <a:rPr dirty="0"/>
              <a:t>node </a:t>
            </a:r>
            <a:r>
              <a:rPr spc="10" dirty="0"/>
              <a:t>and </a:t>
            </a:r>
            <a:r>
              <a:rPr spc="-20" dirty="0"/>
              <a:t>insert </a:t>
            </a:r>
            <a:r>
              <a:rPr spc="-45" dirty="0"/>
              <a:t>it </a:t>
            </a:r>
            <a:r>
              <a:rPr spc="-40" dirty="0"/>
              <a:t>in </a:t>
            </a:r>
            <a:r>
              <a:rPr spc="10" dirty="0"/>
              <a:t>the</a:t>
            </a:r>
            <a:r>
              <a:rPr spc="-45" dirty="0"/>
              <a:t> </a:t>
            </a:r>
            <a:r>
              <a:rPr spc="-20" dirty="0"/>
              <a:t>stack.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805" y="1833495"/>
            <a:ext cx="10013315" cy="13938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5080" indent="-457834">
              <a:lnSpc>
                <a:spcPts val="3000"/>
              </a:lnSpc>
              <a:spcBef>
                <a:spcPts val="480"/>
              </a:spcBef>
              <a:buClr>
                <a:srgbClr val="E48211"/>
              </a:buClr>
              <a:buFont typeface="Wingdings"/>
              <a:buChar char=""/>
              <a:tabLst>
                <a:tab pos="469900" algn="l"/>
                <a:tab pos="470534" algn="l"/>
                <a:tab pos="6634480" algn="l"/>
              </a:tabLst>
            </a:pPr>
            <a:r>
              <a:rPr sz="2750" spc="3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time complexity 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-10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DFS</a:t>
            </a:r>
            <a:r>
              <a:rPr sz="2750" spc="1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algorithm	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O(V </a:t>
            </a:r>
            <a:r>
              <a:rPr sz="2750" spc="15" dirty="0">
                <a:solidFill>
                  <a:srgbClr val="3F3F3F"/>
                </a:solidFill>
                <a:latin typeface="Times New Roman"/>
                <a:cs typeface="Times New Roman"/>
              </a:rPr>
              <a:t>+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E), where </a:t>
            </a:r>
            <a:r>
              <a:rPr sz="2750" spc="20" dirty="0">
                <a:solidFill>
                  <a:srgbClr val="3F3F3F"/>
                </a:solidFill>
                <a:latin typeface="Times New Roman"/>
                <a:cs typeface="Times New Roman"/>
              </a:rPr>
              <a:t>V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 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number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nodes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750" spc="15" dirty="0">
                <a:solidFill>
                  <a:srgbClr val="3F3F3F"/>
                </a:solidFill>
                <a:latin typeface="Times New Roman"/>
                <a:cs typeface="Times New Roman"/>
              </a:rPr>
              <a:t>E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number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750" spc="5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edges.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085"/>
              </a:spcBef>
              <a:buClr>
                <a:srgbClr val="E48211"/>
              </a:buClr>
              <a:buFont typeface="Wingdings"/>
              <a:buChar char=""/>
              <a:tabLst>
                <a:tab pos="469900" algn="l"/>
                <a:tab pos="470534" algn="l"/>
                <a:tab pos="6051550" algn="l"/>
              </a:tabLst>
            </a:pPr>
            <a:r>
              <a:rPr sz="2750" spc="3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space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complexity 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</a:t>
            </a:r>
            <a:r>
              <a:rPr sz="2750" spc="-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algorithm	</a:t>
            </a: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is</a:t>
            </a:r>
            <a:r>
              <a:rPr sz="275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O(V).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0829" y="492754"/>
            <a:ext cx="9992360" cy="1195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34030">
              <a:lnSpc>
                <a:spcPts val="3450"/>
              </a:lnSpc>
              <a:spcBef>
                <a:spcPts val="130"/>
              </a:spcBef>
            </a:pPr>
            <a:r>
              <a:rPr sz="2900" u="none" spc="-25" dirty="0"/>
              <a:t>Data</a:t>
            </a:r>
            <a:r>
              <a:rPr sz="2900" u="none" spc="-315" dirty="0"/>
              <a:t> </a:t>
            </a:r>
            <a:r>
              <a:rPr sz="2900" u="none" spc="-55" dirty="0"/>
              <a:t>Structures:</a:t>
            </a:r>
            <a:r>
              <a:rPr sz="2900" u="none" spc="-380" dirty="0"/>
              <a:t> </a:t>
            </a:r>
            <a:r>
              <a:rPr sz="2900" u="none" spc="-5" dirty="0"/>
              <a:t>Unit</a:t>
            </a:r>
            <a:r>
              <a:rPr sz="2900" u="none" spc="-345" dirty="0"/>
              <a:t> </a:t>
            </a:r>
            <a:r>
              <a:rPr sz="2900" u="none" spc="15" dirty="0"/>
              <a:t>6</a:t>
            </a:r>
            <a:endParaRPr sz="2900"/>
          </a:p>
          <a:p>
            <a:pPr marL="12700">
              <a:lnSpc>
                <a:spcPts val="5730"/>
              </a:lnSpc>
              <a:tabLst>
                <a:tab pos="9979025" algn="l"/>
              </a:tabLst>
            </a:pPr>
            <a:r>
              <a:rPr dirty="0"/>
              <a:t> </a:t>
            </a:r>
            <a:r>
              <a:rPr b="0" spc="120" dirty="0">
                <a:latin typeface="Times New Roman"/>
                <a:cs typeface="Times New Roman"/>
              </a:rPr>
              <a:t> </a:t>
            </a:r>
            <a:r>
              <a:rPr spc="-60" dirty="0"/>
              <a:t>DFS </a:t>
            </a:r>
            <a:r>
              <a:rPr spc="-50" dirty="0"/>
              <a:t>Algorithm</a:t>
            </a:r>
            <a:r>
              <a:rPr spc="-705" dirty="0"/>
              <a:t> </a:t>
            </a:r>
            <a:r>
              <a:rPr spc="-65" dirty="0"/>
              <a:t>Complexity</a:t>
            </a:r>
            <a:r>
              <a:rPr b="0" spc="-65" dirty="0">
                <a:latin typeface="Times New Roman"/>
                <a:cs typeface="Times New Roman"/>
              </a:rPr>
              <a:t>	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679408-6852-47C0-83F8-AAEB0637EC94}"/>
                  </a:ext>
                </a:extLst>
              </p14:cNvPr>
              <p14:cNvContentPartPr/>
              <p14:nvPr/>
            </p14:nvContentPartPr>
            <p14:xfrm>
              <a:off x="7679520" y="1848600"/>
              <a:ext cx="2036160" cy="1455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679408-6852-47C0-83F8-AAEB0637EC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70160" y="1839240"/>
                <a:ext cx="2054880" cy="147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38962" y="1721673"/>
            <a:ext cx="8701405" cy="171450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For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finding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-1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path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For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finding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strongly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connected components</a:t>
            </a:r>
            <a:r>
              <a:rPr sz="2750" spc="-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endParaRPr sz="27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For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detecting </a:t>
            </a: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cycles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750" spc="-1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2566" y="492754"/>
            <a:ext cx="6383020" cy="11525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42565">
              <a:lnSpc>
                <a:spcPts val="3279"/>
              </a:lnSpc>
              <a:spcBef>
                <a:spcPts val="130"/>
              </a:spcBef>
            </a:pPr>
            <a:r>
              <a:rPr sz="2900" u="none" spc="-25" dirty="0"/>
              <a:t>Data</a:t>
            </a:r>
            <a:r>
              <a:rPr sz="2900" u="none" spc="-315" dirty="0"/>
              <a:t> </a:t>
            </a:r>
            <a:r>
              <a:rPr sz="2900" u="none" spc="-55" dirty="0"/>
              <a:t>Structures:</a:t>
            </a:r>
            <a:r>
              <a:rPr sz="2900" u="none" spc="-385" dirty="0"/>
              <a:t> </a:t>
            </a:r>
            <a:r>
              <a:rPr sz="2900" u="none" spc="-5" dirty="0"/>
              <a:t>Unit</a:t>
            </a:r>
            <a:r>
              <a:rPr sz="2900" u="none" spc="-345" dirty="0"/>
              <a:t> </a:t>
            </a:r>
            <a:r>
              <a:rPr sz="2900" u="none" spc="15" dirty="0"/>
              <a:t>6</a:t>
            </a:r>
            <a:endParaRPr sz="2900"/>
          </a:p>
          <a:p>
            <a:pPr marL="12700">
              <a:lnSpc>
                <a:spcPts val="5560"/>
              </a:lnSpc>
            </a:pPr>
            <a:r>
              <a:rPr u="none" spc="-60" dirty="0"/>
              <a:t>DFS </a:t>
            </a:r>
            <a:r>
              <a:rPr u="none" spc="-50" dirty="0"/>
              <a:t>Algorithm</a:t>
            </a:r>
            <a:r>
              <a:rPr u="none" spc="-740" dirty="0"/>
              <a:t> </a:t>
            </a:r>
            <a:r>
              <a:rPr u="none" spc="-70" dirty="0"/>
              <a:t>Applications</a:t>
            </a:r>
          </a:p>
        </p:txBody>
      </p:sp>
      <p:sp>
        <p:nvSpPr>
          <p:cNvPr id="5" name="object 5"/>
          <p:cNvSpPr/>
          <p:nvPr/>
        </p:nvSpPr>
        <p:spPr>
          <a:xfrm>
            <a:off x="10635234" y="5556753"/>
            <a:ext cx="815975" cy="478790"/>
          </a:xfrm>
          <a:custGeom>
            <a:avLst/>
            <a:gdLst/>
            <a:ahLst/>
            <a:cxnLst/>
            <a:rect l="l" t="t" r="r" b="b"/>
            <a:pathLst>
              <a:path w="815975" h="478789">
                <a:moveTo>
                  <a:pt x="239146" y="0"/>
                </a:moveTo>
                <a:lnTo>
                  <a:pt x="0" y="239136"/>
                </a:lnTo>
                <a:lnTo>
                  <a:pt x="239146" y="478286"/>
                </a:lnTo>
                <a:lnTo>
                  <a:pt x="239146" y="358713"/>
                </a:lnTo>
                <a:lnTo>
                  <a:pt x="815858" y="358713"/>
                </a:lnTo>
                <a:lnTo>
                  <a:pt x="815858" y="119563"/>
                </a:lnTo>
                <a:lnTo>
                  <a:pt x="239146" y="119563"/>
                </a:lnTo>
                <a:lnTo>
                  <a:pt x="239146" y="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635233" y="5556753"/>
            <a:ext cx="815975" cy="478790"/>
          </a:xfrm>
          <a:custGeom>
            <a:avLst/>
            <a:gdLst/>
            <a:ahLst/>
            <a:cxnLst/>
            <a:rect l="l" t="t" r="r" b="b"/>
            <a:pathLst>
              <a:path w="815975" h="478789">
                <a:moveTo>
                  <a:pt x="0" y="239136"/>
                </a:moveTo>
                <a:lnTo>
                  <a:pt x="239146" y="0"/>
                </a:lnTo>
                <a:lnTo>
                  <a:pt x="239146" y="119563"/>
                </a:lnTo>
                <a:lnTo>
                  <a:pt x="815858" y="119563"/>
                </a:lnTo>
                <a:lnTo>
                  <a:pt x="815858" y="358713"/>
                </a:lnTo>
                <a:lnTo>
                  <a:pt x="239146" y="358713"/>
                </a:lnTo>
                <a:lnTo>
                  <a:pt x="239146" y="478286"/>
                </a:lnTo>
                <a:lnTo>
                  <a:pt x="0" y="239136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973" y="915347"/>
            <a:ext cx="999680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82835" algn="l"/>
              </a:tabLst>
            </a:pPr>
            <a:r>
              <a:rPr sz="4800" b="0" u="sng" spc="-80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Calibri Light"/>
                <a:cs typeface="Calibri Light"/>
              </a:rPr>
              <a:t>Spanning</a:t>
            </a:r>
            <a:r>
              <a:rPr sz="4800" b="0" u="sng" spc="120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Calibri Light"/>
                <a:cs typeface="Calibri Light"/>
              </a:rPr>
              <a:t> </a:t>
            </a:r>
            <a:r>
              <a:rPr sz="4800" b="0" u="sng" spc="-145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Calibri Light"/>
                <a:cs typeface="Calibri Light"/>
              </a:rPr>
              <a:t>Tree</a:t>
            </a:r>
            <a:r>
              <a:rPr sz="4800" u="sng" spc="-145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Times New Roman"/>
                <a:cs typeface="Times New Roman"/>
              </a:rPr>
              <a:t>	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783" y="1833495"/>
            <a:ext cx="9883140" cy="10502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395"/>
              </a:spcBef>
            </a:pP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is a 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subset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G, </a:t>
            </a:r>
            <a:r>
              <a:rPr sz="2400" spc="-20" dirty="0">
                <a:solidFill>
                  <a:srgbClr val="3F3F3F"/>
                </a:solidFill>
                <a:latin typeface="Times New Roman"/>
                <a:cs typeface="Times New Roman"/>
              </a:rPr>
              <a:t>which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has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all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vertices covered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with  </a:t>
            </a:r>
            <a:r>
              <a:rPr sz="2400" spc="-50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possible 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40" dirty="0">
                <a:solidFill>
                  <a:srgbClr val="3F3F3F"/>
                </a:solidFill>
                <a:latin typeface="Times New Roman"/>
                <a:cs typeface="Times New Roman"/>
              </a:rPr>
              <a:t>edges.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Hence,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does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cycles 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it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cannot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be</a:t>
            </a:r>
            <a:r>
              <a:rPr sz="2400" spc="-2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disconnected..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1714" y="2748521"/>
            <a:ext cx="5072755" cy="331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97ACBA-3F87-490E-8D5C-9C5B7C5FA348}"/>
                  </a:ext>
                </a:extLst>
              </p14:cNvPr>
              <p14:cNvContentPartPr/>
              <p14:nvPr/>
            </p14:nvContentPartPr>
            <p14:xfrm>
              <a:off x="178560" y="3134160"/>
              <a:ext cx="11671560" cy="3384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97ACBA-3F87-490E-8D5C-9C5B7C5FA3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200" y="3124800"/>
                <a:ext cx="11690280" cy="34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F1A243-BFDB-4EE8-817D-7B9E3D84E17B}"/>
                  </a:ext>
                </a:extLst>
              </p14:cNvPr>
              <p14:cNvContentPartPr/>
              <p14:nvPr/>
            </p14:nvContentPartPr>
            <p14:xfrm>
              <a:off x="1643040" y="2178720"/>
              <a:ext cx="8724600" cy="3670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F1A243-BFDB-4EE8-817D-7B9E3D84E1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3680" y="2169360"/>
                <a:ext cx="8743320" cy="368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5" dirty="0"/>
              <a:t>General </a:t>
            </a:r>
            <a:r>
              <a:rPr spc="-80" dirty="0"/>
              <a:t>Properties </a:t>
            </a:r>
            <a:r>
              <a:rPr spc="-50" dirty="0"/>
              <a:t>of </a:t>
            </a:r>
            <a:r>
              <a:rPr spc="-80" dirty="0"/>
              <a:t>Spanning</a:t>
            </a:r>
            <a:r>
              <a:rPr spc="430" dirty="0"/>
              <a:t> </a:t>
            </a:r>
            <a:r>
              <a:rPr spc="-145" dirty="0"/>
              <a:t>Tree</a:t>
            </a:r>
            <a:r>
              <a:rPr b="0" spc="-14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693967"/>
            <a:ext cx="9737090" cy="355536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9715" indent="-247650">
              <a:lnSpc>
                <a:spcPct val="100000"/>
              </a:lnSpc>
              <a:spcBef>
                <a:spcPts val="12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connected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G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can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more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than one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spanning</a:t>
            </a:r>
            <a:r>
              <a:rPr sz="2400" spc="-1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tree.</a:t>
            </a:r>
            <a:endParaRPr sz="2400">
              <a:latin typeface="Times New Roman"/>
              <a:cs typeface="Times New Roman"/>
            </a:endParaRPr>
          </a:p>
          <a:p>
            <a:pPr marL="107950" marR="301625" indent="-95250">
              <a:lnSpc>
                <a:spcPts val="2630"/>
              </a:lnSpc>
              <a:spcBef>
                <a:spcPts val="14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All possible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trees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G,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70" dirty="0">
                <a:solidFill>
                  <a:srgbClr val="3F3F3F"/>
                </a:solidFill>
                <a:latin typeface="Times New Roman"/>
                <a:cs typeface="Times New Roman"/>
              </a:rPr>
              <a:t>same </a:t>
            </a:r>
            <a:r>
              <a:rPr sz="2400" spc="-55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and 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vertices.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ct val="100000"/>
              </a:lnSpc>
              <a:spcBef>
                <a:spcPts val="105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The 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does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any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cycle</a:t>
            </a:r>
            <a:r>
              <a:rPr sz="2400" spc="-1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(loops).</a:t>
            </a:r>
            <a:endParaRPr sz="2400">
              <a:latin typeface="Times New Roman"/>
              <a:cs typeface="Times New Roman"/>
            </a:endParaRPr>
          </a:p>
          <a:p>
            <a:pPr marL="259715" indent="-247650">
              <a:lnSpc>
                <a:spcPts val="2755"/>
              </a:lnSpc>
              <a:spcBef>
                <a:spcPts val="11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Removing </a:t>
            </a: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one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400" spc="-10" dirty="0">
                <a:solidFill>
                  <a:srgbClr val="3F3F3F"/>
                </a:solidFill>
                <a:latin typeface="Times New Roman"/>
                <a:cs typeface="Times New Roman"/>
              </a:rPr>
              <a:t>from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will </a:t>
            </a:r>
            <a:r>
              <a:rPr sz="2400" spc="-40" dirty="0">
                <a:solidFill>
                  <a:srgbClr val="3F3F3F"/>
                </a:solidFill>
                <a:latin typeface="Times New Roman"/>
                <a:cs typeface="Times New Roman"/>
              </a:rPr>
              <a:t>make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graph</a:t>
            </a:r>
            <a:r>
              <a:rPr sz="2400" spc="-3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disconnected,</a:t>
            </a:r>
            <a:endParaRPr sz="2400">
              <a:latin typeface="Times New Roman"/>
              <a:cs typeface="Times New Roman"/>
            </a:endParaRPr>
          </a:p>
          <a:p>
            <a:pPr marL="107950">
              <a:lnSpc>
                <a:spcPts val="2755"/>
              </a:lnSpc>
            </a:pP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i.e.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is </a:t>
            </a:r>
            <a:r>
              <a:rPr sz="240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minimally</a:t>
            </a:r>
            <a:r>
              <a:rPr sz="2400" b="1" spc="-2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F3F3F"/>
                </a:solidFill>
                <a:latin typeface="Times New Roman"/>
                <a:cs typeface="Times New Roman"/>
              </a:rPr>
              <a:t>connected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07314" marR="590550" indent="-95250">
              <a:lnSpc>
                <a:spcPts val="2630"/>
              </a:lnSpc>
              <a:spcBef>
                <a:spcPts val="1400"/>
              </a:spcBef>
              <a:buClr>
                <a:srgbClr val="E48211"/>
              </a:buClr>
              <a:buSzPct val="95833"/>
              <a:buFont typeface="Wingdings"/>
              <a:buChar char=""/>
              <a:tabLst>
                <a:tab pos="260350" algn="l"/>
              </a:tabLst>
            </a:pPr>
            <a:r>
              <a:rPr sz="2400" spc="-30" dirty="0">
                <a:solidFill>
                  <a:srgbClr val="3F3F3F"/>
                </a:solidFill>
                <a:latin typeface="Times New Roman"/>
                <a:cs typeface="Times New Roman"/>
              </a:rPr>
              <a:t>Adding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one edge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400" spc="-3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will create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circuit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or loop, </a:t>
            </a:r>
            <a:r>
              <a:rPr sz="2400" spc="-5" dirty="0">
                <a:solidFill>
                  <a:srgbClr val="3F3F3F"/>
                </a:solidFill>
                <a:latin typeface="Times New Roman"/>
                <a:cs typeface="Times New Roman"/>
              </a:rPr>
              <a:t>i.e. </a:t>
            </a:r>
            <a:r>
              <a:rPr sz="2400" spc="-25" dirty="0">
                <a:solidFill>
                  <a:srgbClr val="3F3F3F"/>
                </a:solidFill>
                <a:latin typeface="Times New Roman"/>
                <a:cs typeface="Times New Roman"/>
              </a:rPr>
              <a:t>the  </a:t>
            </a:r>
            <a:r>
              <a:rPr sz="2400" spc="-4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400" dirty="0">
                <a:solidFill>
                  <a:srgbClr val="3F3F3F"/>
                </a:solidFill>
                <a:latin typeface="Times New Roman"/>
                <a:cs typeface="Times New Roman"/>
              </a:rPr>
              <a:t>tree is </a:t>
            </a:r>
            <a:r>
              <a:rPr sz="2400" b="1" spc="5" dirty="0">
                <a:solidFill>
                  <a:srgbClr val="3F3F3F"/>
                </a:solidFill>
                <a:latin typeface="Times New Roman"/>
                <a:cs typeface="Times New Roman"/>
              </a:rPr>
              <a:t>maximally</a:t>
            </a:r>
            <a:r>
              <a:rPr sz="2400" b="1" spc="-3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3F3F3F"/>
                </a:solidFill>
                <a:latin typeface="Times New Roman"/>
                <a:cs typeface="Times New Roman"/>
              </a:rPr>
              <a:t>acyclic</a:t>
            </a:r>
            <a:r>
              <a:rPr sz="2400" spc="-15" dirty="0">
                <a:solidFill>
                  <a:srgbClr val="3F3F3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292666"/>
            <a:ext cx="8851265" cy="13785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 marR="5080">
              <a:lnSpc>
                <a:spcPts val="4880"/>
              </a:lnSpc>
              <a:spcBef>
                <a:spcPts val="1000"/>
              </a:spcBef>
            </a:pPr>
            <a:r>
              <a:rPr u="none" spc="-85" dirty="0"/>
              <a:t>Mathematical </a:t>
            </a:r>
            <a:r>
              <a:rPr u="none" spc="-80" dirty="0"/>
              <a:t>Properties </a:t>
            </a:r>
            <a:r>
              <a:rPr u="none" spc="-50" dirty="0"/>
              <a:t>of </a:t>
            </a:r>
            <a:r>
              <a:rPr u="none" spc="-80" dirty="0"/>
              <a:t>Spanning  </a:t>
            </a:r>
            <a:r>
              <a:rPr u="none" spc="-14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133" y="1833495"/>
            <a:ext cx="9284335" cy="17748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32715" marR="295910" indent="-95250">
              <a:lnSpc>
                <a:spcPts val="3000"/>
              </a:lnSpc>
              <a:spcBef>
                <a:spcPts val="48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323850" algn="l"/>
              </a:tabLst>
            </a:pP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tree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has </a:t>
            </a:r>
            <a:r>
              <a:rPr sz="2750" b="1" spc="10" dirty="0">
                <a:solidFill>
                  <a:srgbClr val="3F3F3F"/>
                </a:solidFill>
                <a:latin typeface="Times New Roman"/>
                <a:cs typeface="Times New Roman"/>
              </a:rPr>
              <a:t>n-1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edges,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where </a:t>
            </a:r>
            <a:r>
              <a:rPr sz="275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n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number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nodes 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(vertices).</a:t>
            </a:r>
            <a:endParaRPr sz="2750">
              <a:latin typeface="Times New Roman"/>
              <a:cs typeface="Times New Roman"/>
            </a:endParaRPr>
          </a:p>
          <a:p>
            <a:pPr marL="132715" marR="30480" indent="-95250">
              <a:lnSpc>
                <a:spcPts val="3000"/>
              </a:lnSpc>
              <a:spcBef>
                <a:spcPts val="143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323850" algn="l"/>
              </a:tabLst>
            </a:pPr>
            <a:r>
              <a:rPr sz="2750" spc="15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complete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graph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can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maximum </a:t>
            </a:r>
            <a:r>
              <a:rPr sz="2750" b="1" spc="15" dirty="0">
                <a:solidFill>
                  <a:srgbClr val="3F3F3F"/>
                </a:solidFill>
                <a:latin typeface="Times New Roman"/>
                <a:cs typeface="Times New Roman"/>
              </a:rPr>
              <a:t>n</a:t>
            </a:r>
            <a:r>
              <a:rPr sz="2775" b="1" spc="22" baseline="25525" dirty="0">
                <a:solidFill>
                  <a:srgbClr val="3F3F3F"/>
                </a:solidFill>
                <a:latin typeface="Times New Roman"/>
                <a:cs typeface="Times New Roman"/>
              </a:rPr>
              <a:t>n-2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number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spanning 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trees.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80" dirty="0"/>
              <a:t>Application </a:t>
            </a:r>
            <a:r>
              <a:rPr spc="-50" dirty="0"/>
              <a:t>of </a:t>
            </a:r>
            <a:r>
              <a:rPr spc="-80" dirty="0"/>
              <a:t>Spanning</a:t>
            </a:r>
            <a:r>
              <a:rPr spc="440" dirty="0"/>
              <a:t> </a:t>
            </a:r>
            <a:r>
              <a:rPr spc="-145" dirty="0"/>
              <a:t>Tree</a:t>
            </a:r>
            <a:r>
              <a:rPr b="0" spc="-14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694429"/>
            <a:ext cx="5560695" cy="1713864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Civil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Network</a:t>
            </a:r>
            <a:r>
              <a:rPr sz="2750" spc="-1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Planning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Computer Network Routing</a:t>
            </a:r>
            <a:r>
              <a:rPr sz="2750" spc="3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Protocol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Cluster</a:t>
            </a:r>
            <a:r>
              <a:rPr sz="2750" spc="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Analysis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0" dirty="0"/>
              <a:t>Minimum </a:t>
            </a:r>
            <a:r>
              <a:rPr spc="-80" dirty="0"/>
              <a:t>Spanning  </a:t>
            </a:r>
            <a:r>
              <a:rPr spc="-145" dirty="0"/>
              <a:t>Tree</a:t>
            </a:r>
            <a:r>
              <a:rPr spc="-675" dirty="0"/>
              <a:t> </a:t>
            </a:r>
            <a:r>
              <a:rPr spc="-65" dirty="0"/>
              <a:t>(MST)</a:t>
            </a:r>
            <a:r>
              <a:rPr b="0" spc="-6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833495"/>
            <a:ext cx="9603740" cy="21659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7950" marR="67310" indent="-95250" algn="just">
              <a:lnSpc>
                <a:spcPts val="3000"/>
              </a:lnSpc>
              <a:spcBef>
                <a:spcPts val="48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weighted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graph,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spanning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tree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spanning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tree 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that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has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than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all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other spanning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trees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same 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graph.</a:t>
            </a:r>
            <a:endParaRPr sz="2750">
              <a:latin typeface="Times New Roman"/>
              <a:cs typeface="Times New Roman"/>
            </a:endParaRPr>
          </a:p>
          <a:p>
            <a:pPr marL="107314" marR="5080" indent="-95250" algn="just">
              <a:lnSpc>
                <a:spcPts val="3080"/>
              </a:lnSpc>
              <a:spcBef>
                <a:spcPts val="137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In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real-world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situations,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this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can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be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measured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as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distance, 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congestion,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traffic load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or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any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arbitrary value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denoted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750" spc="-1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edges.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17386" y="4895600"/>
            <a:ext cx="1012825" cy="661670"/>
          </a:xfrm>
          <a:custGeom>
            <a:avLst/>
            <a:gdLst/>
            <a:ahLst/>
            <a:cxnLst/>
            <a:rect l="l" t="t" r="r" b="b"/>
            <a:pathLst>
              <a:path w="1012825" h="661670">
                <a:moveTo>
                  <a:pt x="330586" y="0"/>
                </a:moveTo>
                <a:lnTo>
                  <a:pt x="0" y="330576"/>
                </a:lnTo>
                <a:lnTo>
                  <a:pt x="330586" y="661153"/>
                </a:lnTo>
                <a:lnTo>
                  <a:pt x="330586" y="495799"/>
                </a:lnTo>
                <a:lnTo>
                  <a:pt x="1012819" y="495799"/>
                </a:lnTo>
                <a:lnTo>
                  <a:pt x="1012819" y="165222"/>
                </a:lnTo>
                <a:lnTo>
                  <a:pt x="330586" y="165222"/>
                </a:lnTo>
                <a:lnTo>
                  <a:pt x="330586" y="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7386" y="4895600"/>
            <a:ext cx="1012825" cy="661670"/>
          </a:xfrm>
          <a:custGeom>
            <a:avLst/>
            <a:gdLst/>
            <a:ahLst/>
            <a:cxnLst/>
            <a:rect l="l" t="t" r="r" b="b"/>
            <a:pathLst>
              <a:path w="1012825" h="661670">
                <a:moveTo>
                  <a:pt x="0" y="330576"/>
                </a:moveTo>
                <a:lnTo>
                  <a:pt x="330586" y="0"/>
                </a:lnTo>
                <a:lnTo>
                  <a:pt x="330586" y="165222"/>
                </a:lnTo>
                <a:lnTo>
                  <a:pt x="1012819" y="165222"/>
                </a:lnTo>
                <a:lnTo>
                  <a:pt x="1012819" y="495799"/>
                </a:lnTo>
                <a:lnTo>
                  <a:pt x="330586" y="495799"/>
                </a:lnTo>
                <a:lnTo>
                  <a:pt x="330586" y="661153"/>
                </a:lnTo>
                <a:lnTo>
                  <a:pt x="0" y="330576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915347"/>
            <a:ext cx="487489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none" spc="-110" dirty="0">
                <a:latin typeface="Times New Roman"/>
                <a:cs typeface="Times New Roman"/>
              </a:rPr>
              <a:t>Kruskal’s</a:t>
            </a:r>
            <a:r>
              <a:rPr b="0" u="none" spc="-150" dirty="0">
                <a:latin typeface="Times New Roman"/>
                <a:cs typeface="Times New Roman"/>
              </a:rPr>
              <a:t> </a:t>
            </a:r>
            <a:r>
              <a:rPr b="0" u="none" spc="-75" dirty="0">
                <a:latin typeface="Times New Roman"/>
                <a:cs typeface="Times New Roman"/>
              </a:rPr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5533" y="1694429"/>
            <a:ext cx="8743315" cy="265811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SzPct val="96363"/>
              <a:buFont typeface="Wingdings"/>
              <a:buChar char=""/>
              <a:tabLst>
                <a:tab pos="328295" algn="l"/>
              </a:tabLst>
            </a:pP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with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</a:t>
            </a:r>
            <a:r>
              <a:rPr sz="275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selected.</a:t>
            </a:r>
            <a:endParaRPr sz="2750">
              <a:latin typeface="Times New Roman"/>
              <a:cs typeface="Times New Roman"/>
            </a:endParaRPr>
          </a:p>
          <a:p>
            <a:pPr marL="327660" indent="-315595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"/>
              <a:tabLst>
                <a:tab pos="328295" algn="l"/>
              </a:tabLst>
            </a:pP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Cycle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should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be</a:t>
            </a:r>
            <a:r>
              <a:rPr sz="2750" spc="-1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formed.</a:t>
            </a:r>
            <a:endParaRPr sz="2750">
              <a:latin typeface="Times New Roman"/>
              <a:cs typeface="Times New Roman"/>
            </a:endParaRPr>
          </a:p>
          <a:p>
            <a:pPr marL="327660" indent="-315595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"/>
              <a:tabLst>
                <a:tab pos="328295" algn="l"/>
              </a:tabLst>
            </a:pP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Each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time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has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be</a:t>
            </a:r>
            <a:r>
              <a:rPr sz="2750" spc="2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selected.</a:t>
            </a:r>
            <a:endParaRPr sz="2750">
              <a:latin typeface="Times New Roman"/>
              <a:cs typeface="Times New Roman"/>
            </a:endParaRPr>
          </a:p>
          <a:p>
            <a:pPr marL="107950" marR="5080" indent="-95250">
              <a:lnSpc>
                <a:spcPts val="3000"/>
              </a:lnSpc>
              <a:spcBef>
                <a:spcPts val="1480"/>
              </a:spcBef>
              <a:buClr>
                <a:srgbClr val="E48211"/>
              </a:buClr>
              <a:buSzPct val="96363"/>
              <a:buFont typeface="Wingdings"/>
              <a:buChar char=""/>
              <a:tabLst>
                <a:tab pos="328295" algn="l"/>
              </a:tabLst>
            </a:pP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It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necessary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have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edges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of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weights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be 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adjacent.</a:t>
            </a:r>
            <a:endParaRPr sz="27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5A7AC7-F4B9-4375-A2F7-442C4A044DCC}"/>
                  </a:ext>
                </a:extLst>
              </p14:cNvPr>
              <p14:cNvContentPartPr/>
              <p14:nvPr/>
            </p14:nvContentPartPr>
            <p14:xfrm>
              <a:off x="1696680" y="2250360"/>
              <a:ext cx="7135200" cy="2197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5A7AC7-F4B9-4375-A2F7-442C4A044D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7320" y="2241000"/>
                <a:ext cx="7153920" cy="221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915347"/>
            <a:ext cx="7779384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none" spc="-90" dirty="0">
                <a:latin typeface="Times New Roman"/>
                <a:cs typeface="Times New Roman"/>
              </a:rPr>
              <a:t>Example </a:t>
            </a:r>
            <a:r>
              <a:rPr b="0" u="none" spc="-40" dirty="0">
                <a:latin typeface="Times New Roman"/>
                <a:cs typeface="Times New Roman"/>
              </a:rPr>
              <a:t>of </a:t>
            </a:r>
            <a:r>
              <a:rPr b="0" u="none" spc="-110" dirty="0">
                <a:latin typeface="Times New Roman"/>
                <a:cs typeface="Times New Roman"/>
              </a:rPr>
              <a:t>Kruskal’s</a:t>
            </a:r>
            <a:r>
              <a:rPr b="0" u="none" spc="80" dirty="0">
                <a:latin typeface="Times New Roman"/>
                <a:cs typeface="Times New Roman"/>
              </a:rPr>
              <a:t> </a:t>
            </a:r>
            <a:r>
              <a:rPr b="0" u="none" spc="-75" dirty="0">
                <a:latin typeface="Times New Roman"/>
                <a:cs typeface="Times New Roman"/>
              </a:rPr>
              <a:t>Algorithm</a:t>
            </a:r>
          </a:p>
        </p:txBody>
      </p:sp>
      <p:sp>
        <p:nvSpPr>
          <p:cNvPr id="4" name="object 4"/>
          <p:cNvSpPr/>
          <p:nvPr/>
        </p:nvSpPr>
        <p:spPr>
          <a:xfrm>
            <a:off x="3825118" y="2941441"/>
            <a:ext cx="1270" cy="868680"/>
          </a:xfrm>
          <a:custGeom>
            <a:avLst/>
            <a:gdLst/>
            <a:ahLst/>
            <a:cxnLst/>
            <a:rect l="l" t="t" r="r" b="b"/>
            <a:pathLst>
              <a:path w="1270" h="868679">
                <a:moveTo>
                  <a:pt x="883" y="0"/>
                </a:moveTo>
                <a:lnTo>
                  <a:pt x="0" y="868436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55343" y="1944048"/>
            <a:ext cx="287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1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9163" y="237903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70656" y="2289413"/>
            <a:ext cx="854710" cy="652145"/>
          </a:xfrm>
          <a:custGeom>
            <a:avLst/>
            <a:gdLst/>
            <a:ahLst/>
            <a:cxnLst/>
            <a:rect l="l" t="t" r="r" b="b"/>
            <a:pathLst>
              <a:path w="854710" h="652144">
                <a:moveTo>
                  <a:pt x="0" y="0"/>
                </a:moveTo>
                <a:lnTo>
                  <a:pt x="854461" y="652028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81504" y="3612195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3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30860" y="2289413"/>
            <a:ext cx="939800" cy="507365"/>
          </a:xfrm>
          <a:custGeom>
            <a:avLst/>
            <a:gdLst/>
            <a:ahLst/>
            <a:cxnLst/>
            <a:rect l="l" t="t" r="r" b="b"/>
            <a:pathLst>
              <a:path w="939800" h="507364">
                <a:moveTo>
                  <a:pt x="939795" y="0"/>
                </a:moveTo>
                <a:lnTo>
                  <a:pt x="0" y="507126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9967" y="2797302"/>
            <a:ext cx="1905" cy="1014730"/>
          </a:xfrm>
          <a:custGeom>
            <a:avLst/>
            <a:gdLst/>
            <a:ahLst/>
            <a:cxnLst/>
            <a:rect l="l" t="t" r="r" b="b"/>
            <a:pathLst>
              <a:path w="1905" h="1014729">
                <a:moveTo>
                  <a:pt x="1904" y="0"/>
                </a:moveTo>
                <a:lnTo>
                  <a:pt x="0" y="1014221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0860" y="3810761"/>
            <a:ext cx="1794510" cy="1905"/>
          </a:xfrm>
          <a:custGeom>
            <a:avLst/>
            <a:gdLst/>
            <a:ahLst/>
            <a:cxnLst/>
            <a:rect l="l" t="t" r="r" b="b"/>
            <a:pathLst>
              <a:path w="1794510" h="1904">
                <a:moveTo>
                  <a:pt x="0" y="0"/>
                </a:moveTo>
                <a:lnTo>
                  <a:pt x="1794256" y="1523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0860" y="3810761"/>
            <a:ext cx="768985" cy="724535"/>
          </a:xfrm>
          <a:custGeom>
            <a:avLst/>
            <a:gdLst/>
            <a:ahLst/>
            <a:cxnLst/>
            <a:rect l="l" t="t" r="r" b="b"/>
            <a:pathLst>
              <a:path w="768985" h="724535">
                <a:moveTo>
                  <a:pt x="0" y="0"/>
                </a:moveTo>
                <a:lnTo>
                  <a:pt x="768976" y="724412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9837" y="2289413"/>
            <a:ext cx="170815" cy="2245995"/>
          </a:xfrm>
          <a:custGeom>
            <a:avLst/>
            <a:gdLst/>
            <a:ahLst/>
            <a:cxnLst/>
            <a:rect l="l" t="t" r="r" b="b"/>
            <a:pathLst>
              <a:path w="170814" h="2245995">
                <a:moveTo>
                  <a:pt x="0" y="2245760"/>
                </a:moveTo>
                <a:lnTo>
                  <a:pt x="170819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30860" y="2796540"/>
            <a:ext cx="768985" cy="1738630"/>
          </a:xfrm>
          <a:custGeom>
            <a:avLst/>
            <a:gdLst/>
            <a:ahLst/>
            <a:cxnLst/>
            <a:rect l="l" t="t" r="r" b="b"/>
            <a:pathLst>
              <a:path w="768985" h="1738629">
                <a:moveTo>
                  <a:pt x="768976" y="1738634"/>
                </a:moveTo>
                <a:lnTo>
                  <a:pt x="0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99837" y="2941441"/>
            <a:ext cx="1025525" cy="1593850"/>
          </a:xfrm>
          <a:custGeom>
            <a:avLst/>
            <a:gdLst/>
            <a:ahLst/>
            <a:cxnLst/>
            <a:rect l="l" t="t" r="r" b="b"/>
            <a:pathLst>
              <a:path w="1025525" h="1593850">
                <a:moveTo>
                  <a:pt x="0" y="1593732"/>
                </a:moveTo>
                <a:lnTo>
                  <a:pt x="1025280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30860" y="2289413"/>
            <a:ext cx="939800" cy="1521460"/>
          </a:xfrm>
          <a:custGeom>
            <a:avLst/>
            <a:gdLst/>
            <a:ahLst/>
            <a:cxnLst/>
            <a:rect l="l" t="t" r="r" b="b"/>
            <a:pathLst>
              <a:path w="939800" h="1521460">
                <a:moveTo>
                  <a:pt x="0" y="1521348"/>
                </a:moveTo>
                <a:lnTo>
                  <a:pt x="939795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30860" y="2941441"/>
            <a:ext cx="1794510" cy="869315"/>
          </a:xfrm>
          <a:custGeom>
            <a:avLst/>
            <a:gdLst/>
            <a:ahLst/>
            <a:cxnLst/>
            <a:rect l="l" t="t" r="r" b="b"/>
            <a:pathLst>
              <a:path w="1794510" h="869314">
                <a:moveTo>
                  <a:pt x="0" y="869320"/>
                </a:moveTo>
                <a:lnTo>
                  <a:pt x="1794256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70656" y="2289413"/>
            <a:ext cx="854710" cy="1521460"/>
          </a:xfrm>
          <a:custGeom>
            <a:avLst/>
            <a:gdLst/>
            <a:ahLst/>
            <a:cxnLst/>
            <a:rect l="l" t="t" r="r" b="b"/>
            <a:pathLst>
              <a:path w="854710" h="1521460">
                <a:moveTo>
                  <a:pt x="854461" y="1521348"/>
                </a:moveTo>
                <a:lnTo>
                  <a:pt x="0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06904" y="2669219"/>
            <a:ext cx="155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40254" y="279304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3767" y="3757225"/>
            <a:ext cx="155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17378" y="3881050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69879" y="4555488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4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8371" y="2511739"/>
            <a:ext cx="287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6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21444" y="317722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08356" y="3539808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37168" y="404755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82203" y="4192592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96859" y="295941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38735" y="317722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24210" y="237903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80754" y="2887024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2203" y="23066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83771" y="3177227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22893" y="259683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30651" y="2524749"/>
            <a:ext cx="714375" cy="643255"/>
          </a:xfrm>
          <a:custGeom>
            <a:avLst/>
            <a:gdLst/>
            <a:ahLst/>
            <a:cxnLst/>
            <a:rect l="l" t="t" r="r" b="b"/>
            <a:pathLst>
              <a:path w="714375" h="643255">
                <a:moveTo>
                  <a:pt x="0" y="0"/>
                </a:moveTo>
                <a:lnTo>
                  <a:pt x="714359" y="643006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28719" y="2899978"/>
            <a:ext cx="155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62070" y="302412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71222" y="261372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45188" y="2184340"/>
            <a:ext cx="287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1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51725" y="2770510"/>
            <a:ext cx="357505" cy="142875"/>
          </a:xfrm>
          <a:custGeom>
            <a:avLst/>
            <a:gdLst/>
            <a:ahLst/>
            <a:cxnLst/>
            <a:rect l="l" t="t" r="r" b="b"/>
            <a:pathLst>
              <a:path w="357504" h="142875">
                <a:moveTo>
                  <a:pt x="0" y="35692"/>
                </a:moveTo>
                <a:lnTo>
                  <a:pt x="285749" y="35692"/>
                </a:lnTo>
                <a:lnTo>
                  <a:pt x="285749" y="0"/>
                </a:lnTo>
                <a:lnTo>
                  <a:pt x="357256" y="71506"/>
                </a:lnTo>
                <a:lnTo>
                  <a:pt x="285749" y="142859"/>
                </a:lnTo>
                <a:lnTo>
                  <a:pt x="285749" y="107167"/>
                </a:lnTo>
                <a:lnTo>
                  <a:pt x="0" y="107167"/>
                </a:lnTo>
                <a:lnTo>
                  <a:pt x="0" y="35692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902203" y="2091749"/>
            <a:ext cx="20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801490" y="2730611"/>
            <a:ext cx="357505" cy="143510"/>
          </a:xfrm>
          <a:custGeom>
            <a:avLst/>
            <a:gdLst/>
            <a:ahLst/>
            <a:cxnLst/>
            <a:rect l="l" t="t" r="r" b="b"/>
            <a:pathLst>
              <a:path w="357504" h="143510">
                <a:moveTo>
                  <a:pt x="0" y="35813"/>
                </a:moveTo>
                <a:lnTo>
                  <a:pt x="285749" y="35813"/>
                </a:lnTo>
                <a:lnTo>
                  <a:pt x="285749" y="0"/>
                </a:lnTo>
                <a:lnTo>
                  <a:pt x="357256" y="71506"/>
                </a:lnTo>
                <a:lnTo>
                  <a:pt x="285749" y="142890"/>
                </a:lnTo>
                <a:lnTo>
                  <a:pt x="285749" y="107198"/>
                </a:lnTo>
                <a:lnTo>
                  <a:pt x="0" y="107198"/>
                </a:lnTo>
                <a:lnTo>
                  <a:pt x="0" y="35813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300600" y="2118673"/>
            <a:ext cx="2082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2)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225790" y="2365766"/>
            <a:ext cx="657225" cy="631190"/>
          </a:xfrm>
          <a:custGeom>
            <a:avLst/>
            <a:gdLst/>
            <a:ahLst/>
            <a:cxnLst/>
            <a:rect l="l" t="t" r="r" b="b"/>
            <a:pathLst>
              <a:path w="657225" h="631189">
                <a:moveTo>
                  <a:pt x="0" y="0"/>
                </a:moveTo>
                <a:lnTo>
                  <a:pt x="656722" y="630783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942712" y="2728528"/>
            <a:ext cx="287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2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10614" y="244227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084830" y="2013271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1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426207" y="2365766"/>
            <a:ext cx="800100" cy="1366520"/>
          </a:xfrm>
          <a:custGeom>
            <a:avLst/>
            <a:gdLst/>
            <a:ahLst/>
            <a:cxnLst/>
            <a:rect l="l" t="t" r="r" b="b"/>
            <a:pathLst>
              <a:path w="800100" h="1366520">
                <a:moveTo>
                  <a:pt x="799581" y="0"/>
                </a:moveTo>
                <a:lnTo>
                  <a:pt x="0" y="1366387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155439" y="3649024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5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82319" y="255429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71750" y="2162492"/>
            <a:ext cx="20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3)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0825093" y="2596256"/>
            <a:ext cx="657225" cy="631190"/>
          </a:xfrm>
          <a:custGeom>
            <a:avLst/>
            <a:gdLst/>
            <a:ahLst/>
            <a:cxnLst/>
            <a:rect l="l" t="t" r="r" b="b"/>
            <a:pathLst>
              <a:path w="657225" h="631189">
                <a:moveTo>
                  <a:pt x="0" y="0"/>
                </a:moveTo>
                <a:lnTo>
                  <a:pt x="656722" y="630814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0686046" y="2243772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1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025512" y="2596256"/>
            <a:ext cx="800100" cy="1366520"/>
          </a:xfrm>
          <a:custGeom>
            <a:avLst/>
            <a:gdLst/>
            <a:ahLst/>
            <a:cxnLst/>
            <a:rect l="l" t="t" r="r" b="b"/>
            <a:pathLst>
              <a:path w="800100" h="1366520">
                <a:moveTo>
                  <a:pt x="799581" y="0"/>
                </a:moveTo>
                <a:lnTo>
                  <a:pt x="0" y="1366275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0383528" y="278517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497953" y="3090220"/>
            <a:ext cx="155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631303" y="3214045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800610" y="3817550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5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0825093" y="2596256"/>
            <a:ext cx="486409" cy="1202690"/>
          </a:xfrm>
          <a:custGeom>
            <a:avLst/>
            <a:gdLst/>
            <a:ahLst/>
            <a:cxnLst/>
            <a:rect l="l" t="t" r="r" b="b"/>
            <a:pathLst>
              <a:path w="486409" h="1202689">
                <a:moveTo>
                  <a:pt x="0" y="0"/>
                </a:moveTo>
                <a:lnTo>
                  <a:pt x="486277" y="1202314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1283323" y="3734115"/>
            <a:ext cx="155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416924" y="385825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112886" y="2601913"/>
            <a:ext cx="240665" cy="7175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528291" y="2883011"/>
            <a:ext cx="357505" cy="143510"/>
          </a:xfrm>
          <a:custGeom>
            <a:avLst/>
            <a:gdLst/>
            <a:ahLst/>
            <a:cxnLst/>
            <a:rect l="l" t="t" r="r" b="b"/>
            <a:pathLst>
              <a:path w="357504" h="143510">
                <a:moveTo>
                  <a:pt x="0" y="35813"/>
                </a:moveTo>
                <a:lnTo>
                  <a:pt x="285749" y="35813"/>
                </a:lnTo>
                <a:lnTo>
                  <a:pt x="285749" y="0"/>
                </a:lnTo>
                <a:lnTo>
                  <a:pt x="357256" y="71506"/>
                </a:lnTo>
                <a:lnTo>
                  <a:pt x="285749" y="142890"/>
                </a:lnTo>
                <a:lnTo>
                  <a:pt x="285749" y="107198"/>
                </a:lnTo>
                <a:lnTo>
                  <a:pt x="0" y="107198"/>
                </a:lnTo>
                <a:lnTo>
                  <a:pt x="0" y="35813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886454" y="4048821"/>
            <a:ext cx="20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911461" y="4655308"/>
            <a:ext cx="786130" cy="1286510"/>
          </a:xfrm>
          <a:custGeom>
            <a:avLst/>
            <a:gdLst/>
            <a:ahLst/>
            <a:cxnLst/>
            <a:rect l="l" t="t" r="r" b="b"/>
            <a:pathLst>
              <a:path w="786129" h="1286510">
                <a:moveTo>
                  <a:pt x="0" y="0"/>
                </a:moveTo>
                <a:lnTo>
                  <a:pt x="785743" y="1285887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82428" y="4226683"/>
            <a:ext cx="657225" cy="631190"/>
          </a:xfrm>
          <a:custGeom>
            <a:avLst/>
            <a:gdLst/>
            <a:ahLst/>
            <a:cxnLst/>
            <a:rect l="l" t="t" r="r" b="b"/>
            <a:pathLst>
              <a:path w="657225" h="631189">
                <a:moveTo>
                  <a:pt x="0" y="0"/>
                </a:moveTo>
                <a:lnTo>
                  <a:pt x="656722" y="630817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641207" y="3876609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1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982845" y="4226683"/>
            <a:ext cx="800100" cy="1366520"/>
          </a:xfrm>
          <a:custGeom>
            <a:avLst/>
            <a:gdLst/>
            <a:ahLst/>
            <a:cxnLst/>
            <a:rect l="l" t="t" r="r" b="b"/>
            <a:pathLst>
              <a:path w="800100" h="1366520">
                <a:moveTo>
                  <a:pt x="799581" y="0"/>
                </a:moveTo>
                <a:lnTo>
                  <a:pt x="0" y="1366384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338700" y="441762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453126" y="4722810"/>
            <a:ext cx="155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86476" y="4846635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55770" y="5450521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5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782428" y="4226683"/>
            <a:ext cx="486409" cy="1202690"/>
          </a:xfrm>
          <a:custGeom>
            <a:avLst/>
            <a:gdLst/>
            <a:ahLst/>
            <a:cxnLst/>
            <a:rect l="l" t="t" r="r" b="b"/>
            <a:pathLst>
              <a:path w="486409" h="1202689">
                <a:moveTo>
                  <a:pt x="0" y="0"/>
                </a:moveTo>
                <a:lnTo>
                  <a:pt x="486277" y="1202317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8213096" y="5366701"/>
            <a:ext cx="287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3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068070" y="4235380"/>
            <a:ext cx="240665" cy="71628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65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40207" y="4377374"/>
            <a:ext cx="287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V</a:t>
            </a:r>
            <a:r>
              <a:rPr sz="1800" spc="22" baseline="-18518" dirty="0">
                <a:latin typeface="Calibri"/>
                <a:cs typeface="Calibri"/>
              </a:rPr>
              <a:t>6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69586" y="5891850"/>
            <a:ext cx="287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libri"/>
                <a:cs typeface="Calibri"/>
              </a:rPr>
              <a:t>V</a:t>
            </a:r>
            <a:r>
              <a:rPr sz="1800" spc="15" baseline="-18518" dirty="0">
                <a:latin typeface="Calibri"/>
                <a:cs typeface="Calibri"/>
              </a:rPr>
              <a:t>4</a:t>
            </a:r>
            <a:endParaRPr sz="1800" baseline="-18518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352932" y="523588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434949" y="4236589"/>
            <a:ext cx="143510" cy="357505"/>
          </a:xfrm>
          <a:custGeom>
            <a:avLst/>
            <a:gdLst/>
            <a:ahLst/>
            <a:cxnLst/>
            <a:rect l="l" t="t" r="r" b="b"/>
            <a:pathLst>
              <a:path w="143509" h="357504">
                <a:moveTo>
                  <a:pt x="107198" y="0"/>
                </a:moveTo>
                <a:lnTo>
                  <a:pt x="107198" y="285749"/>
                </a:lnTo>
                <a:lnTo>
                  <a:pt x="142890" y="285749"/>
                </a:lnTo>
                <a:lnTo>
                  <a:pt x="71506" y="357259"/>
                </a:lnTo>
                <a:lnTo>
                  <a:pt x="0" y="285749"/>
                </a:lnTo>
                <a:lnTo>
                  <a:pt x="35692" y="285749"/>
                </a:lnTo>
                <a:lnTo>
                  <a:pt x="35692" y="0"/>
                </a:lnTo>
                <a:lnTo>
                  <a:pt x="107198" y="0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711171" y="4711827"/>
            <a:ext cx="357505" cy="142875"/>
          </a:xfrm>
          <a:custGeom>
            <a:avLst/>
            <a:gdLst/>
            <a:ahLst/>
            <a:cxnLst/>
            <a:rect l="l" t="t" r="r" b="b"/>
            <a:pathLst>
              <a:path w="357504" h="142875">
                <a:moveTo>
                  <a:pt x="357256" y="107192"/>
                </a:moveTo>
                <a:lnTo>
                  <a:pt x="71506" y="107192"/>
                </a:lnTo>
                <a:lnTo>
                  <a:pt x="71506" y="142874"/>
                </a:lnTo>
                <a:lnTo>
                  <a:pt x="0" y="71496"/>
                </a:lnTo>
                <a:lnTo>
                  <a:pt x="71506" y="0"/>
                </a:lnTo>
                <a:lnTo>
                  <a:pt x="71506" y="35813"/>
                </a:lnTo>
                <a:lnTo>
                  <a:pt x="357256" y="35813"/>
                </a:lnTo>
                <a:lnTo>
                  <a:pt x="357256" y="107192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84" name="object 8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448927A-C93B-4EB9-ABB2-64D35FD9DEDD}"/>
                  </a:ext>
                </a:extLst>
              </p14:cNvPr>
              <p14:cNvContentPartPr/>
              <p14:nvPr/>
            </p14:nvContentPartPr>
            <p14:xfrm>
              <a:off x="1643040" y="1910880"/>
              <a:ext cx="10180080" cy="2598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448927A-C93B-4EB9-ABB2-64D35FD9DE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3680" y="1901520"/>
                <a:ext cx="10198800" cy="261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b="0" spc="-110" dirty="0">
                <a:latin typeface="Times New Roman"/>
                <a:cs typeface="Times New Roman"/>
              </a:rPr>
              <a:t>Kruskal’s</a:t>
            </a:r>
            <a:r>
              <a:rPr b="0" spc="-150" dirty="0">
                <a:latin typeface="Times New Roman"/>
                <a:cs typeface="Times New Roman"/>
              </a:rPr>
              <a:t> </a:t>
            </a:r>
            <a:r>
              <a:rPr b="0" spc="-75" dirty="0">
                <a:latin typeface="Times New Roman"/>
                <a:cs typeface="Times New Roman"/>
              </a:rPr>
              <a:t>Algorithm	</a:t>
            </a:r>
          </a:p>
        </p:txBody>
      </p:sp>
      <p:sp>
        <p:nvSpPr>
          <p:cNvPr id="3" name="object 3"/>
          <p:cNvSpPr/>
          <p:nvPr/>
        </p:nvSpPr>
        <p:spPr>
          <a:xfrm>
            <a:off x="2969132" y="1529867"/>
            <a:ext cx="4286250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9062EE-B03B-41E5-9568-3398A405B01E}"/>
                  </a:ext>
                </a:extLst>
              </p14:cNvPr>
              <p14:cNvContentPartPr/>
              <p14:nvPr/>
            </p14:nvContentPartPr>
            <p14:xfrm>
              <a:off x="2634120" y="2759400"/>
              <a:ext cx="8501400" cy="321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9062EE-B03B-41E5-9568-3398A405B0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4760" y="2750040"/>
                <a:ext cx="8520120" cy="32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D4A49E-C259-4742-A4E3-2CF8ACB11B09}"/>
                  </a:ext>
                </a:extLst>
              </p14:cNvPr>
              <p14:cNvContentPartPr/>
              <p14:nvPr/>
            </p14:nvContentPartPr>
            <p14:xfrm>
              <a:off x="2777040" y="1910880"/>
              <a:ext cx="8840880" cy="4206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D4A49E-C259-4742-A4E3-2CF8ACB11B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67680" y="1901520"/>
                <a:ext cx="8859600" cy="422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14" dirty="0"/>
              <a:t>Prim’s </a:t>
            </a:r>
            <a:r>
              <a:rPr spc="-75" dirty="0"/>
              <a:t>Algorithm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694429"/>
            <a:ext cx="8865870" cy="227647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22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with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is</a:t>
            </a:r>
            <a:r>
              <a:rPr sz="275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selected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Select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edge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with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weight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adjacent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these</a:t>
            </a:r>
            <a:r>
              <a:rPr sz="2750" spc="1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vertices.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Process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will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continue </a:t>
            </a:r>
            <a:r>
              <a:rPr sz="2750" spc="-50" dirty="0">
                <a:solidFill>
                  <a:srgbClr val="3F3F3F"/>
                </a:solidFill>
                <a:latin typeface="Times New Roman"/>
                <a:cs typeface="Times New Roman"/>
              </a:rPr>
              <a:t>till </a:t>
            </a:r>
            <a:r>
              <a:rPr sz="2750" spc="-40" dirty="0">
                <a:solidFill>
                  <a:srgbClr val="3F3F3F"/>
                </a:solidFill>
                <a:latin typeface="Times New Roman"/>
                <a:cs typeface="Times New Roman"/>
              </a:rPr>
              <a:t>all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30" dirty="0">
                <a:solidFill>
                  <a:srgbClr val="3F3F3F"/>
                </a:solidFill>
                <a:latin typeface="Times New Roman"/>
                <a:cs typeface="Times New Roman"/>
              </a:rPr>
              <a:t>vertices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are</a:t>
            </a:r>
            <a:r>
              <a:rPr sz="2750" spc="-4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3F3F3F"/>
                </a:solidFill>
                <a:latin typeface="Times New Roman"/>
                <a:cs typeface="Times New Roman"/>
              </a:rPr>
              <a:t>included.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Cycle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should 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not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be</a:t>
            </a:r>
            <a:r>
              <a:rPr sz="2750" spc="-1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formed.</a:t>
            </a:r>
            <a:endParaRPr sz="27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662F8D-9B7B-46BC-9941-36C74C402EDD}"/>
                  </a:ext>
                </a:extLst>
              </p14:cNvPr>
              <p14:cNvContentPartPr/>
              <p14:nvPr/>
            </p14:nvContentPartPr>
            <p14:xfrm>
              <a:off x="1393200" y="2286000"/>
              <a:ext cx="7804800" cy="2107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662F8D-9B7B-46BC-9941-36C74C402E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3840" y="2276640"/>
                <a:ext cx="7823520" cy="212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5" dirty="0"/>
              <a:t>Example:</a:t>
            </a:r>
            <a:r>
              <a:rPr b="0" spc="-7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903475" y="2290328"/>
            <a:ext cx="1762760" cy="2540"/>
          </a:xfrm>
          <a:custGeom>
            <a:avLst/>
            <a:gdLst/>
            <a:ahLst/>
            <a:cxnLst/>
            <a:rect l="l" t="t" r="r" b="b"/>
            <a:pathLst>
              <a:path w="1762760" h="2539">
                <a:moveTo>
                  <a:pt x="0" y="0"/>
                </a:moveTo>
                <a:lnTo>
                  <a:pt x="1762749" y="2133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66225" y="2290328"/>
            <a:ext cx="793750" cy="775335"/>
          </a:xfrm>
          <a:custGeom>
            <a:avLst/>
            <a:gdLst/>
            <a:ahLst/>
            <a:cxnLst/>
            <a:rect l="l" t="t" r="r" b="b"/>
            <a:pathLst>
              <a:path w="793750" h="775335">
                <a:moveTo>
                  <a:pt x="0" y="0"/>
                </a:moveTo>
                <a:lnTo>
                  <a:pt x="793241" y="77531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3475" y="2290328"/>
            <a:ext cx="1905" cy="1356995"/>
          </a:xfrm>
          <a:custGeom>
            <a:avLst/>
            <a:gdLst/>
            <a:ahLst/>
            <a:cxnLst/>
            <a:rect l="l" t="t" r="r" b="b"/>
            <a:pathLst>
              <a:path w="1905" h="1356995">
                <a:moveTo>
                  <a:pt x="1904" y="0"/>
                </a:moveTo>
                <a:lnTo>
                  <a:pt x="0" y="135696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3475" y="3647297"/>
            <a:ext cx="1762760" cy="2540"/>
          </a:xfrm>
          <a:custGeom>
            <a:avLst/>
            <a:gdLst/>
            <a:ahLst/>
            <a:cxnLst/>
            <a:rect l="l" t="t" r="r" b="b"/>
            <a:pathLst>
              <a:path w="1762760" h="2539">
                <a:moveTo>
                  <a:pt x="0" y="0"/>
                </a:moveTo>
                <a:lnTo>
                  <a:pt x="1762749" y="2164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65220" y="2291334"/>
            <a:ext cx="2540" cy="1356995"/>
          </a:xfrm>
          <a:custGeom>
            <a:avLst/>
            <a:gdLst/>
            <a:ahLst/>
            <a:cxnLst/>
            <a:rect l="l" t="t" r="r" b="b"/>
            <a:pathLst>
              <a:path w="2539" h="1356995">
                <a:moveTo>
                  <a:pt x="1920" y="0"/>
                </a:moveTo>
                <a:lnTo>
                  <a:pt x="0" y="135700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66225" y="3065647"/>
            <a:ext cx="793750" cy="581660"/>
          </a:xfrm>
          <a:custGeom>
            <a:avLst/>
            <a:gdLst/>
            <a:ahLst/>
            <a:cxnLst/>
            <a:rect l="l" t="t" r="r" b="b"/>
            <a:pathLst>
              <a:path w="793750" h="581660">
                <a:moveTo>
                  <a:pt x="793241" y="0"/>
                </a:moveTo>
                <a:lnTo>
                  <a:pt x="0" y="58164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3475" y="2290328"/>
            <a:ext cx="705485" cy="678815"/>
          </a:xfrm>
          <a:custGeom>
            <a:avLst/>
            <a:gdLst/>
            <a:ahLst/>
            <a:cxnLst/>
            <a:rect l="l" t="t" r="r" b="b"/>
            <a:pathLst>
              <a:path w="705485" h="678814">
                <a:moveTo>
                  <a:pt x="0" y="0"/>
                </a:moveTo>
                <a:lnTo>
                  <a:pt x="705099" y="678423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08575" y="2290328"/>
            <a:ext cx="1057910" cy="678815"/>
          </a:xfrm>
          <a:custGeom>
            <a:avLst/>
            <a:gdLst/>
            <a:ahLst/>
            <a:cxnLst/>
            <a:rect l="l" t="t" r="r" b="b"/>
            <a:pathLst>
              <a:path w="1057910" h="678814">
                <a:moveTo>
                  <a:pt x="0" y="678423"/>
                </a:moveTo>
                <a:lnTo>
                  <a:pt x="1057649" y="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08575" y="2968752"/>
            <a:ext cx="1057910" cy="678815"/>
          </a:xfrm>
          <a:custGeom>
            <a:avLst/>
            <a:gdLst/>
            <a:ahLst/>
            <a:cxnLst/>
            <a:rect l="l" t="t" r="r" b="b"/>
            <a:pathLst>
              <a:path w="1057910" h="678814">
                <a:moveTo>
                  <a:pt x="0" y="0"/>
                </a:moveTo>
                <a:lnTo>
                  <a:pt x="1057649" y="678545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3475" y="2968752"/>
            <a:ext cx="705485" cy="678815"/>
          </a:xfrm>
          <a:custGeom>
            <a:avLst/>
            <a:gdLst/>
            <a:ahLst/>
            <a:cxnLst/>
            <a:rect l="l" t="t" r="r" b="b"/>
            <a:pathLst>
              <a:path w="705485" h="678814">
                <a:moveTo>
                  <a:pt x="705099" y="0"/>
                </a:moveTo>
                <a:lnTo>
                  <a:pt x="0" y="678545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59508" y="3472126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1062" y="3569400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5777" y="2501587"/>
            <a:ext cx="1181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00820" y="240443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9502" y="2805756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00820" y="327781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66709" y="2873313"/>
            <a:ext cx="241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01334" y="3552767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4693" y="2889957"/>
            <a:ext cx="241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42665" y="2695517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72966" y="2291081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3922" y="1919283"/>
            <a:ext cx="2068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1219" algn="l"/>
                <a:tab pos="1929764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54982" y="2307277"/>
            <a:ext cx="128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760213" y="2744724"/>
            <a:ext cx="571500" cy="214629"/>
          </a:xfrm>
          <a:custGeom>
            <a:avLst/>
            <a:gdLst/>
            <a:ahLst/>
            <a:cxnLst/>
            <a:rect l="l" t="t" r="r" b="b"/>
            <a:pathLst>
              <a:path w="571500" h="214630">
                <a:moveTo>
                  <a:pt x="0" y="53583"/>
                </a:moveTo>
                <a:lnTo>
                  <a:pt x="464301" y="53583"/>
                </a:lnTo>
                <a:lnTo>
                  <a:pt x="464301" y="0"/>
                </a:lnTo>
                <a:lnTo>
                  <a:pt x="571499" y="107198"/>
                </a:lnTo>
                <a:lnTo>
                  <a:pt x="464301" y="214365"/>
                </a:lnTo>
                <a:lnTo>
                  <a:pt x="464301" y="160781"/>
                </a:lnTo>
                <a:lnTo>
                  <a:pt x="0" y="160781"/>
                </a:lnTo>
                <a:lnTo>
                  <a:pt x="0" y="53583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702558" y="2018026"/>
            <a:ext cx="207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27363" y="2202423"/>
            <a:ext cx="643255" cy="571500"/>
          </a:xfrm>
          <a:custGeom>
            <a:avLst/>
            <a:gdLst/>
            <a:ahLst/>
            <a:cxnLst/>
            <a:rect l="l" t="t" r="r" b="b"/>
            <a:pathLst>
              <a:path w="643254" h="571500">
                <a:moveTo>
                  <a:pt x="0" y="0"/>
                </a:moveTo>
                <a:lnTo>
                  <a:pt x="643006" y="57149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497071" y="229101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90855" y="2800990"/>
            <a:ext cx="571500" cy="214629"/>
          </a:xfrm>
          <a:custGeom>
            <a:avLst/>
            <a:gdLst/>
            <a:ahLst/>
            <a:cxnLst/>
            <a:rect l="l" t="t" r="r" b="b"/>
            <a:pathLst>
              <a:path w="571500" h="214630">
                <a:moveTo>
                  <a:pt x="0" y="53583"/>
                </a:moveTo>
                <a:lnTo>
                  <a:pt x="464301" y="53583"/>
                </a:lnTo>
                <a:lnTo>
                  <a:pt x="464301" y="0"/>
                </a:lnTo>
                <a:lnTo>
                  <a:pt x="571499" y="107167"/>
                </a:lnTo>
                <a:lnTo>
                  <a:pt x="464301" y="214365"/>
                </a:lnTo>
                <a:lnTo>
                  <a:pt x="464301" y="160781"/>
                </a:lnTo>
                <a:lnTo>
                  <a:pt x="0" y="160781"/>
                </a:lnTo>
                <a:lnTo>
                  <a:pt x="0" y="53583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431283" y="2089463"/>
            <a:ext cx="2082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2)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930761" y="2202423"/>
            <a:ext cx="643255" cy="571500"/>
          </a:xfrm>
          <a:custGeom>
            <a:avLst/>
            <a:gdLst/>
            <a:ahLst/>
            <a:cxnLst/>
            <a:rect l="l" t="t" r="r" b="b"/>
            <a:pathLst>
              <a:path w="643254" h="571500">
                <a:moveTo>
                  <a:pt x="0" y="0"/>
                </a:moveTo>
                <a:lnTo>
                  <a:pt x="643006" y="57149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588507" y="2577144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02376" y="229101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9964" y="1933253"/>
            <a:ext cx="2985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6705" algn="l"/>
              </a:tabLst>
            </a:pPr>
            <a:r>
              <a:rPr sz="1800" dirty="0">
                <a:latin typeface="Calibri"/>
                <a:cs typeface="Calibri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920977" y="2202423"/>
            <a:ext cx="1905" cy="1000760"/>
          </a:xfrm>
          <a:custGeom>
            <a:avLst/>
            <a:gdLst/>
            <a:ahLst/>
            <a:cxnLst/>
            <a:rect l="l" t="t" r="r" b="b"/>
            <a:pathLst>
              <a:path w="1904" h="1000760">
                <a:moveTo>
                  <a:pt x="1676" y="0"/>
                </a:moveTo>
                <a:lnTo>
                  <a:pt x="0" y="1000140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782821" y="2586034"/>
            <a:ext cx="2294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65350" algn="l"/>
              </a:tabLst>
            </a:pPr>
            <a:r>
              <a:rPr sz="2700" baseline="1543" dirty="0">
                <a:latin typeface="Calibri"/>
                <a:cs typeface="Calibri"/>
              </a:rPr>
              <a:t>C</a:t>
            </a:r>
            <a:r>
              <a:rPr sz="2700" baseline="1543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63979" y="3137222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434839" y="3301105"/>
            <a:ext cx="142875" cy="715010"/>
          </a:xfrm>
          <a:custGeom>
            <a:avLst/>
            <a:gdLst/>
            <a:ahLst/>
            <a:cxnLst/>
            <a:rect l="l" t="t" r="r" b="b"/>
            <a:pathLst>
              <a:path w="142875" h="715010">
                <a:moveTo>
                  <a:pt x="0" y="642875"/>
                </a:moveTo>
                <a:lnTo>
                  <a:pt x="35692" y="642875"/>
                </a:lnTo>
                <a:lnTo>
                  <a:pt x="35692" y="0"/>
                </a:lnTo>
                <a:lnTo>
                  <a:pt x="107167" y="0"/>
                </a:lnTo>
                <a:lnTo>
                  <a:pt x="107167" y="642875"/>
                </a:lnTo>
                <a:lnTo>
                  <a:pt x="142859" y="642875"/>
                </a:lnTo>
                <a:lnTo>
                  <a:pt x="71353" y="714384"/>
                </a:lnTo>
                <a:lnTo>
                  <a:pt x="0" y="642875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663312" y="4182425"/>
            <a:ext cx="20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3)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345411" y="4517766"/>
            <a:ext cx="643255" cy="571500"/>
          </a:xfrm>
          <a:custGeom>
            <a:avLst/>
            <a:gdLst/>
            <a:ahLst/>
            <a:cxnLst/>
            <a:rect l="l" t="t" r="r" b="b"/>
            <a:pathLst>
              <a:path w="643254" h="571500">
                <a:moveTo>
                  <a:pt x="0" y="0"/>
                </a:moveTo>
                <a:lnTo>
                  <a:pt x="642884" y="57149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003417" y="4895531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717416" y="460951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79266" y="4251640"/>
            <a:ext cx="150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335505" y="4517766"/>
            <a:ext cx="1905" cy="1000125"/>
          </a:xfrm>
          <a:custGeom>
            <a:avLst/>
            <a:gdLst/>
            <a:ahLst/>
            <a:cxnLst/>
            <a:rect l="l" t="t" r="r" b="b"/>
            <a:pathLst>
              <a:path w="1904" h="1000125">
                <a:moveTo>
                  <a:pt x="1676" y="0"/>
                </a:moveTo>
                <a:lnTo>
                  <a:pt x="0" y="1000124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351017" y="490442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278627" y="5455608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836273" y="4517766"/>
            <a:ext cx="514984" cy="631190"/>
          </a:xfrm>
          <a:custGeom>
            <a:avLst/>
            <a:gdLst/>
            <a:ahLst/>
            <a:cxnLst/>
            <a:rect l="l" t="t" r="r" b="b"/>
            <a:pathLst>
              <a:path w="514984" h="631189">
                <a:moveTo>
                  <a:pt x="514471" y="0"/>
                </a:moveTo>
                <a:lnTo>
                  <a:pt x="0" y="630686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707508" y="5110160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907533" y="474020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923915" y="4944105"/>
            <a:ext cx="643255" cy="214629"/>
          </a:xfrm>
          <a:custGeom>
            <a:avLst/>
            <a:gdLst/>
            <a:ahLst/>
            <a:cxnLst/>
            <a:rect l="l" t="t" r="r" b="b"/>
            <a:pathLst>
              <a:path w="643254" h="214629">
                <a:moveTo>
                  <a:pt x="0" y="107192"/>
                </a:moveTo>
                <a:lnTo>
                  <a:pt x="107045" y="0"/>
                </a:lnTo>
                <a:lnTo>
                  <a:pt x="107045" y="53602"/>
                </a:lnTo>
                <a:lnTo>
                  <a:pt x="642884" y="53602"/>
                </a:lnTo>
                <a:lnTo>
                  <a:pt x="642884" y="160781"/>
                </a:lnTo>
                <a:lnTo>
                  <a:pt x="107045" y="160781"/>
                </a:lnTo>
                <a:lnTo>
                  <a:pt x="107045" y="214384"/>
                </a:lnTo>
                <a:lnTo>
                  <a:pt x="0" y="107192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06345" y="4529459"/>
            <a:ext cx="643255" cy="571500"/>
          </a:xfrm>
          <a:custGeom>
            <a:avLst/>
            <a:gdLst/>
            <a:ahLst/>
            <a:cxnLst/>
            <a:rect l="l" t="t" r="r" b="b"/>
            <a:pathLst>
              <a:path w="643254" h="571500">
                <a:moveTo>
                  <a:pt x="0" y="0"/>
                </a:moveTo>
                <a:lnTo>
                  <a:pt x="643006" y="57149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662550" y="4907214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76550" y="462121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38650" y="4263455"/>
            <a:ext cx="150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997384" y="4563872"/>
            <a:ext cx="0" cy="981710"/>
          </a:xfrm>
          <a:custGeom>
            <a:avLst/>
            <a:gdLst/>
            <a:ahLst/>
            <a:cxnLst/>
            <a:rect l="l" t="t" r="r" b="b"/>
            <a:pathLst>
              <a:path h="981710">
                <a:moveTo>
                  <a:pt x="0" y="0"/>
                </a:moveTo>
                <a:lnTo>
                  <a:pt x="0" y="981587"/>
                </a:lnTo>
              </a:path>
            </a:pathLst>
          </a:custGeom>
          <a:ln w="33396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010024" y="491610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38015" y="5467341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497330" y="4529459"/>
            <a:ext cx="514984" cy="631190"/>
          </a:xfrm>
          <a:custGeom>
            <a:avLst/>
            <a:gdLst/>
            <a:ahLst/>
            <a:cxnLst/>
            <a:rect l="l" t="t" r="r" b="b"/>
            <a:pathLst>
              <a:path w="514984" h="631189">
                <a:moveTo>
                  <a:pt x="514471" y="0"/>
                </a:moveTo>
                <a:lnTo>
                  <a:pt x="0" y="630804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366515" y="5121972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66921" y="475202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925830" y="4519934"/>
            <a:ext cx="1086485" cy="28575"/>
          </a:xfrm>
          <a:custGeom>
            <a:avLst/>
            <a:gdLst/>
            <a:ahLst/>
            <a:cxnLst/>
            <a:rect l="l" t="t" r="r" b="b"/>
            <a:pathLst>
              <a:path w="1086484" h="28575">
                <a:moveTo>
                  <a:pt x="1085971" y="0"/>
                </a:moveTo>
                <a:lnTo>
                  <a:pt x="0" y="28062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742055" y="4313235"/>
            <a:ext cx="158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236713" y="4241738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54667" y="4222426"/>
            <a:ext cx="20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334774" y="4809994"/>
            <a:ext cx="643255" cy="214629"/>
          </a:xfrm>
          <a:custGeom>
            <a:avLst/>
            <a:gdLst/>
            <a:ahLst/>
            <a:cxnLst/>
            <a:rect l="l" t="t" r="r" b="b"/>
            <a:pathLst>
              <a:path w="643254" h="214629">
                <a:moveTo>
                  <a:pt x="0" y="107192"/>
                </a:moveTo>
                <a:lnTo>
                  <a:pt x="107167" y="0"/>
                </a:lnTo>
                <a:lnTo>
                  <a:pt x="107167" y="53602"/>
                </a:lnTo>
                <a:lnTo>
                  <a:pt x="643006" y="53602"/>
                </a:lnTo>
                <a:lnTo>
                  <a:pt x="643006" y="160781"/>
                </a:lnTo>
                <a:lnTo>
                  <a:pt x="107167" y="160781"/>
                </a:lnTo>
                <a:lnTo>
                  <a:pt x="107167" y="214384"/>
                </a:lnTo>
                <a:lnTo>
                  <a:pt x="0" y="107192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364352" y="4511290"/>
            <a:ext cx="643255" cy="571500"/>
          </a:xfrm>
          <a:custGeom>
            <a:avLst/>
            <a:gdLst/>
            <a:ahLst/>
            <a:cxnLst/>
            <a:rect l="l" t="t" r="r" b="b"/>
            <a:pathLst>
              <a:path w="643254" h="571500">
                <a:moveTo>
                  <a:pt x="0" y="0"/>
                </a:moveTo>
                <a:lnTo>
                  <a:pt x="643006" y="571499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4017648" y="4889181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731898" y="460311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293747" y="4245290"/>
            <a:ext cx="150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355329" y="4545715"/>
            <a:ext cx="0" cy="981710"/>
          </a:xfrm>
          <a:custGeom>
            <a:avLst/>
            <a:gdLst/>
            <a:ahLst/>
            <a:cxnLst/>
            <a:rect l="l" t="t" r="r" b="b"/>
            <a:pathLst>
              <a:path h="981710">
                <a:moveTo>
                  <a:pt x="0" y="0"/>
                </a:moveTo>
                <a:lnTo>
                  <a:pt x="0" y="981574"/>
                </a:lnTo>
              </a:path>
            </a:pathLst>
          </a:custGeom>
          <a:ln w="33274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3365248" y="489768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65248" y="5511160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855345" y="4511290"/>
            <a:ext cx="514350" cy="631190"/>
          </a:xfrm>
          <a:custGeom>
            <a:avLst/>
            <a:gdLst/>
            <a:ahLst/>
            <a:cxnLst/>
            <a:rect l="l" t="t" r="r" b="b"/>
            <a:pathLst>
              <a:path w="514350" h="631189">
                <a:moveTo>
                  <a:pt x="514340" y="0"/>
                </a:moveTo>
                <a:lnTo>
                  <a:pt x="0" y="630817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2721993" y="5103810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22018" y="473385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283845" y="4501765"/>
            <a:ext cx="1085850" cy="28575"/>
          </a:xfrm>
          <a:custGeom>
            <a:avLst/>
            <a:gdLst/>
            <a:ahLst/>
            <a:cxnLst/>
            <a:rect l="l" t="t" r="r" b="b"/>
            <a:pathLst>
              <a:path w="1085850" h="28575">
                <a:moveTo>
                  <a:pt x="1085840" y="0"/>
                </a:moveTo>
                <a:lnTo>
                  <a:pt x="0" y="28075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2097152" y="4295201"/>
            <a:ext cx="158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592072" y="4223704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926585" y="5489697"/>
            <a:ext cx="1428750" cy="1905"/>
          </a:xfrm>
          <a:custGeom>
            <a:avLst/>
            <a:gdLst/>
            <a:ahLst/>
            <a:cxnLst/>
            <a:rect l="l" t="t" r="r" b="b"/>
            <a:pathLst>
              <a:path w="1428750" h="1904">
                <a:moveTo>
                  <a:pt x="0" y="0"/>
                </a:moveTo>
                <a:lnTo>
                  <a:pt x="1428743" y="1655"/>
                </a:lnTo>
              </a:path>
            </a:pathLst>
          </a:custGeom>
          <a:ln w="31750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720851" y="5499098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07366" y="5487037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256348" y="4288470"/>
            <a:ext cx="207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0367894" y="5570851"/>
            <a:ext cx="802005" cy="563245"/>
          </a:xfrm>
          <a:custGeom>
            <a:avLst/>
            <a:gdLst/>
            <a:ahLst/>
            <a:cxnLst/>
            <a:rect l="l" t="t" r="r" b="b"/>
            <a:pathLst>
              <a:path w="802004" h="563245">
                <a:moveTo>
                  <a:pt x="281299" y="0"/>
                </a:moveTo>
                <a:lnTo>
                  <a:pt x="0" y="281309"/>
                </a:lnTo>
                <a:lnTo>
                  <a:pt x="281299" y="562666"/>
                </a:lnTo>
                <a:lnTo>
                  <a:pt x="281299" y="421980"/>
                </a:lnTo>
                <a:lnTo>
                  <a:pt x="801898" y="421980"/>
                </a:lnTo>
                <a:lnTo>
                  <a:pt x="801898" y="140637"/>
                </a:lnTo>
                <a:lnTo>
                  <a:pt x="281299" y="140637"/>
                </a:lnTo>
                <a:lnTo>
                  <a:pt x="281299" y="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0367893" y="5570851"/>
            <a:ext cx="802005" cy="563245"/>
          </a:xfrm>
          <a:custGeom>
            <a:avLst/>
            <a:gdLst/>
            <a:ahLst/>
            <a:cxnLst/>
            <a:rect l="l" t="t" r="r" b="b"/>
            <a:pathLst>
              <a:path w="802004" h="563245">
                <a:moveTo>
                  <a:pt x="0" y="281309"/>
                </a:moveTo>
                <a:lnTo>
                  <a:pt x="281299" y="0"/>
                </a:lnTo>
                <a:lnTo>
                  <a:pt x="281299" y="140637"/>
                </a:lnTo>
                <a:lnTo>
                  <a:pt x="801898" y="140637"/>
                </a:lnTo>
                <a:lnTo>
                  <a:pt x="801898" y="421980"/>
                </a:lnTo>
                <a:lnTo>
                  <a:pt x="281299" y="421980"/>
                </a:lnTo>
                <a:lnTo>
                  <a:pt x="281299" y="562666"/>
                </a:lnTo>
                <a:lnTo>
                  <a:pt x="0" y="281309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8A461C0-C04D-43B6-BDC2-DA92731DA050}"/>
                  </a:ext>
                </a:extLst>
              </p14:cNvPr>
              <p14:cNvContentPartPr/>
              <p14:nvPr/>
            </p14:nvContentPartPr>
            <p14:xfrm>
              <a:off x="1473480" y="1830600"/>
              <a:ext cx="3241800" cy="21344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8A461C0-C04D-43B6-BDC2-DA92731DA0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4120" y="1821240"/>
                <a:ext cx="3260520" cy="215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114" dirty="0"/>
              <a:t>Prim’s </a:t>
            </a:r>
            <a:r>
              <a:rPr spc="-75" dirty="0"/>
              <a:t>Algorithm	</a:t>
            </a:r>
          </a:p>
        </p:txBody>
      </p:sp>
      <p:sp>
        <p:nvSpPr>
          <p:cNvPr id="3" name="object 3"/>
          <p:cNvSpPr/>
          <p:nvPr/>
        </p:nvSpPr>
        <p:spPr>
          <a:xfrm>
            <a:off x="2129476" y="1959984"/>
            <a:ext cx="5219156" cy="32118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10247C-6CCD-41F1-8E6E-3AF35B3B75CC}"/>
                  </a:ext>
                </a:extLst>
              </p14:cNvPr>
              <p14:cNvContentPartPr/>
              <p14:nvPr/>
            </p14:nvContentPartPr>
            <p14:xfrm>
              <a:off x="2696760" y="1964520"/>
              <a:ext cx="9492480" cy="3661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10247C-6CCD-41F1-8E6E-3AF35B3B75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7400" y="1955160"/>
                <a:ext cx="9511200" cy="368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95" dirty="0"/>
              <a:t>Dijkstra</a:t>
            </a:r>
            <a:r>
              <a:rPr spc="20" dirty="0"/>
              <a:t> </a:t>
            </a:r>
            <a:r>
              <a:rPr spc="-75" dirty="0"/>
              <a:t>Algorithm</a:t>
            </a:r>
            <a:r>
              <a:rPr b="0" spc="-7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33" y="1833495"/>
            <a:ext cx="9639935" cy="13938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7950" marR="5080" indent="-95250">
              <a:lnSpc>
                <a:spcPts val="3000"/>
              </a:lnSpc>
              <a:spcBef>
                <a:spcPts val="480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Start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finding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distances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from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source </a:t>
            </a:r>
            <a:r>
              <a:rPr sz="2750" dirty="0">
                <a:solidFill>
                  <a:srgbClr val="3F3F3F"/>
                </a:solidFill>
                <a:latin typeface="Times New Roman"/>
                <a:cs typeface="Times New Roman"/>
              </a:rPr>
              <a:t>node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and </a:t>
            </a:r>
            <a:r>
              <a:rPr sz="2750" spc="-15" dirty="0">
                <a:solidFill>
                  <a:srgbClr val="3F3F3F"/>
                </a:solidFill>
                <a:latin typeface="Times New Roman"/>
                <a:cs typeface="Times New Roman"/>
              </a:rPr>
              <a:t>find </a:t>
            </a: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all </a:t>
            </a:r>
            <a:r>
              <a:rPr sz="2750" spc="10" dirty="0">
                <a:solidFill>
                  <a:srgbClr val="3F3F3F"/>
                </a:solidFill>
                <a:latin typeface="Times New Roman"/>
                <a:cs typeface="Times New Roman"/>
              </a:rPr>
              <a:t>the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paths 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from </a:t>
            </a:r>
            <a:r>
              <a:rPr sz="2750" spc="-45" dirty="0">
                <a:solidFill>
                  <a:srgbClr val="3F3F3F"/>
                </a:solidFill>
                <a:latin typeface="Times New Roman"/>
                <a:cs typeface="Times New Roman"/>
              </a:rPr>
              <a:t>it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to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adjacent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 nodes.</a:t>
            </a:r>
            <a:endParaRPr sz="275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1085"/>
              </a:spcBef>
              <a:buClr>
                <a:srgbClr val="E48211"/>
              </a:buClr>
              <a:buSzPct val="96363"/>
              <a:buFont typeface="Wingdings"/>
              <a:buChar char=""/>
              <a:tabLst>
                <a:tab pos="298450" algn="l"/>
              </a:tabLst>
            </a:pPr>
            <a:r>
              <a:rPr sz="2750" spc="-35" dirty="0">
                <a:solidFill>
                  <a:srgbClr val="3F3F3F"/>
                </a:solidFill>
                <a:latin typeface="Times New Roman"/>
                <a:cs typeface="Times New Roman"/>
              </a:rPr>
              <a:t>Select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minimum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distance </a:t>
            </a: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from </a:t>
            </a:r>
            <a:r>
              <a:rPr sz="2750" spc="-5" dirty="0">
                <a:solidFill>
                  <a:srgbClr val="3F3F3F"/>
                </a:solidFill>
                <a:latin typeface="Times New Roman"/>
                <a:cs typeface="Times New Roman"/>
              </a:rPr>
              <a:t>paths</a:t>
            </a:r>
            <a:r>
              <a:rPr sz="2750" spc="-2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3F3F3F"/>
                </a:solidFill>
                <a:latin typeface="Times New Roman"/>
                <a:cs typeface="Times New Roman"/>
              </a:rPr>
              <a:t>available.</a:t>
            </a:r>
            <a:endParaRPr sz="27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2A88742-7B59-434D-B1C3-51B8CCCB00AE}"/>
                  </a:ext>
                </a:extLst>
              </p14:cNvPr>
              <p14:cNvContentPartPr/>
              <p14:nvPr/>
            </p14:nvContentPartPr>
            <p14:xfrm>
              <a:off x="1901880" y="2223360"/>
              <a:ext cx="8242560" cy="545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2A88742-7B59-434D-B1C3-51B8CCCB00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2520" y="2214000"/>
                <a:ext cx="8261280" cy="56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915347"/>
            <a:ext cx="228219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none" spc="-85" dirty="0">
                <a:latin typeface="Times New Roman"/>
                <a:cs typeface="Times New Roman"/>
              </a:rPr>
              <a:t>Example: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0783" y="1842765"/>
            <a:ext cx="64846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Find</a:t>
            </a:r>
            <a:r>
              <a:rPr sz="2000" spc="-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out</a:t>
            </a:r>
            <a:r>
              <a:rPr sz="2000" spc="-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Times New Roman"/>
                <a:cs typeface="Times New Roman"/>
              </a:rPr>
              <a:t>the</a:t>
            </a:r>
            <a:r>
              <a:rPr sz="2000" spc="-1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Times New Roman"/>
                <a:cs typeface="Times New Roman"/>
              </a:rPr>
              <a:t>shortest</a:t>
            </a:r>
            <a:r>
              <a:rPr sz="2000" spc="-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path</a:t>
            </a:r>
            <a:r>
              <a:rPr sz="2000" spc="-1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from</a:t>
            </a:r>
            <a:r>
              <a:rPr sz="2000" spc="-1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sz="2000" spc="-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to</a:t>
            </a:r>
            <a:r>
              <a:rPr sz="2000" spc="-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Times New Roman"/>
                <a:cs typeface="Times New Roman"/>
              </a:rPr>
              <a:t>C</a:t>
            </a:r>
            <a:r>
              <a:rPr sz="2000" spc="-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Times New Roman"/>
                <a:cs typeface="Times New Roman"/>
              </a:rPr>
              <a:t>using</a:t>
            </a:r>
            <a:r>
              <a:rPr sz="2000" spc="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Times New Roman"/>
                <a:cs typeface="Times New Roman"/>
              </a:rPr>
              <a:t>Dijkstra</a:t>
            </a:r>
            <a:r>
              <a:rPr sz="2000" spc="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F3F3F"/>
                </a:solidFill>
                <a:latin typeface="Times New Roman"/>
                <a:cs typeface="Times New Roman"/>
              </a:rPr>
              <a:t>algorithm.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38278" y="2879079"/>
            <a:ext cx="1428750" cy="1905"/>
          </a:xfrm>
          <a:custGeom>
            <a:avLst/>
            <a:gdLst/>
            <a:ahLst/>
            <a:cxnLst/>
            <a:rect l="l" t="t" r="r" b="b"/>
            <a:pathLst>
              <a:path w="1428750" h="1905">
                <a:moveTo>
                  <a:pt x="0" y="0"/>
                </a:moveTo>
                <a:lnTo>
                  <a:pt x="1428756" y="1523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67034" y="2879079"/>
            <a:ext cx="643255" cy="571500"/>
          </a:xfrm>
          <a:custGeom>
            <a:avLst/>
            <a:gdLst/>
            <a:ahLst/>
            <a:cxnLst/>
            <a:rect l="l" t="t" r="r" b="b"/>
            <a:pathLst>
              <a:path w="643254" h="571500">
                <a:moveTo>
                  <a:pt x="0" y="0"/>
                </a:moveTo>
                <a:lnTo>
                  <a:pt x="643006" y="571499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38278" y="2879079"/>
            <a:ext cx="1905" cy="1000125"/>
          </a:xfrm>
          <a:custGeom>
            <a:avLst/>
            <a:gdLst/>
            <a:ahLst/>
            <a:cxnLst/>
            <a:rect l="l" t="t" r="r" b="b"/>
            <a:pathLst>
              <a:path w="1905" h="1000125">
                <a:moveTo>
                  <a:pt x="1642" y="0"/>
                </a:moveTo>
                <a:lnTo>
                  <a:pt x="0" y="1000131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38278" y="3879210"/>
            <a:ext cx="1428750" cy="1905"/>
          </a:xfrm>
          <a:custGeom>
            <a:avLst/>
            <a:gdLst/>
            <a:ahLst/>
            <a:cxnLst/>
            <a:rect l="l" t="t" r="r" b="b"/>
            <a:pathLst>
              <a:path w="1428750" h="1904">
                <a:moveTo>
                  <a:pt x="0" y="0"/>
                </a:moveTo>
                <a:lnTo>
                  <a:pt x="1428756" y="1523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66272" y="2879841"/>
            <a:ext cx="1905" cy="1000125"/>
          </a:xfrm>
          <a:custGeom>
            <a:avLst/>
            <a:gdLst/>
            <a:ahLst/>
            <a:cxnLst/>
            <a:rect l="l" t="t" r="r" b="b"/>
            <a:pathLst>
              <a:path w="1904" h="1000125">
                <a:moveTo>
                  <a:pt x="1645" y="0"/>
                </a:moveTo>
                <a:lnTo>
                  <a:pt x="0" y="1000131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67034" y="3450580"/>
            <a:ext cx="643255" cy="428625"/>
          </a:xfrm>
          <a:custGeom>
            <a:avLst/>
            <a:gdLst/>
            <a:ahLst/>
            <a:cxnLst/>
            <a:rect l="l" t="t" r="r" b="b"/>
            <a:pathLst>
              <a:path w="643254" h="428625">
                <a:moveTo>
                  <a:pt x="643006" y="0"/>
                </a:moveTo>
                <a:lnTo>
                  <a:pt x="0" y="428631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38278" y="2879079"/>
            <a:ext cx="571500" cy="500380"/>
          </a:xfrm>
          <a:custGeom>
            <a:avLst/>
            <a:gdLst/>
            <a:ahLst/>
            <a:cxnLst/>
            <a:rect l="l" t="t" r="r" b="b"/>
            <a:pathLst>
              <a:path w="571500" h="500379">
                <a:moveTo>
                  <a:pt x="0" y="0"/>
                </a:moveTo>
                <a:lnTo>
                  <a:pt x="571499" y="499993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09778" y="2879079"/>
            <a:ext cx="857250" cy="500380"/>
          </a:xfrm>
          <a:custGeom>
            <a:avLst/>
            <a:gdLst/>
            <a:ahLst/>
            <a:cxnLst/>
            <a:rect l="l" t="t" r="r" b="b"/>
            <a:pathLst>
              <a:path w="857250" h="500379">
                <a:moveTo>
                  <a:pt x="0" y="499993"/>
                </a:moveTo>
                <a:lnTo>
                  <a:pt x="857256" y="0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09778" y="3379073"/>
            <a:ext cx="857250" cy="500380"/>
          </a:xfrm>
          <a:custGeom>
            <a:avLst/>
            <a:gdLst/>
            <a:ahLst/>
            <a:cxnLst/>
            <a:rect l="l" t="t" r="r" b="b"/>
            <a:pathLst>
              <a:path w="857250" h="500379">
                <a:moveTo>
                  <a:pt x="0" y="0"/>
                </a:moveTo>
                <a:lnTo>
                  <a:pt x="857256" y="500137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38278" y="3379073"/>
            <a:ext cx="571500" cy="500380"/>
          </a:xfrm>
          <a:custGeom>
            <a:avLst/>
            <a:gdLst/>
            <a:ahLst/>
            <a:cxnLst/>
            <a:rect l="l" t="t" r="r" b="b"/>
            <a:pathLst>
              <a:path w="571500" h="500379">
                <a:moveTo>
                  <a:pt x="571499" y="0"/>
                </a:moveTo>
                <a:lnTo>
                  <a:pt x="0" y="500137"/>
                </a:lnTo>
              </a:path>
            </a:pathLst>
          </a:custGeom>
          <a:ln w="19049">
            <a:solidFill>
              <a:srgbClr val="E482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51331" y="2610799"/>
            <a:ext cx="158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05431" y="2610799"/>
            <a:ext cx="150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76932" y="3755454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4434" y="2968558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76925" y="326421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34434" y="361251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32662" y="3826832"/>
            <a:ext cx="1040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8830" algn="l"/>
              </a:tabLst>
            </a:pPr>
            <a:r>
              <a:rPr sz="1800" dirty="0">
                <a:latin typeface="Calibri"/>
                <a:cs typeface="Calibri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2700" spc="-22" baseline="3086" dirty="0">
                <a:latin typeface="Calibri"/>
                <a:cs typeface="Calibri"/>
              </a:rPr>
              <a:t>14</a:t>
            </a:r>
            <a:endParaRPr sz="2700" baseline="3086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1161" y="3183192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90167" y="2884738"/>
            <a:ext cx="48831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ts val="1689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17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1689"/>
              </a:lnSpc>
            </a:pPr>
            <a:r>
              <a:rPr sz="180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5" dirty="0">
                <a:latin typeface="Calibri"/>
                <a:cs typeface="Calibri"/>
              </a:rPr>
              <a:t>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7665" y="2610798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5174" y="2754196"/>
            <a:ext cx="254000" cy="86042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225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800" spc="-1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11040" y="3242628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69405" y="2300926"/>
            <a:ext cx="202438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15" dirty="0">
                <a:latin typeface="Times New Roman"/>
                <a:cs typeface="Times New Roman"/>
              </a:rPr>
              <a:t>Source </a:t>
            </a:r>
            <a:r>
              <a:rPr sz="1800" spc="-10" dirty="0">
                <a:latin typeface="Times New Roman"/>
                <a:cs typeface="Times New Roman"/>
              </a:rPr>
              <a:t>Node </a:t>
            </a:r>
            <a:r>
              <a:rPr sz="1800" dirty="0">
                <a:latin typeface="Times New Roman"/>
                <a:cs typeface="Times New Roman"/>
              </a:rPr>
              <a:t>= A  </a:t>
            </a:r>
            <a:r>
              <a:rPr sz="1800" spc="-10" dirty="0">
                <a:latin typeface="Times New Roman"/>
                <a:cs typeface="Times New Roman"/>
              </a:rPr>
              <a:t>Destination Node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09083" y="2243776"/>
            <a:ext cx="889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imes New Roman"/>
                <a:cs typeface="Times New Roman"/>
              </a:rPr>
              <a:t>mi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55" dirty="0">
                <a:latin typeface="Times New Roman"/>
                <a:cs typeface="Times New Roman"/>
              </a:rPr>
              <a:t>im</a:t>
            </a:r>
            <a:r>
              <a:rPr sz="1800" dirty="0">
                <a:latin typeface="Times New Roman"/>
                <a:cs typeface="Times New Roman"/>
              </a:rPr>
              <a:t>um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99627" y="2243776"/>
            <a:ext cx="1496695" cy="15271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85"/>
              </a:spcBef>
            </a:pPr>
            <a:r>
              <a:rPr sz="1800" spc="-10" dirty="0">
                <a:latin typeface="Times New Roman"/>
                <a:cs typeface="Times New Roman"/>
              </a:rPr>
              <a:t>dist(A,B) </a:t>
            </a:r>
            <a:r>
              <a:rPr sz="1800" spc="10" dirty="0">
                <a:latin typeface="Times New Roman"/>
                <a:cs typeface="Times New Roman"/>
              </a:rPr>
              <a:t>=12  </a:t>
            </a:r>
            <a:r>
              <a:rPr sz="1800" spc="-10" dirty="0">
                <a:latin typeface="Times New Roman"/>
                <a:cs typeface="Times New Roman"/>
              </a:rPr>
              <a:t>dist(A,C) </a:t>
            </a:r>
            <a:r>
              <a:rPr sz="2000" spc="15" dirty="0">
                <a:latin typeface="Times New Roman"/>
                <a:cs typeface="Times New Roman"/>
              </a:rPr>
              <a:t>= </a:t>
            </a:r>
            <a:r>
              <a:rPr sz="2000" spc="15" dirty="0">
                <a:latin typeface="Symbol"/>
                <a:cs typeface="Symbol"/>
              </a:rPr>
              <a:t>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dist(A,D)= </a:t>
            </a:r>
            <a:r>
              <a:rPr sz="2000" spc="15" dirty="0">
                <a:latin typeface="Symbol"/>
                <a:cs typeface="Symbol"/>
              </a:rPr>
              <a:t>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dist(A,E) </a:t>
            </a:r>
            <a:r>
              <a:rPr sz="2000" spc="15" dirty="0">
                <a:latin typeface="Times New Roman"/>
                <a:cs typeface="Times New Roman"/>
              </a:rPr>
              <a:t>=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spc="5" dirty="0">
                <a:latin typeface="Times New Roman"/>
                <a:cs typeface="Times New Roman"/>
              </a:rPr>
              <a:t>dist(A,F) </a:t>
            </a:r>
            <a:r>
              <a:rPr sz="2000" spc="15" dirty="0">
                <a:latin typeface="Times New Roman"/>
                <a:cs typeface="Times New Roman"/>
              </a:rPr>
              <a:t>=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Times New Roman"/>
                <a:cs typeface="Times New Roman"/>
              </a:rPr>
              <a:t>17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8343" y="4443671"/>
            <a:ext cx="3717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dist(A,C)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 </a:t>
            </a:r>
            <a:r>
              <a:rPr sz="1800" dirty="0">
                <a:latin typeface="Times New Roman"/>
                <a:cs typeface="Times New Roman"/>
              </a:rPr>
              <a:t>{d(A,B) +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d(B,C)}}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09011" y="4720278"/>
            <a:ext cx="1688464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(12+1)}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,13}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53228" y="3918903"/>
            <a:ext cx="4364990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dist(A,C)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{d(A,E)+d(E,D)+d(D,C)}}</a:t>
            </a:r>
            <a:endParaRPr sz="1800">
              <a:latin typeface="Times New Roman"/>
              <a:cs typeface="Times New Roman"/>
            </a:endParaRPr>
          </a:p>
          <a:p>
            <a:pPr marL="81343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min{</a:t>
            </a:r>
            <a:r>
              <a:rPr sz="1800" spc="-5" dirty="0">
                <a:latin typeface="Symbol"/>
                <a:cs typeface="Symbol"/>
              </a:rPr>
              <a:t></a:t>
            </a:r>
            <a:r>
              <a:rPr sz="1800" spc="-5" dirty="0">
                <a:latin typeface="Times New Roman"/>
                <a:cs typeface="Times New Roman"/>
              </a:rPr>
              <a:t>,{15 </a:t>
            </a:r>
            <a:r>
              <a:rPr sz="1800" dirty="0">
                <a:latin typeface="Times New Roman"/>
                <a:cs typeface="Times New Roman"/>
              </a:rPr>
              <a:t>+ 14 +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6}}</a:t>
            </a:r>
            <a:endParaRPr sz="1800">
              <a:latin typeface="Times New Roman"/>
              <a:cs typeface="Times New Roman"/>
            </a:endParaRPr>
          </a:p>
          <a:p>
            <a:pPr marL="813435">
              <a:lnSpc>
                <a:spcPct val="100000"/>
              </a:lnSpc>
              <a:spcBef>
                <a:spcPts val="20"/>
              </a:spcBef>
            </a:pPr>
            <a:r>
              <a:rPr sz="1800" spc="-20" dirty="0">
                <a:latin typeface="Times New Roman"/>
                <a:cs typeface="Times New Roman"/>
              </a:rPr>
              <a:t>=min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dirty="0">
                <a:latin typeface="Symbol"/>
                <a:cs typeface="Symbol"/>
              </a:rPr>
              <a:t></a:t>
            </a:r>
            <a:r>
              <a:rPr sz="1800" dirty="0">
                <a:latin typeface="Times New Roman"/>
                <a:cs typeface="Times New Roman"/>
              </a:rPr>
              <a:t>,35}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54091" y="4748853"/>
            <a:ext cx="4356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37332" y="5269549"/>
            <a:ext cx="2125980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{17+10+6}}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,33}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33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711320" y="4916493"/>
            <a:ext cx="7980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-18518" dirty="0">
                <a:latin typeface="Times New Roman"/>
                <a:cs typeface="Times New Roman"/>
              </a:rPr>
              <a:t>dist(A,C) </a:t>
            </a:r>
            <a:r>
              <a:rPr sz="2700" baseline="-18518" dirty="0">
                <a:latin typeface="Times New Roman"/>
                <a:cs typeface="Times New Roman"/>
              </a:rPr>
              <a:t>= </a:t>
            </a:r>
            <a:r>
              <a:rPr sz="2700" spc="-22" baseline="-18518" dirty="0">
                <a:latin typeface="Times New Roman"/>
                <a:cs typeface="Times New Roman"/>
              </a:rPr>
              <a:t>min{</a:t>
            </a:r>
            <a:r>
              <a:rPr sz="2700" spc="-22" baseline="-18518" dirty="0">
                <a:latin typeface="Symbol"/>
                <a:cs typeface="Symbol"/>
              </a:rPr>
              <a:t></a:t>
            </a:r>
            <a:r>
              <a:rPr sz="2700" spc="-22" baseline="-18518" dirty="0">
                <a:latin typeface="Times New Roman"/>
                <a:cs typeface="Times New Roman"/>
              </a:rPr>
              <a:t>, </a:t>
            </a:r>
            <a:r>
              <a:rPr sz="2700" spc="-247" baseline="-18518" dirty="0">
                <a:latin typeface="Times New Roman"/>
                <a:cs typeface="Times New Roman"/>
              </a:rPr>
              <a:t>{d(A,F)+d(F,D)</a:t>
            </a:r>
            <a:r>
              <a:rPr lang="en-US" sz="2700" spc="-247" baseline="-18518" dirty="0">
                <a:latin typeface="Times New Roman"/>
                <a:cs typeface="Times New Roman"/>
              </a:rPr>
              <a:t>+d(</a:t>
            </a:r>
            <a:r>
              <a:rPr lang="en-US" sz="2700" spc="-247" baseline="-18518" dirty="0" err="1">
                <a:latin typeface="Times New Roman"/>
                <a:cs typeface="Times New Roman"/>
              </a:rPr>
              <a:t>D</a:t>
            </a:r>
            <a:r>
              <a:rPr lang="en-US" sz="1800" spc="-165" dirty="0" err="1">
                <a:latin typeface="Times New Roman"/>
                <a:cs typeface="Times New Roman"/>
              </a:rPr>
              <a:t>d</a:t>
            </a:r>
            <a:r>
              <a:rPr lang="en-US" sz="2700" spc="-247" baseline="-18518" dirty="0" err="1">
                <a:latin typeface="Times New Roman"/>
                <a:cs typeface="Times New Roman"/>
              </a:rPr>
              <a:t>,</a:t>
            </a:r>
            <a:r>
              <a:rPr lang="en-US" sz="1800" spc="-165" dirty="0" err="1">
                <a:latin typeface="Times New Roman"/>
                <a:cs typeface="Times New Roman"/>
              </a:rPr>
              <a:t>i</a:t>
            </a:r>
            <a:r>
              <a:rPr lang="en-US" sz="2700" spc="-247" baseline="-18518" dirty="0" err="1">
                <a:latin typeface="Times New Roman"/>
                <a:cs typeface="Times New Roman"/>
              </a:rPr>
              <a:t>C</a:t>
            </a:r>
            <a:r>
              <a:rPr lang="en-US" sz="1800" spc="-165" dirty="0" err="1">
                <a:latin typeface="Times New Roman"/>
                <a:cs typeface="Times New Roman"/>
              </a:rPr>
              <a:t>st</a:t>
            </a:r>
            <a:r>
              <a:rPr lang="en-US" sz="2700" spc="-247" baseline="-18518" dirty="0">
                <a:latin typeface="Times New Roman"/>
                <a:cs typeface="Times New Roman"/>
              </a:rPr>
              <a:t>)</a:t>
            </a:r>
            <a:r>
              <a:rPr lang="en-US" sz="1800" spc="-165" dirty="0">
                <a:latin typeface="Times New Roman"/>
                <a:cs typeface="Times New Roman"/>
              </a:rPr>
              <a:t>(</a:t>
            </a:r>
            <a:r>
              <a:rPr lang="en-US" sz="2700" spc="-247" baseline="-18518" dirty="0">
                <a:latin typeface="Times New Roman"/>
                <a:cs typeface="Times New Roman"/>
              </a:rPr>
              <a:t>}</a:t>
            </a:r>
            <a:r>
              <a:rPr lang="en-US" sz="1800" spc="-165" dirty="0">
                <a:latin typeface="Times New Roman"/>
                <a:cs typeface="Times New Roman"/>
              </a:rPr>
              <a:t>A</a:t>
            </a:r>
            <a:r>
              <a:rPr lang="en-US" sz="2700" spc="-247" baseline="-18518" dirty="0">
                <a:latin typeface="Times New Roman"/>
                <a:cs typeface="Times New Roman"/>
              </a:rPr>
              <a:t>}</a:t>
            </a:r>
            <a:r>
              <a:rPr lang="en-US" sz="1800" spc="-165" dirty="0">
                <a:latin typeface="Times New Roman"/>
                <a:cs typeface="Times New Roman"/>
              </a:rPr>
              <a:t>,</a:t>
            </a:r>
            <a:r>
              <a:rPr lang="en-US" spc="-165" dirty="0">
                <a:latin typeface="Times New Roman"/>
                <a:cs typeface="Times New Roman"/>
              </a:rPr>
              <a:t>C</a:t>
            </a:r>
            <a:r>
              <a:rPr lang="en-US" sz="1800" spc="-165" dirty="0">
                <a:latin typeface="Times New Roman"/>
                <a:cs typeface="Times New Roman"/>
              </a:rPr>
              <a:t>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=min{</a:t>
            </a:r>
            <a:r>
              <a:rPr sz="1800" dirty="0">
                <a:latin typeface="Symbol"/>
                <a:cs typeface="Symbol"/>
              </a:rPr>
              <a:t></a:t>
            </a:r>
            <a:r>
              <a:rPr sz="1800" dirty="0">
                <a:latin typeface="Times New Roman"/>
                <a:cs typeface="Times New Roman"/>
              </a:rPr>
              <a:t>,{d(A,B)+d(B,D)+d(D,C)}}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254382" y="5192968"/>
            <a:ext cx="194500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min{</a:t>
            </a:r>
            <a:r>
              <a:rPr sz="1800" dirty="0">
                <a:latin typeface="Symbol"/>
                <a:cs typeface="Symbol"/>
              </a:rPr>
              <a:t></a:t>
            </a:r>
            <a:r>
              <a:rPr sz="1800" dirty="0">
                <a:latin typeface="Times New Roman"/>
                <a:cs typeface="Times New Roman"/>
              </a:rPr>
              <a:t>,{12+2+6}}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min{</a:t>
            </a:r>
            <a:r>
              <a:rPr sz="1800" spc="-15" dirty="0">
                <a:latin typeface="Symbol"/>
                <a:cs typeface="Symbol"/>
              </a:rPr>
              <a:t></a:t>
            </a:r>
            <a:r>
              <a:rPr sz="1800" spc="-15" dirty="0">
                <a:latin typeface="Times New Roman"/>
                <a:cs typeface="Times New Roman"/>
              </a:rPr>
              <a:t>,20}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10" dirty="0">
                <a:latin typeface="Times New Roman"/>
                <a:cs typeface="Times New Roman"/>
              </a:rPr>
              <a:t>=20</a:t>
            </a:r>
            <a:endParaRPr sz="1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D960423-BE7C-4780-A76F-282D9910865D}"/>
                  </a:ext>
                </a:extLst>
              </p14:cNvPr>
              <p14:cNvContentPartPr/>
              <p14:nvPr/>
            </p14:nvContentPartPr>
            <p14:xfrm>
              <a:off x="1446480" y="2134080"/>
              <a:ext cx="7340760" cy="1018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D960423-BE7C-4780-A76F-282D991086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7120" y="2124720"/>
                <a:ext cx="7359480" cy="10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D1E7ABB-8A03-448A-8A76-423EAD5B79D5}"/>
                  </a:ext>
                </a:extLst>
              </p14:cNvPr>
              <p14:cNvContentPartPr/>
              <p14:nvPr/>
            </p14:nvContentPartPr>
            <p14:xfrm>
              <a:off x="330480" y="2330640"/>
              <a:ext cx="8563680" cy="3822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D1E7ABB-8A03-448A-8A76-423EAD5B79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120" y="2321280"/>
                <a:ext cx="8582400" cy="384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529" y="173787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73" y="915347"/>
            <a:ext cx="228219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none" spc="-85" dirty="0">
                <a:latin typeface="Times New Roman"/>
                <a:cs typeface="Times New Roman"/>
              </a:rPr>
              <a:t>Example:</a:t>
            </a:r>
          </a:p>
        </p:txBody>
      </p:sp>
      <p:sp>
        <p:nvSpPr>
          <p:cNvPr id="4" name="object 4"/>
          <p:cNvSpPr/>
          <p:nvPr/>
        </p:nvSpPr>
        <p:spPr>
          <a:xfrm>
            <a:off x="3126607" y="4149090"/>
            <a:ext cx="3433445" cy="4445"/>
          </a:xfrm>
          <a:custGeom>
            <a:avLst/>
            <a:gdLst/>
            <a:ahLst/>
            <a:cxnLst/>
            <a:rect l="l" t="t" r="r" b="b"/>
            <a:pathLst>
              <a:path w="3433445" h="4445">
                <a:moveTo>
                  <a:pt x="0" y="0"/>
                </a:moveTo>
                <a:lnTo>
                  <a:pt x="3433206" y="394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9814" y="4149090"/>
            <a:ext cx="1404620" cy="1248410"/>
          </a:xfrm>
          <a:custGeom>
            <a:avLst/>
            <a:gdLst/>
            <a:ahLst/>
            <a:cxnLst/>
            <a:rect l="l" t="t" r="r" b="b"/>
            <a:pathLst>
              <a:path w="1404620" h="1248410">
                <a:moveTo>
                  <a:pt x="0" y="0"/>
                </a:moveTo>
                <a:lnTo>
                  <a:pt x="1404365" y="124802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40142" y="2009771"/>
            <a:ext cx="6341110" cy="3143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167640">
              <a:lnSpc>
                <a:spcPct val="102400"/>
              </a:lnSpc>
              <a:spcBef>
                <a:spcPts val="50"/>
              </a:spcBef>
            </a:pPr>
            <a:r>
              <a:rPr sz="2750" spc="-10" dirty="0">
                <a:latin typeface="Times New Roman"/>
                <a:cs typeface="Times New Roman"/>
              </a:rPr>
              <a:t>Among </a:t>
            </a:r>
            <a:r>
              <a:rPr sz="2750" spc="-35" dirty="0">
                <a:latin typeface="Times New Roman"/>
                <a:cs typeface="Times New Roman"/>
              </a:rPr>
              <a:t>all </a:t>
            </a:r>
            <a:r>
              <a:rPr sz="2750" spc="-5" dirty="0">
                <a:latin typeface="Times New Roman"/>
                <a:cs typeface="Times New Roman"/>
              </a:rPr>
              <a:t>these paths </a:t>
            </a:r>
            <a:r>
              <a:rPr sz="2750" spc="30" dirty="0">
                <a:latin typeface="Times New Roman"/>
                <a:cs typeface="Times New Roman"/>
              </a:rPr>
              <a:t>13 </a:t>
            </a:r>
            <a:r>
              <a:rPr sz="2750" spc="-40" dirty="0">
                <a:latin typeface="Times New Roman"/>
                <a:cs typeface="Times New Roman"/>
              </a:rPr>
              <a:t>is </a:t>
            </a:r>
            <a:r>
              <a:rPr sz="2750" spc="-5" dirty="0">
                <a:latin typeface="Times New Roman"/>
                <a:cs typeface="Times New Roman"/>
              </a:rPr>
              <a:t>minimum  </a:t>
            </a:r>
            <a:r>
              <a:rPr sz="2750" spc="-20" dirty="0">
                <a:latin typeface="Times New Roman"/>
                <a:cs typeface="Times New Roman"/>
              </a:rPr>
              <a:t>distance. </a:t>
            </a:r>
            <a:r>
              <a:rPr sz="2750" spc="-10" dirty="0">
                <a:latin typeface="Times New Roman"/>
                <a:cs typeface="Times New Roman"/>
              </a:rPr>
              <a:t>So shortest </a:t>
            </a:r>
            <a:r>
              <a:rPr sz="2750" spc="-15" dirty="0">
                <a:latin typeface="Times New Roman"/>
                <a:cs typeface="Times New Roman"/>
              </a:rPr>
              <a:t>path </a:t>
            </a:r>
            <a:r>
              <a:rPr sz="2750" spc="-10" dirty="0">
                <a:latin typeface="Times New Roman"/>
                <a:cs typeface="Times New Roman"/>
              </a:rPr>
              <a:t>fro</a:t>
            </a:r>
            <a:r>
              <a:rPr lang="en-US" sz="2750" spc="-10" dirty="0">
                <a:latin typeface="Times New Roman"/>
                <a:cs typeface="Times New Roman"/>
              </a:rPr>
              <a:t>m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Times New Roman"/>
                <a:cs typeface="Times New Roman"/>
              </a:rPr>
              <a:t>A </a:t>
            </a:r>
            <a:r>
              <a:rPr sz="2750" spc="-5" dirty="0">
                <a:latin typeface="Times New Roman"/>
                <a:cs typeface="Times New Roman"/>
              </a:rPr>
              <a:t>to </a:t>
            </a:r>
            <a:r>
              <a:rPr sz="2750" spc="15" dirty="0">
                <a:latin typeface="Times New Roman"/>
                <a:cs typeface="Times New Roman"/>
              </a:rPr>
              <a:t>C </a:t>
            </a:r>
            <a:r>
              <a:rPr sz="2750" spc="-45" dirty="0">
                <a:latin typeface="Times New Roman"/>
                <a:cs typeface="Times New Roman"/>
              </a:rPr>
              <a:t>is </a:t>
            </a:r>
            <a:r>
              <a:rPr sz="2750" spc="25" dirty="0">
                <a:latin typeface="Times New Roman"/>
                <a:cs typeface="Times New Roman"/>
              </a:rPr>
              <a:t>13  </a:t>
            </a:r>
            <a:r>
              <a:rPr sz="2750" spc="-5" dirty="0">
                <a:latin typeface="Times New Roman"/>
                <a:cs typeface="Times New Roman"/>
              </a:rPr>
              <a:t>which </a:t>
            </a:r>
            <a:r>
              <a:rPr sz="2750" spc="-45" dirty="0">
                <a:latin typeface="Times New Roman"/>
                <a:cs typeface="Times New Roman"/>
              </a:rPr>
              <a:t>is </a:t>
            </a:r>
            <a:r>
              <a:rPr sz="2750" spc="5" dirty="0">
                <a:latin typeface="Times New Roman"/>
                <a:cs typeface="Times New Roman"/>
              </a:rPr>
              <a:t>shown </a:t>
            </a:r>
            <a:r>
              <a:rPr sz="2750" spc="-10" dirty="0">
                <a:latin typeface="Times New Roman"/>
                <a:cs typeface="Times New Roman"/>
              </a:rPr>
              <a:t>as</a:t>
            </a:r>
            <a:r>
              <a:rPr sz="2750" spc="-22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follows:</a:t>
            </a:r>
            <a:endParaRPr sz="2750" dirty="0">
              <a:latin typeface="Times New Roman"/>
              <a:cs typeface="Times New Roman"/>
            </a:endParaRPr>
          </a:p>
          <a:p>
            <a:pPr marL="1011555">
              <a:lnSpc>
                <a:spcPct val="100000"/>
              </a:lnSpc>
              <a:spcBef>
                <a:spcPts val="1290"/>
              </a:spcBef>
              <a:tabLst>
                <a:tab pos="2729230" algn="l"/>
                <a:tab pos="460311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alibri"/>
                <a:cs typeface="Calibri"/>
              </a:rPr>
              <a:t>12</a:t>
            </a:r>
            <a:r>
              <a:rPr sz="1800" spc="-1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alibri"/>
                <a:cs typeface="Calibri"/>
              </a:rPr>
              <a:t>B</a:t>
            </a: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 marR="676275" algn="r">
              <a:lnSpc>
                <a:spcPct val="100000"/>
              </a:lnSpc>
              <a:spcBef>
                <a:spcPts val="139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155"/>
              </a:spcBef>
            </a:pPr>
            <a:r>
              <a:rPr sz="1800" dirty="0">
                <a:latin typeface="Calibri"/>
                <a:cs typeface="Calibri"/>
              </a:rPr>
              <a:t>C</a:t>
            </a:r>
          </a:p>
        </p:txBody>
      </p:sp>
      <p:sp>
        <p:nvSpPr>
          <p:cNvPr id="7" name="object 7"/>
          <p:cNvSpPr/>
          <p:nvPr/>
        </p:nvSpPr>
        <p:spPr>
          <a:xfrm>
            <a:off x="10452354" y="5514594"/>
            <a:ext cx="661670" cy="436245"/>
          </a:xfrm>
          <a:custGeom>
            <a:avLst/>
            <a:gdLst/>
            <a:ahLst/>
            <a:cxnLst/>
            <a:rect l="l" t="t" r="r" b="b"/>
            <a:pathLst>
              <a:path w="661670" h="436245">
                <a:moveTo>
                  <a:pt x="217932" y="0"/>
                </a:moveTo>
                <a:lnTo>
                  <a:pt x="0" y="217992"/>
                </a:lnTo>
                <a:lnTo>
                  <a:pt x="217932" y="436043"/>
                </a:lnTo>
                <a:lnTo>
                  <a:pt x="217932" y="327016"/>
                </a:lnTo>
                <a:lnTo>
                  <a:pt x="661172" y="327016"/>
                </a:lnTo>
                <a:lnTo>
                  <a:pt x="661172" y="108966"/>
                </a:lnTo>
                <a:lnTo>
                  <a:pt x="217932" y="108966"/>
                </a:lnTo>
                <a:lnTo>
                  <a:pt x="217932" y="0"/>
                </a:lnTo>
                <a:close/>
              </a:path>
            </a:pathLst>
          </a:custGeom>
          <a:solidFill>
            <a:srgbClr val="E48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52353" y="5514594"/>
            <a:ext cx="661670" cy="436245"/>
          </a:xfrm>
          <a:custGeom>
            <a:avLst/>
            <a:gdLst/>
            <a:ahLst/>
            <a:cxnLst/>
            <a:rect l="l" t="t" r="r" b="b"/>
            <a:pathLst>
              <a:path w="661670" h="436245">
                <a:moveTo>
                  <a:pt x="0" y="217992"/>
                </a:moveTo>
                <a:lnTo>
                  <a:pt x="217931" y="0"/>
                </a:lnTo>
                <a:lnTo>
                  <a:pt x="217931" y="108965"/>
                </a:lnTo>
                <a:lnTo>
                  <a:pt x="661172" y="108965"/>
                </a:lnTo>
                <a:lnTo>
                  <a:pt x="661172" y="327016"/>
                </a:lnTo>
                <a:lnTo>
                  <a:pt x="217931" y="327016"/>
                </a:lnTo>
                <a:lnTo>
                  <a:pt x="217931" y="436043"/>
                </a:lnTo>
                <a:lnTo>
                  <a:pt x="0" y="217992"/>
                </a:lnTo>
                <a:close/>
              </a:path>
            </a:pathLst>
          </a:custGeom>
          <a:ln w="15874">
            <a:solidFill>
              <a:srgbClr val="A6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95" dirty="0"/>
              <a:t>Dijkstra</a:t>
            </a:r>
            <a:r>
              <a:rPr spc="20" dirty="0"/>
              <a:t> </a:t>
            </a:r>
            <a:r>
              <a:rPr spc="-75" dirty="0"/>
              <a:t>Algorithm</a:t>
            </a:r>
            <a:r>
              <a:rPr b="0" spc="-7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973" y="6560505"/>
            <a:ext cx="569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5" dirty="0">
                <a:solidFill>
                  <a:srgbClr val="FFFFFF"/>
                </a:solidFill>
                <a:latin typeface="Calibri"/>
                <a:cs typeface="Calibri"/>
              </a:rPr>
              <a:t>July</a:t>
            </a:r>
            <a:r>
              <a:rPr sz="9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2020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87668" y="6549076"/>
            <a:ext cx="1587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48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59942" y="2508756"/>
            <a:ext cx="5238750" cy="2543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5" dirty="0"/>
              <a:t>Questions</a:t>
            </a:r>
            <a:r>
              <a:rPr spc="25" dirty="0"/>
              <a:t> </a:t>
            </a:r>
            <a:r>
              <a:rPr dirty="0"/>
              <a:t>:</a:t>
            </a:r>
            <a:r>
              <a:rPr b="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5529" y="1833233"/>
            <a:ext cx="9860280" cy="4150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7950">
              <a:lnSpc>
                <a:spcPts val="2290"/>
              </a:lnSpc>
              <a:spcBef>
                <a:spcPts val="130"/>
              </a:spcBef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Q.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1.</a:t>
            </a:r>
            <a:r>
              <a:rPr sz="20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200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sz="20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following</a:t>
            </a:r>
            <a:r>
              <a:rPr sz="2000" spc="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examples,</a:t>
            </a:r>
            <a:r>
              <a:rPr sz="2000" spc="-1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please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choose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best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20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structure(s).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Options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marL="107950">
              <a:lnSpc>
                <a:spcPts val="2290"/>
              </a:lnSpc>
            </a:pP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Array, 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Linked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Lists,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Stack,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Queue, 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Tree,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Graph.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Justify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your</a:t>
            </a:r>
            <a:r>
              <a:rPr sz="2000" spc="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answer.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ts val="2290"/>
              </a:lnSpc>
              <a:spcBef>
                <a:spcPts val="1125"/>
              </a:spcBef>
              <a:buClr>
                <a:srgbClr val="E48211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2000" spc="-50" dirty="0">
                <a:solidFill>
                  <a:srgbClr val="3F3F3F"/>
                </a:solidFill>
                <a:latin typeface="Calibri"/>
                <a:cs typeface="Calibri"/>
              </a:rPr>
              <a:t>You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have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store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social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network 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“feeds”. </a:t>
            </a:r>
            <a:r>
              <a:rPr sz="2000" spc="-50" dirty="0">
                <a:solidFill>
                  <a:srgbClr val="3F3F3F"/>
                </a:solidFill>
                <a:latin typeface="Calibri"/>
                <a:cs typeface="Calibri"/>
              </a:rPr>
              <a:t>You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do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not know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size,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things 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may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need</a:t>
            </a:r>
            <a:r>
              <a:rPr sz="2000" spc="-2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90"/>
              </a:lnSpc>
            </a:pP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be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added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as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when it is</a:t>
            </a:r>
            <a:r>
              <a:rPr sz="20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required.</a:t>
            </a:r>
            <a:endParaRPr sz="2000">
              <a:latin typeface="Calibri"/>
              <a:cs typeface="Calibri"/>
            </a:endParaRPr>
          </a:p>
          <a:p>
            <a:pPr marL="469900" marR="321310" indent="-457834">
              <a:lnSpc>
                <a:spcPts val="2180"/>
              </a:lnSpc>
              <a:spcBef>
                <a:spcPts val="1390"/>
              </a:spcBef>
              <a:buClr>
                <a:srgbClr val="E48211"/>
              </a:buClr>
              <a:buAutoNum type="alphaLcParenR" startAt="2"/>
              <a:tabLst>
                <a:tab pos="469900" algn="l"/>
                <a:tab pos="470534" algn="l"/>
              </a:tabLst>
            </a:pPr>
            <a:r>
              <a:rPr sz="2000" spc="-7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store the customer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order information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drive-in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burger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place.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(Customers 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keep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on  coming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they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have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get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their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correct 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food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at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payment/food collection</a:t>
            </a:r>
            <a:r>
              <a:rPr sz="200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window.)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165"/>
              </a:spcBef>
              <a:buClr>
                <a:srgbClr val="E48211"/>
              </a:buClr>
              <a:buAutoNum type="alphaLcParenR" startAt="2"/>
              <a:tabLst>
                <a:tab pos="469900" algn="l"/>
                <a:tab pos="470534" algn="l"/>
              </a:tabLst>
            </a:pPr>
            <a:r>
              <a:rPr sz="2000" spc="-7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implement back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functionality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internet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browser.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Clr>
                <a:srgbClr val="E48211"/>
              </a:buClr>
              <a:buAutoNum type="alphaLcParenR" startAt="2"/>
              <a:tabLst>
                <a:tab pos="469900" algn="l"/>
                <a:tab pos="470534" algn="l"/>
              </a:tabLst>
            </a:pPr>
            <a:r>
              <a:rPr sz="2000" spc="-7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store the possible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moves in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chess</a:t>
            </a:r>
            <a:r>
              <a:rPr sz="2000" spc="-2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game.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imes New Roman"/>
              <a:cs typeface="Times New Roman"/>
            </a:endParaRPr>
          </a:p>
          <a:p>
            <a:pPr marL="469900" marR="5080" indent="-457834">
              <a:lnSpc>
                <a:spcPts val="2180"/>
              </a:lnSpc>
            </a:pPr>
            <a:r>
              <a:rPr sz="2000" b="1" spc="25" dirty="0">
                <a:solidFill>
                  <a:srgbClr val="3F3F3F"/>
                </a:solidFill>
                <a:latin typeface="Calibri"/>
                <a:cs typeface="Calibri"/>
              </a:rPr>
              <a:t>Q.</a:t>
            </a:r>
            <a:r>
              <a:rPr sz="2000" b="1" spc="-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spc="10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sz="2000" b="1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Prim's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Kruskal's</a:t>
            </a:r>
            <a:r>
              <a:rPr sz="2000" spc="-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algorithm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yield</a:t>
            </a:r>
            <a:r>
              <a:rPr sz="20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different</a:t>
            </a:r>
            <a:r>
              <a:rPr sz="200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minimum</a:t>
            </a:r>
            <a:r>
              <a:rPr sz="2000" spc="-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spanning</a:t>
            </a:r>
            <a:r>
              <a:rPr sz="20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trees?</a:t>
            </a:r>
            <a:r>
              <a:rPr sz="20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Explain</a:t>
            </a:r>
            <a:r>
              <a:rPr sz="200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why</a:t>
            </a:r>
            <a:r>
              <a:rPr sz="20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or  why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not.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5" dirty="0"/>
              <a:t>Questions:</a:t>
            </a:r>
            <a:r>
              <a:rPr b="0" spc="-7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0774" y="1804658"/>
            <a:ext cx="9946640" cy="39312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615"/>
              </a:spcBef>
            </a:pPr>
            <a:r>
              <a:rPr sz="2000" b="1" spc="15" dirty="0">
                <a:solidFill>
                  <a:srgbClr val="3F3F3F"/>
                </a:solidFill>
                <a:latin typeface="Calibri"/>
                <a:cs typeface="Calibri"/>
              </a:rPr>
              <a:t>Q.3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Consider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simple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undirected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weighted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graph 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G(V,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E) with 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10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vertices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45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edge, 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assume 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(u,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v) are two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vertices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weight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edge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=4lu-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vl then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minimum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cost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spanning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tree</a:t>
            </a:r>
            <a:r>
              <a:rPr sz="2000" spc="-2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of 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G_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40"/>
              </a:lnSpc>
              <a:spcBef>
                <a:spcPts val="980"/>
              </a:spcBef>
            </a:pP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Answer: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given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undirected graph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complete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graph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on 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10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vertices, 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so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no. of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edges</a:t>
            </a:r>
            <a:r>
              <a:rPr sz="2000" spc="-2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40"/>
              </a:lnSpc>
            </a:pP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Minimum spanning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tree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000" spc="-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63500">
              <a:lnSpc>
                <a:spcPts val="1950"/>
              </a:lnSpc>
            </a:pP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edge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included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in MST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it's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cost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less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than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or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equal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to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weights of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remaining</a:t>
            </a:r>
            <a:r>
              <a:rPr sz="2000" spc="-3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edges 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doesn't </a:t>
            </a:r>
            <a:r>
              <a:rPr sz="2000" spc="-25" dirty="0">
                <a:solidFill>
                  <a:srgbClr val="3F3F3F"/>
                </a:solidFill>
                <a:latin typeface="Calibri"/>
                <a:cs typeface="Calibri"/>
              </a:rPr>
              <a:t>form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cycle,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Now,</a:t>
            </a:r>
            <a:r>
              <a:rPr sz="20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0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minimum</a:t>
            </a:r>
            <a:r>
              <a:rPr sz="2000" spc="-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possible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weight</a:t>
            </a:r>
            <a:r>
              <a:rPr sz="2000" spc="-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sz="20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because</a:t>
            </a:r>
            <a:r>
              <a:rPr sz="200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it is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simple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graph,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Calibri"/>
                <a:cs typeface="Calibri"/>
              </a:rPr>
              <a:t>so</a:t>
            </a:r>
            <a:r>
              <a:rPr sz="2000" spc="-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loops</a:t>
            </a:r>
            <a:r>
              <a:rPr sz="20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not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allowed.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774065">
              <a:lnSpc>
                <a:spcPts val="1950"/>
              </a:lnSpc>
            </a:pP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Now,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if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we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consider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edges,(1,2),(2,3),(3,4),(4,5),(5,6),(6,7),(7,8),(8,9),(9,10),we obtain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required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9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edges each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with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cost of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So, </a:t>
            </a:r>
            <a:r>
              <a:rPr sz="2000" spc="-30" dirty="0">
                <a:solidFill>
                  <a:srgbClr val="3F3F3F"/>
                </a:solidFill>
                <a:latin typeface="Calibri"/>
                <a:cs typeface="Calibri"/>
              </a:rPr>
              <a:t>Total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cost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in MST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=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9*4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r>
              <a:rPr sz="2000" spc="-2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Calibri"/>
                <a:cs typeface="Calibri"/>
              </a:rPr>
              <a:t>36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  <a:tabLst>
                <a:tab pos="10141585" algn="l"/>
              </a:tabLst>
            </a:pPr>
            <a:r>
              <a:rPr spc="-75" dirty="0"/>
              <a:t>Questions:</a:t>
            </a:r>
            <a:r>
              <a:rPr b="0" spc="-75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0783" y="1833233"/>
            <a:ext cx="9954260" cy="19850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ct val="89200"/>
              </a:lnSpc>
              <a:spcBef>
                <a:spcPts val="390"/>
              </a:spcBef>
            </a:pPr>
            <a:r>
              <a:rPr sz="2000" b="1" spc="15" dirty="0">
                <a:solidFill>
                  <a:srgbClr val="3F3F3F"/>
                </a:solidFill>
                <a:latin typeface="Calibri"/>
                <a:cs typeface="Calibri"/>
              </a:rPr>
              <a:t>Q.4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Consider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undirected random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graph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eight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vertices.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probability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that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there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spc="1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edge 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between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pair of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vertices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1/2. What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3F3F3F"/>
                </a:solidFill>
                <a:latin typeface="Calibri"/>
                <a:cs typeface="Calibri"/>
              </a:rPr>
              <a:t>expected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number of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unordered </a:t>
            </a:r>
            <a:r>
              <a:rPr sz="2000" spc="-15" dirty="0">
                <a:solidFill>
                  <a:srgbClr val="3F3F3F"/>
                </a:solidFill>
                <a:latin typeface="Calibri"/>
                <a:cs typeface="Calibri"/>
              </a:rPr>
              <a:t>cycles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of length 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three?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65"/>
              </a:lnSpc>
            </a:pPr>
            <a:r>
              <a:rPr sz="2000" b="1" spc="-15" dirty="0">
                <a:solidFill>
                  <a:srgbClr val="3F3F3F"/>
                </a:solidFill>
                <a:latin typeface="Calibri"/>
                <a:cs typeface="Calibri"/>
              </a:rPr>
              <a:t>(A)</a:t>
            </a:r>
            <a:r>
              <a:rPr sz="2000" b="1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Calibri"/>
                <a:cs typeface="Calibri"/>
              </a:rPr>
              <a:t>1/8</a:t>
            </a:r>
            <a:endParaRPr sz="2000">
              <a:latin typeface="Calibri"/>
              <a:cs typeface="Calibri"/>
            </a:endParaRPr>
          </a:p>
          <a:p>
            <a:pPr marL="374650" indent="-362585">
              <a:lnSpc>
                <a:spcPts val="2175"/>
              </a:lnSpc>
              <a:buFont typeface="Calibri"/>
              <a:buAutoNum type="alphaUcParenBoth" startAt="2"/>
              <a:tabLst>
                <a:tab pos="375285" algn="l"/>
              </a:tabLst>
            </a:pP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365125" indent="-353060">
              <a:lnSpc>
                <a:spcPts val="2180"/>
              </a:lnSpc>
              <a:buFont typeface="Calibri"/>
              <a:buAutoNum type="alphaUcParenBoth" startAt="2"/>
              <a:tabLst>
                <a:tab pos="365760" algn="l"/>
              </a:tabLst>
            </a:pP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  <a:p>
            <a:pPr marL="384175" indent="-372110">
              <a:lnSpc>
                <a:spcPts val="2290"/>
              </a:lnSpc>
              <a:buFont typeface="Calibri"/>
              <a:buAutoNum type="alphaUcParenBoth" startAt="2"/>
              <a:tabLst>
                <a:tab pos="384810" algn="l"/>
              </a:tabLst>
            </a:pPr>
            <a:r>
              <a:rPr sz="2000" spc="10" dirty="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5048" y="409569"/>
            <a:ext cx="30600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60" dirty="0">
                <a:solidFill>
                  <a:srgbClr val="3F3F3F"/>
                </a:solidFill>
                <a:latin typeface="Calibri Light"/>
                <a:cs typeface="Calibri Light"/>
              </a:rPr>
              <a:t>Data</a:t>
            </a:r>
            <a:r>
              <a:rPr sz="3950" b="0" spc="-220" dirty="0">
                <a:solidFill>
                  <a:srgbClr val="3F3F3F"/>
                </a:solidFill>
                <a:latin typeface="Calibri Light"/>
                <a:cs typeface="Calibri Light"/>
              </a:rPr>
              <a:t> </a:t>
            </a:r>
            <a:r>
              <a:rPr sz="3950" b="0" spc="-45" dirty="0">
                <a:solidFill>
                  <a:srgbClr val="3F3F3F"/>
                </a:solidFill>
                <a:latin typeface="Calibri Light"/>
                <a:cs typeface="Calibri Light"/>
              </a:rPr>
              <a:t>Structures</a:t>
            </a:r>
            <a:endParaRPr sz="395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829" y="1250882"/>
            <a:ext cx="9992360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86430" algn="l"/>
                <a:tab pos="9979025" algn="l"/>
              </a:tabLst>
            </a:pPr>
            <a:r>
              <a:rPr sz="2900" b="0" u="sng" spc="5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Calibri Light"/>
                <a:cs typeface="Calibri Light"/>
              </a:rPr>
              <a:t> </a:t>
            </a:r>
            <a:r>
              <a:rPr sz="2900" u="sng" spc="5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900" u="sng" spc="-60" dirty="0">
                <a:solidFill>
                  <a:srgbClr val="3F3F3F"/>
                </a:solidFill>
                <a:uFill>
                  <a:solidFill>
                    <a:srgbClr val="7F7F7F"/>
                  </a:solidFill>
                </a:uFill>
                <a:latin typeface="Times New Roman"/>
                <a:cs typeface="Times New Roman"/>
              </a:rPr>
              <a:t>	</a:t>
            </a:r>
            <a:endParaRPr sz="2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99907" y="2738375"/>
            <a:ext cx="2195183" cy="287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35" dirty="0"/>
              <a:t>July</a:t>
            </a:r>
            <a:r>
              <a:rPr spc="-110" dirty="0"/>
              <a:t> </a:t>
            </a:r>
            <a:r>
              <a:rPr spc="-5" dirty="0"/>
              <a:t>7,</a:t>
            </a:r>
            <a:r>
              <a:rPr spc="-80" dirty="0"/>
              <a:t> </a:t>
            </a:r>
            <a:r>
              <a:rPr spc="-10" dirty="0"/>
              <a:t>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1288</TotalTime>
  <Words>3567</Words>
  <Application>Microsoft Office PowerPoint</Application>
  <PresentationFormat>Widescreen</PresentationFormat>
  <Paragraphs>788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Book Antiqua</vt:lpstr>
      <vt:lpstr>Calibri</vt:lpstr>
      <vt:lpstr>Calibri Light</vt:lpstr>
      <vt:lpstr>Lucida Bright</vt:lpstr>
      <vt:lpstr>Lucida Sans Unicode</vt:lpstr>
      <vt:lpstr>Symbol</vt:lpstr>
      <vt:lpstr>Times New Roman</vt:lpstr>
      <vt:lpstr>Wingdings</vt:lpstr>
      <vt:lpstr>Office Theme</vt:lpstr>
      <vt:lpstr>Unit VI Graphs (06 Hrs)</vt:lpstr>
      <vt:lpstr>Data Structures: CO-PO Mapping</vt:lpstr>
      <vt:lpstr>Data Structures: Books</vt:lpstr>
      <vt:lpstr>Data Structures: Topic – Book – Pages Mapping</vt:lpstr>
      <vt:lpstr>Data Structures: Unit 6</vt:lpstr>
      <vt:lpstr>Basic concept </vt:lpstr>
      <vt:lpstr>Terminology </vt:lpstr>
      <vt:lpstr>Terminology </vt:lpstr>
      <vt:lpstr>Types of Graphs: </vt:lpstr>
      <vt:lpstr>Types of Graphs </vt:lpstr>
      <vt:lpstr>Applications of graphs</vt:lpstr>
      <vt:lpstr>Applications of graphs</vt:lpstr>
      <vt:lpstr>Representation of Graph in Computer</vt:lpstr>
      <vt:lpstr>Adjacency Matrix</vt:lpstr>
      <vt:lpstr>Adjacency Matrix</vt:lpstr>
      <vt:lpstr>Adjacency Matrix</vt:lpstr>
      <vt:lpstr>Adjacency List</vt:lpstr>
      <vt:lpstr>Adjacency List</vt:lpstr>
      <vt:lpstr>Adjacency List</vt:lpstr>
      <vt:lpstr>Adjacency Matrix</vt:lpstr>
      <vt:lpstr>Adjacency Lists </vt:lpstr>
      <vt:lpstr>Operations on Graphs: </vt:lpstr>
      <vt:lpstr>Traversing a graph</vt:lpstr>
      <vt:lpstr>Traversal Methods </vt:lpstr>
      <vt:lpstr>Data Structures: CO-PO Mapping</vt:lpstr>
      <vt:lpstr>PowerPoint Presentation</vt:lpstr>
      <vt:lpstr>Breadth First Search </vt:lpstr>
      <vt:lpstr>Breadth First Search </vt:lpstr>
      <vt:lpstr>Breadth First Search </vt:lpstr>
      <vt:lpstr>Breadth First Search </vt:lpstr>
      <vt:lpstr>Breadth First Search </vt:lpstr>
      <vt:lpstr>Depth First Search </vt:lpstr>
      <vt:lpstr>Depth First Search</vt:lpstr>
      <vt:lpstr>Depth First Search</vt:lpstr>
      <vt:lpstr>Depth First Search</vt:lpstr>
      <vt:lpstr>Depth First Search</vt:lpstr>
      <vt:lpstr>BFS Algorithm Complexity</vt:lpstr>
      <vt:lpstr>  BFS Algorithm Applications </vt:lpstr>
      <vt:lpstr>Properties of DFS </vt:lpstr>
      <vt:lpstr>DFS Algorithm (iterative implementation)</vt:lpstr>
      <vt:lpstr>Data Structures: Unit 6   DFS Algorithm Complexity </vt:lpstr>
      <vt:lpstr>Data Structures: Unit 6 DFS Algorithm Applications</vt:lpstr>
      <vt:lpstr>PowerPoint Presentation</vt:lpstr>
      <vt:lpstr>General Properties of Spanning Tree </vt:lpstr>
      <vt:lpstr>Mathematical Properties of Spanning  Tree</vt:lpstr>
      <vt:lpstr>Application of Spanning Tree </vt:lpstr>
      <vt:lpstr>Minimum Spanning  Tree (MST) </vt:lpstr>
      <vt:lpstr>Kruskal’s Algorithm</vt:lpstr>
      <vt:lpstr>Example of Kruskal’s Algorithm</vt:lpstr>
      <vt:lpstr>Kruskal’s Algorithm </vt:lpstr>
      <vt:lpstr>Prim’s Algorithm </vt:lpstr>
      <vt:lpstr>Example: </vt:lpstr>
      <vt:lpstr>Prim’s Algorithm </vt:lpstr>
      <vt:lpstr>Dijkstra Algorithm </vt:lpstr>
      <vt:lpstr>Example:</vt:lpstr>
      <vt:lpstr>Example:</vt:lpstr>
      <vt:lpstr>Dijkstra Algorithm </vt:lpstr>
      <vt:lpstr>Questions : </vt:lpstr>
      <vt:lpstr>Questions: </vt:lpstr>
      <vt:lpstr>Questions: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NSS</dc:creator>
  <cp:lastModifiedBy>ICEI 2022</cp:lastModifiedBy>
  <cp:revision>36</cp:revision>
  <dcterms:created xsi:type="dcterms:W3CDTF">2020-11-28T02:25:55Z</dcterms:created>
  <dcterms:modified xsi:type="dcterms:W3CDTF">2025-09-10T09:28:37Z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2020-11-28T00:00:00Z</vt:filetime>
  </property>
</Properties>
</file>